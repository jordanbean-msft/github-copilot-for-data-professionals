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theme/theme3.xml" ContentType="application/vnd.openxmlformats-officedocument.theme+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4.xml" ContentType="application/vnd.openxmlformats-officedocument.theme+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theme/theme5.xml" ContentType="application/vnd.openxmlformats-officedocument.theme+xml"/>
  <Override PartName="/ppt/slideLayouts/slideLayout129.xml" ContentType="application/vnd.openxmlformats-officedocument.presentationml.slideLayout+xml"/>
  <Override PartName="/ppt/theme/theme6.xml" ContentType="application/vnd.openxmlformats-officedocument.theme+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theme/theme7.xml" ContentType="application/vnd.openxmlformats-officedocument.theme+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theme/theme8.xml" ContentType="application/vnd.openxmlformats-officedocument.theme+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theme/theme9.xml" ContentType="application/vnd.openxmlformats-officedocument.theme+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theme/theme10.xml" ContentType="application/vnd.openxmlformats-officedocument.theme+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theme/theme11.xml" ContentType="application/vnd.openxmlformats-officedocument.theme+xml"/>
  <Override PartName="/ppt/theme/theme1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 id="2147483684" r:id="rId2"/>
    <p:sldMasterId id="2147483708" r:id="rId3"/>
    <p:sldMasterId id="2147483732" r:id="rId4"/>
    <p:sldMasterId id="2147483764" r:id="rId5"/>
    <p:sldMasterId id="2147483783" r:id="rId6"/>
    <p:sldMasterId id="2147483785" r:id="rId7"/>
    <p:sldMasterId id="2147483806" r:id="rId8"/>
    <p:sldMasterId id="2147483844" r:id="rId9"/>
    <p:sldMasterId id="2147483863" r:id="rId10"/>
    <p:sldMasterId id="2147483884" r:id="rId11"/>
  </p:sldMasterIdLst>
  <p:notesMasterIdLst>
    <p:notesMasterId r:id="rId27"/>
  </p:notes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Lst>
  <p:sldSz cx="12436475" cy="6950075"/>
  <p:notesSz cx="6950075" cy="124364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presProps" Target="pres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65523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setting context: this deck follows one end-to-end data workflow and shows exactly where Copilot helps without replacing domain accountability.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framing slide: Copilot supports velocity and consistency, not judgment replacement.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audience the rest of the deck follows this exact script order so they can replay it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over-rotate on architecture detail. Anchor to the coding surfaces the audience uses every 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practical: synthetic data and edge cases are immediate wins for data engineering teams.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that interpretation plus code generation is more valuable than generation alone.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reliability bridge between exploratory notebooks and production pipelines.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local-to-platform transition explicit, since this is where teams lose time.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keeps the story relevant for SQL-heavy teams.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workflow loop by showing decision-support outputs, not only code snippets.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audience a reusable prompting recipe they can apply the same day.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that governance and Copilot are complementary.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change management practical and measurable.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Copilot usage metrics with delivery metrics to tell a complete impact story.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action: run one workflow, measure outcomes, and scale deliberately.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emf"/><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Master" Target="../slideMasters/slideMaster4.xml"/><Relationship Id="rId5" Type="http://schemas.openxmlformats.org/officeDocument/2006/relationships/image" Target="../media/image23.png"/><Relationship Id="rId4" Type="http://schemas.microsoft.com/office/2007/relationships/hdphoto" Target="../media/hdphoto2.wdp"/></Relationships>
</file>

<file path=ppt/slideLayouts/_rels/slideLayout8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5.xml"/></Relationships>
</file>

<file path=ppt/slideLayouts/_rels/slideLayout11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g"/><Relationship Id="rId1" Type="http://schemas.openxmlformats.org/officeDocument/2006/relationships/slideMaster" Target="../slideMasters/slideMaster5.xml"/><Relationship Id="rId4" Type="http://schemas.microsoft.com/office/2007/relationships/hdphoto" Target="../media/hdphoto4.wdp"/></Relationships>
</file>

<file path=ppt/slideLayouts/_rels/slideLayout1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jpg"/><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jpeg"/><Relationship Id="rId1" Type="http://schemas.openxmlformats.org/officeDocument/2006/relationships/slideMaster" Target="../slideMasters/slideMaster5.xml"/><Relationship Id="rId6" Type="http://schemas.microsoft.com/office/2007/relationships/hdphoto" Target="../media/hdphoto4.wdp"/><Relationship Id="rId5" Type="http://schemas.openxmlformats.org/officeDocument/2006/relationships/image" Target="../media/image30.png"/><Relationship Id="rId4" Type="http://schemas.microsoft.com/office/2007/relationships/hdphoto" Target="../media/hdphoto5.wdp"/></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Master" Target="../slideMasters/slideMaster7.xml"/><Relationship Id="rId5" Type="http://schemas.openxmlformats.org/officeDocument/2006/relationships/image" Target="../media/image41.png"/><Relationship Id="rId4" Type="http://schemas.openxmlformats.org/officeDocument/2006/relationships/image" Target="../media/image40.png"/></Relationships>
</file>

<file path=ppt/slideLayouts/_rels/slideLayout13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42.png"/><Relationship Id="rId7" Type="http://schemas.openxmlformats.org/officeDocument/2006/relationships/image" Target="../media/image40.png"/><Relationship Id="rId2" Type="http://schemas.openxmlformats.org/officeDocument/2006/relationships/image" Target="../media/image38.png"/><Relationship Id="rId1" Type="http://schemas.openxmlformats.org/officeDocument/2006/relationships/slideMaster" Target="../slideMasters/slideMaster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Layouts/_rels/slideLayout13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8.png"/><Relationship Id="rId1" Type="http://schemas.openxmlformats.org/officeDocument/2006/relationships/slideMaster" Target="../slideMasters/slideMaster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Layouts/_rels/slideLayout1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7.png"/><Relationship Id="rId1" Type="http://schemas.openxmlformats.org/officeDocument/2006/relationships/slideMaster" Target="../slideMasters/slideMaster7.xml"/><Relationship Id="rId4" Type="http://schemas.openxmlformats.org/officeDocument/2006/relationships/image" Target="../media/image41.png"/></Relationships>
</file>

<file path=ppt/slideLayouts/_rels/slideLayout13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0.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jpeg"/><Relationship Id="rId1" Type="http://schemas.openxmlformats.org/officeDocument/2006/relationships/slideMaster" Target="../slideMasters/slideMaster8.xml"/></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Master" Target="../slideMasters/slideMaster8.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Master" Target="../slideMasters/slideMaster8.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Master" Target="../slideMasters/slideMaster8.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7.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9.xml"/></Relationships>
</file>

<file path=ppt/slideLayouts/_rels/slideLayout188.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9.xml"/></Relationships>
</file>

<file path=ppt/slideLayouts/_rels/slideLayout189.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Master" Target="../slideMasters/slideMaster9.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9.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10.xml"/></Relationships>
</file>

<file path=ppt/slideLayouts/_rels/slideLayout206.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10.xml"/></Relationships>
</file>

<file path=ppt/slideLayouts/_rels/slideLayout207.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Master" Target="../slideMasters/slideMaster10.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7.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Master" Target="../slideMasters/slideMaster10.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1.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10.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Master" Target="../slideMasters/slideMaster11.xml"/><Relationship Id="rId5" Type="http://schemas.openxmlformats.org/officeDocument/2006/relationships/image" Target="../media/image23.png"/><Relationship Id="rId4" Type="http://schemas.microsoft.com/office/2007/relationships/hdphoto" Target="../media/hdphoto2.wdp"/></Relationships>
</file>

<file path=ppt/slideLayouts/_rels/slideLayout22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11.xml"/></Relationships>
</file>

<file path=ppt/slideLayouts/_rels/slideLayout22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11.xml"/></Relationships>
</file>

<file path=ppt/slideLayouts/_rels/slideLayout228.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Master" Target="../slideMasters/slideMaster11.xml"/></Relationships>
</file>

<file path=ppt/slideLayouts/_rels/slideLayout229.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Master" Target="../slideMasters/slideMaster11.xml"/></Relationships>
</file>

<file path=ppt/slideLayouts/_rels/slideLayout2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11.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1.xml"/></Relationships>
</file>

<file path=ppt/slideLayouts/_rels/slideLayout2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1.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hoto_Option">
    <p:spTree>
      <p:nvGrpSpPr>
        <p:cNvPr id="1" name=""/>
        <p:cNvGrpSpPr/>
        <p:nvPr/>
      </p:nvGrpSpPr>
      <p:grpSpPr>
        <a:xfrm>
          <a:off x="0" y="0"/>
          <a:ext cx="0" cy="0"/>
          <a:chOff x="0" y="0"/>
          <a:chExt cx="0" cy="0"/>
        </a:xfrm>
      </p:grpSpPr>
      <p:sp>
        <p:nvSpPr>
          <p:cNvPr id="15" name="Shape 12"/>
          <p:cNvSpPr/>
          <p:nvPr/>
        </p:nvSpPr>
        <p:spPr>
          <a:xfrm>
            <a:off x="114300" y="111304"/>
            <a:ext cx="12199937" cy="6695228"/>
          </a:xfrm>
          <a:prstGeom prst="rect">
            <a:avLst/>
          </a:prstGeom>
          <a:solidFill>
            <a:srgbClr val="22313C"/>
          </a:solidFill>
          <a:ln>
            <a:noFill/>
          </a:ln>
        </p:spPr>
        <p:txBody>
          <a:bodyPr lIns="90820" tIns="45398" rIns="90820" bIns="45398" anchor="ctr" anchorCtr="0">
            <a:noAutofit/>
          </a:bodyPr>
          <a:lstStyle/>
          <a:p>
            <a:pPr marL="0" marR="0" lvl="0" indent="0" algn="ctr" rtl="0">
              <a:spcBef>
                <a:spcPts val="0"/>
              </a:spcBef>
              <a:buClr>
                <a:schemeClr val="dk1"/>
              </a:buClr>
              <a:buFont typeface="Arial"/>
              <a:buNone/>
            </a:pPr>
            <a:endParaRPr sz="1789" b="0" i="0" u="none" strike="noStrike" cap="none">
              <a:solidFill>
                <a:schemeClr val="lt1"/>
              </a:solidFill>
              <a:latin typeface="Arial"/>
              <a:ea typeface="Arial"/>
              <a:cs typeface="Arial"/>
              <a:sym typeface="Arial"/>
            </a:endParaRPr>
          </a:p>
        </p:txBody>
      </p:sp>
      <p:pic>
        <p:nvPicPr>
          <p:cNvPr id="13" name="Shape 365"/>
          <p:cNvPicPr preferRelativeResize="0">
            <a:picLocks/>
          </p:cNvPicPr>
          <p:nvPr/>
        </p:nvPicPr>
        <p:blipFill rotWithShape="1">
          <a:blip r:embed="rId2" cstate="screen">
            <a:alphaModFix amt="40000"/>
            <a:extLst>
              <a:ext uri="{28A0092B-C50C-407E-A947-70E740481C1C}">
                <a14:useLocalDpi xmlns:a14="http://schemas.microsoft.com/office/drawing/2010/main"/>
              </a:ext>
            </a:extLst>
          </a:blip>
          <a:srcRect/>
          <a:stretch/>
        </p:blipFill>
        <p:spPr>
          <a:xfrm>
            <a:off x="122239" y="-83602"/>
            <a:ext cx="12436475" cy="6950075"/>
          </a:xfrm>
          <a:prstGeom prst="rect">
            <a:avLst/>
          </a:prstGeom>
          <a:noFill/>
          <a:ln>
            <a:noFill/>
          </a:ln>
        </p:spPr>
      </p:pic>
      <p:sp>
        <p:nvSpPr>
          <p:cNvPr id="2" name="Rectangle 1"/>
          <p:cNvSpPr/>
          <p:nvPr/>
        </p:nvSpPr>
        <p:spPr bwMode="auto">
          <a:xfrm>
            <a:off x="271400" y="2112173"/>
            <a:ext cx="6858001" cy="3634357"/>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54" tIns="145325" rIns="181654" bIns="145325" numCol="1" spcCol="0" rtlCol="0" fromWordArt="0" anchor="t" anchorCtr="0" forceAA="0" compatLnSpc="1">
            <a:prstTxWarp prst="textNoShape">
              <a:avLst/>
            </a:prstTxWarp>
            <a:noAutofit/>
          </a:bodyPr>
          <a:lstStyle/>
          <a:p>
            <a:pPr algn="ctr" defTabSz="926160" fontAlgn="base">
              <a:lnSpc>
                <a:spcPct val="90000"/>
              </a:lnSpc>
              <a:spcBef>
                <a:spcPct val="0"/>
              </a:spcBef>
              <a:spcAft>
                <a:spcPct val="0"/>
              </a:spcAft>
            </a:pPr>
            <a:endParaRPr lang="en-US" sz="2385">
              <a:gradFill>
                <a:gsLst>
                  <a:gs pos="0">
                    <a:srgbClr val="FFFFFF"/>
                  </a:gs>
                  <a:gs pos="100000">
                    <a:srgbClr val="FFFFFF"/>
                  </a:gs>
                </a:gsLst>
                <a:lin ang="5400000" scaled="0"/>
              </a:gradFill>
              <a:ea typeface="Segoe UI" pitchFamily="34" charset="0"/>
              <a:cs typeface="Segoe UI" pitchFamily="34" charset="0"/>
            </a:endParaRPr>
          </a:p>
        </p:txBody>
      </p:sp>
      <p:sp>
        <p:nvSpPr>
          <p:cNvPr id="9" name="Title 1"/>
          <p:cNvSpPr>
            <a:spLocks noGrp="1"/>
          </p:cNvSpPr>
          <p:nvPr>
            <p:ph type="title" hasCustomPrompt="1"/>
          </p:nvPr>
        </p:nvSpPr>
        <p:spPr bwMode="auto">
          <a:xfrm>
            <a:off x="274702" y="2112168"/>
            <a:ext cx="6858001" cy="1817178"/>
          </a:xfrm>
          <a:noFill/>
          <a:ln>
            <a:noFill/>
          </a:ln>
        </p:spPr>
        <p:txBody>
          <a:bodyPr lIns="146275" tIns="91422" rIns="146275" bIns="91422" anchor="t" anchorCtr="0"/>
          <a:lstStyle>
            <a:lvl1pPr>
              <a:defRPr sz="5365" spc="-98" baseline="0">
                <a:gradFill>
                  <a:gsLst>
                    <a:gs pos="64646">
                      <a:srgbClr val="FFFFFF"/>
                    </a:gs>
                    <a:gs pos="4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1" y="3929330"/>
            <a:ext cx="6858001" cy="1814023"/>
          </a:xfrm>
        </p:spPr>
        <p:txBody>
          <a:bodyPr tIns="109704" bIns="109704">
            <a:noAutofit/>
          </a:bodyPr>
          <a:lstStyle>
            <a:lvl1pPr marL="0" indent="0">
              <a:spcBef>
                <a:spcPts val="0"/>
              </a:spcBef>
              <a:buNone/>
              <a:defRPr sz="3080">
                <a:gradFill>
                  <a:gsLst>
                    <a:gs pos="64646">
                      <a:srgbClr val="FFFFFF"/>
                    </a:gs>
                    <a:gs pos="45000">
                      <a:srgbClr val="FFFFFF"/>
                    </a:gs>
                  </a:gsLst>
                  <a:lin ang="5400000" scaled="0"/>
                </a:gradFill>
              </a:defRPr>
            </a:lvl1pPr>
          </a:lstStyle>
          <a:p>
            <a:pPr lvl="0"/>
            <a:r>
              <a:rPr lang="en-US"/>
              <a:t>Speaker Name</a:t>
            </a:r>
          </a:p>
        </p:txBody>
      </p:sp>
      <p:pic>
        <p:nvPicPr>
          <p:cNvPr id="12" name="Picture 11"/>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bwMode="invGray">
          <a:xfrm>
            <a:off x="350838" y="6276520"/>
            <a:ext cx="1698170" cy="363437"/>
          </a:xfrm>
          <a:prstGeom prst="rect">
            <a:avLst/>
          </a:prstGeom>
        </p:spPr>
      </p:pic>
    </p:spTree>
    <p:extLst>
      <p:ext uri="{BB962C8B-B14F-4D97-AF65-F5344CB8AC3E}">
        <p14:creationId xmlns:p14="http://schemas.microsoft.com/office/powerpoint/2010/main" val="3678300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and Content 1st level color tex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9" y="1205145"/>
            <a:ext cx="11887200" cy="2042868"/>
          </a:xfrm>
        </p:spPr>
        <p:txBody>
          <a:bodyPr>
            <a:spAutoFit/>
          </a:bodyPr>
          <a:lstStyle>
            <a:lvl1pPr>
              <a:buClr>
                <a:srgbClr val="008774"/>
              </a:buClr>
              <a:defRPr sz="3676">
                <a:solidFill>
                  <a:schemeClr val="tx1"/>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lvl1pPr>
              <a:defRPr>
                <a:solidFill>
                  <a:srgbClr val="008774"/>
                </a:solidFill>
              </a:defRPr>
            </a:lvl1pPr>
          </a:lstStyle>
          <a:p>
            <a:r>
              <a:rPr lang="en-US"/>
              <a:t>Click to edit Master title style</a:t>
            </a:r>
          </a:p>
        </p:txBody>
      </p:sp>
    </p:spTree>
    <p:extLst>
      <p:ext uri="{BB962C8B-B14F-4D97-AF65-F5344CB8AC3E}">
        <p14:creationId xmlns:p14="http://schemas.microsoft.com/office/powerpoint/2010/main" val="214703102"/>
      </p:ext>
    </p:extLst>
  </p:cSld>
  <p:clrMapOvr>
    <a:masterClrMapping/>
  </p:clrMapOvr>
  <p:transition>
    <p:fade/>
  </p:transition>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0" y="1351463"/>
            <a:ext cx="11887200" cy="2158371"/>
          </a:xfrm>
        </p:spPr>
        <p:txBody>
          <a:bodyPr>
            <a:spAutoFit/>
          </a:bodyPr>
          <a:lstStyle>
            <a:lvl1pPr>
              <a:defRPr sz="2838" b="0"/>
            </a:lvl1pPr>
            <a:lvl2pPr>
              <a:defRPr sz="2635" b="0">
                <a:latin typeface="+mj-lt"/>
              </a:defRPr>
            </a:lvl2pPr>
            <a:lvl3pPr>
              <a:defRPr sz="2432">
                <a:latin typeface="+mj-lt"/>
              </a:defRPr>
            </a:lvl3pPr>
            <a:lvl4pPr>
              <a:defRPr sz="2229">
                <a:latin typeface="+mj-lt"/>
              </a:defRPr>
            </a:lvl4pPr>
            <a:lvl5pPr>
              <a:defRPr sz="2027">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lvl1pPr>
              <a:defRPr sz="3648" b="1"/>
            </a:lvl1pPr>
          </a:lstStyle>
          <a:p>
            <a:r>
              <a:rPr lang="en-US"/>
              <a:t>Click to edit Master title style</a:t>
            </a:r>
          </a:p>
        </p:txBody>
      </p:sp>
    </p:spTree>
    <p:extLst>
      <p:ext uri="{BB962C8B-B14F-4D97-AF65-F5344CB8AC3E}">
        <p14:creationId xmlns:p14="http://schemas.microsoft.com/office/powerpoint/2010/main" val="4268299635"/>
      </p:ext>
    </p:extLst>
  </p:cSld>
  <p:clrMapOvr>
    <a:masterClrMapping/>
  </p:clrMapOvr>
  <p:transition>
    <p:fade/>
  </p:transition>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wo Column 2-color Non-bullet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2481412"/>
          </a:xfrm>
        </p:spPr>
        <p:txBody>
          <a:bodyPr wrap="square">
            <a:spAutoFit/>
          </a:bodyPr>
          <a:lstStyle>
            <a:lvl1pPr marL="0" indent="0">
              <a:spcBef>
                <a:spcPts val="1216"/>
              </a:spcBef>
              <a:buClr>
                <a:schemeClr val="tx1"/>
              </a:buClr>
              <a:buFont typeface="Wingdings" pitchFamily="2" charset="2"/>
              <a:buNone/>
              <a:defRPr sz="3676">
                <a:gradFill>
                  <a:gsLst>
                    <a:gs pos="1250">
                      <a:schemeClr val="tx2"/>
                    </a:gs>
                    <a:gs pos="99000">
                      <a:schemeClr val="tx2"/>
                    </a:gs>
                  </a:gsLst>
                  <a:lin ang="5400000" scaled="0"/>
                </a:gradFill>
              </a:defRPr>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2481412"/>
          </a:xfrm>
        </p:spPr>
        <p:txBody>
          <a:bodyPr wrap="square">
            <a:spAutoFit/>
          </a:bodyPr>
          <a:lstStyle>
            <a:lvl1pPr marL="0" indent="0">
              <a:spcBef>
                <a:spcPts val="1216"/>
              </a:spcBef>
              <a:buClr>
                <a:schemeClr val="tx1"/>
              </a:buClr>
              <a:buFont typeface="Wingdings" pitchFamily="2" charset="2"/>
              <a:buNone/>
              <a:defRPr sz="3676">
                <a:gradFill>
                  <a:gsLst>
                    <a:gs pos="1250">
                      <a:schemeClr val="tx2"/>
                    </a:gs>
                    <a:gs pos="99000">
                      <a:schemeClr val="tx2"/>
                    </a:gs>
                  </a:gsLst>
                  <a:lin ang="5400000" scaled="0"/>
                </a:gradFill>
              </a:defRPr>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59483636"/>
      </p:ext>
    </p:extLst>
  </p:cSld>
  <p:clrMapOvr>
    <a:masterClrMapping/>
  </p:clrMapOvr>
  <p:transition>
    <p:fade/>
  </p:transition>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2481412"/>
          </a:xfrm>
        </p:spPr>
        <p:txBody>
          <a:bodyPr wrap="square">
            <a:spAutoFit/>
          </a:bodyPr>
          <a:lstStyle>
            <a:lvl1pPr marL="0" indent="0">
              <a:spcBef>
                <a:spcPts val="1216"/>
              </a:spcBef>
              <a:buClr>
                <a:schemeClr val="tx1"/>
              </a:buClr>
              <a:buFont typeface="Wingdings" pitchFamily="2" charset="2"/>
              <a:buNone/>
              <a:defRPr sz="3676"/>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2481412"/>
          </a:xfrm>
        </p:spPr>
        <p:txBody>
          <a:bodyPr wrap="square">
            <a:spAutoFit/>
          </a:bodyPr>
          <a:lstStyle>
            <a:lvl1pPr marL="0" indent="0">
              <a:spcBef>
                <a:spcPts val="1216"/>
              </a:spcBef>
              <a:buClr>
                <a:schemeClr val="tx1"/>
              </a:buClr>
              <a:buFont typeface="Wingdings" pitchFamily="2" charset="2"/>
              <a:buNone/>
              <a:defRPr sz="3676"/>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34569367"/>
      </p:ext>
    </p:extLst>
  </p:cSld>
  <p:clrMapOvr>
    <a:masterClrMapping/>
  </p:clrMapOvr>
  <p:transition>
    <p:fade/>
  </p:transition>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wo Column Bullet text 1st level colo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1960297"/>
          </a:xfrm>
        </p:spPr>
        <p:txBody>
          <a:bodyPr wrap="square">
            <a:spAutoFit/>
          </a:bodyPr>
          <a:lstStyle>
            <a:lvl1pPr marL="285393" indent="-285393">
              <a:spcBef>
                <a:spcPts val="1216"/>
              </a:spcBef>
              <a:buClr>
                <a:schemeClr val="tx2"/>
              </a:buClr>
              <a:buFont typeface="Arial" pitchFamily="34" charset="0"/>
              <a:buChar char="•"/>
              <a:defRPr sz="3080">
                <a:gradFill>
                  <a:gsLst>
                    <a:gs pos="1250">
                      <a:schemeClr val="tx2"/>
                    </a:gs>
                    <a:gs pos="99000">
                      <a:schemeClr val="tx2"/>
                    </a:gs>
                  </a:gsLst>
                  <a:lin ang="5400000" scaled="0"/>
                </a:gradFill>
              </a:defRPr>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1960297"/>
          </a:xfrm>
        </p:spPr>
        <p:txBody>
          <a:bodyPr wrap="square">
            <a:spAutoFit/>
          </a:bodyPr>
          <a:lstStyle>
            <a:lvl1pPr marL="285393" indent="-285393">
              <a:spcBef>
                <a:spcPts val="1216"/>
              </a:spcBef>
              <a:buClr>
                <a:schemeClr val="tx2"/>
              </a:buClr>
              <a:buFont typeface="Arial" pitchFamily="34" charset="0"/>
              <a:buChar char="•"/>
              <a:defRPr sz="3080">
                <a:gradFill>
                  <a:gsLst>
                    <a:gs pos="1250">
                      <a:schemeClr val="tx2"/>
                    </a:gs>
                    <a:gs pos="99000">
                      <a:schemeClr val="tx2"/>
                    </a:gs>
                  </a:gsLst>
                  <a:lin ang="5400000" scaled="0"/>
                </a:gradFill>
              </a:defRPr>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54514731"/>
      </p:ext>
    </p:extLst>
  </p:cSld>
  <p:clrMapOvr>
    <a:masterClrMapping/>
  </p:clrMapOvr>
  <p:transition>
    <p:fade/>
  </p:transition>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1960297"/>
          </a:xfrm>
        </p:spPr>
        <p:txBody>
          <a:bodyPr wrap="square">
            <a:spAutoFit/>
          </a:bodyPr>
          <a:lstStyle>
            <a:lvl1pPr marL="285393" indent="-285393">
              <a:spcBef>
                <a:spcPts val="1216"/>
              </a:spcBef>
              <a:buClr>
                <a:schemeClr val="tx1"/>
              </a:buClr>
              <a:buFont typeface="Arial" pitchFamily="34" charset="0"/>
              <a:buChar char="•"/>
              <a:defRPr sz="3080"/>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1960297"/>
          </a:xfrm>
        </p:spPr>
        <p:txBody>
          <a:bodyPr wrap="square">
            <a:spAutoFit/>
          </a:bodyPr>
          <a:lstStyle>
            <a:lvl1pPr marL="285393" indent="-285393">
              <a:spcBef>
                <a:spcPts val="1216"/>
              </a:spcBef>
              <a:buClr>
                <a:schemeClr val="tx1"/>
              </a:buClr>
              <a:buFont typeface="Arial" pitchFamily="34" charset="0"/>
              <a:buChar char="•"/>
              <a:defRPr sz="3080"/>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03793799"/>
      </p:ext>
    </p:extLst>
  </p:cSld>
  <p:clrMapOvr>
    <a:masterClrMapping/>
  </p:clrMapOvr>
  <p:transition>
    <p:fade/>
  </p:transition>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758459637"/>
      </p:ext>
    </p:extLst>
  </p:cSld>
  <p:clrMapOvr>
    <a:masterClrMapping/>
  </p:clrMapOvr>
  <p:transition>
    <p:fade/>
  </p:transition>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Demo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6"/>
            <a:ext cx="10056812" cy="2734211"/>
          </a:xfrm>
          <a:noFill/>
        </p:spPr>
        <p:txBody>
          <a:bodyPr tIns="91422" bIns="91422" anchor="t" anchorCtr="0"/>
          <a:lstStyle>
            <a:lvl1pPr>
              <a:defRPr sz="7153" spc="-98" baseline="0">
                <a:gradFill>
                  <a:gsLst>
                    <a:gs pos="0">
                      <a:schemeClr val="tx1"/>
                    </a:gs>
                    <a:gs pos="100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1" y="3929336"/>
            <a:ext cx="10058400" cy="1817966"/>
          </a:xfrm>
          <a:noFill/>
        </p:spPr>
        <p:txBody>
          <a:bodyPr lIns="182841" tIns="146275" rIns="182841" bIns="146275">
            <a:noAutofit/>
          </a:bodyPr>
          <a:lstStyle>
            <a:lvl1pPr marL="0" indent="0">
              <a:spcBef>
                <a:spcPts val="0"/>
              </a:spcBef>
              <a:buNone/>
              <a:defRPr sz="3676" spc="0" baseline="0">
                <a:gradFill>
                  <a:gsLst>
                    <a:gs pos="0">
                      <a:schemeClr val="tx1"/>
                    </a:gs>
                    <a:gs pos="10000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2093913107"/>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Video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6"/>
            <a:ext cx="10056812" cy="2734211"/>
          </a:xfrm>
          <a:noFill/>
        </p:spPr>
        <p:txBody>
          <a:bodyPr tIns="91422" bIns="91422" anchor="t" anchorCtr="0"/>
          <a:lstStyle>
            <a:lvl1pPr>
              <a:defRPr lang="en-US" sz="7153" b="0" kern="1200" cap="none" spc="-98"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Video title</a:t>
            </a:r>
          </a:p>
        </p:txBody>
      </p:sp>
    </p:spTree>
    <p:extLst>
      <p:ext uri="{BB962C8B-B14F-4D97-AF65-F5344CB8AC3E}">
        <p14:creationId xmlns:p14="http://schemas.microsoft.com/office/powerpoint/2010/main" val="201374774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7"/>
            <a:ext cx="11887200" cy="1192687"/>
          </a:xfrm>
          <a:noFill/>
        </p:spPr>
        <p:txBody>
          <a:bodyPr tIns="91422" bIns="91422" anchor="t" anchorCtr="0">
            <a:spAutoFit/>
          </a:bodyPr>
          <a:lstStyle>
            <a:lvl1pPr>
              <a:defRPr sz="7153" spc="-98"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560677497"/>
      </p:ext>
    </p:extLst>
  </p:cSld>
  <p:clrMapOvr>
    <a:masterClrMapping/>
  </p:clrMapOvr>
  <p:transition>
    <p:fade/>
  </p:transition>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Section Title Accent Color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7"/>
            <a:ext cx="11887200" cy="1192687"/>
          </a:xfrm>
          <a:noFill/>
        </p:spPr>
        <p:txBody>
          <a:bodyPr tIns="91422" bIns="91422" anchor="t" anchorCtr="0">
            <a:spAutoFit/>
          </a:bodyPr>
          <a:lstStyle>
            <a:lvl1pPr>
              <a:defRPr sz="7153" spc="-98"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250610518"/>
      </p:ext>
    </p:extLst>
  </p:cSld>
  <p:clrMapOvr>
    <a:masterClrMapping/>
  </p:clrMapOvr>
  <p:transition>
    <p:fade/>
  </p:transition>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Section Title Accent Color 3">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7"/>
            <a:ext cx="11887200" cy="1192687"/>
          </a:xfrm>
          <a:noFill/>
        </p:spPr>
        <p:txBody>
          <a:bodyPr tIns="91422" bIns="91422" anchor="t" anchorCtr="0">
            <a:spAutoFit/>
          </a:bodyPr>
          <a:lstStyle>
            <a:lvl1pPr>
              <a:defRPr sz="7153" spc="-98"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501620640"/>
      </p:ext>
    </p:extLst>
  </p:cSld>
  <p:clrMapOvr>
    <a:masterClrMapping/>
  </p:clrMapOvr>
  <p:transition>
    <p:fade/>
  </p:transition>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2484240"/>
      </p:ext>
    </p:extLst>
  </p:cSld>
  <p:clrMapOvr>
    <a:masterClrMapping/>
  </p:clrMapOvr>
  <p:transition>
    <p:fade/>
  </p:transition>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Blank Accent Color 1">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3271325"/>
      </p:ext>
    </p:extLst>
  </p:cSld>
  <p:clrMapOvr>
    <a:masterClrMapping/>
  </p:clrMapOvr>
  <p:transition>
    <p:fade/>
  </p:transition>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Blank Accent Color 2">
    <p:spTree>
      <p:nvGrpSpPr>
        <p:cNvPr id="1" name=""/>
        <p:cNvGrpSpPr/>
        <p:nvPr/>
      </p:nvGrpSpPr>
      <p:grpSpPr>
        <a:xfrm>
          <a:off x="0" y="0"/>
          <a:ext cx="0" cy="0"/>
          <a:chOff x="0" y="0"/>
          <a:chExt cx="0" cy="0"/>
        </a:xfrm>
      </p:grpSpPr>
    </p:spTree>
    <p:extLst>
      <p:ext uri="{BB962C8B-B14F-4D97-AF65-F5344CB8AC3E}">
        <p14:creationId xmlns:p14="http://schemas.microsoft.com/office/powerpoint/2010/main" val="616418805"/>
      </p:ext>
    </p:extLst>
  </p:cSld>
  <p:clrMapOvr>
    <a:masterClrMapping/>
  </p:clrMapOvr>
  <p:transition>
    <p:fade/>
  </p:transition>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Blank Accent Color 3">
    <p:spTree>
      <p:nvGrpSpPr>
        <p:cNvPr id="1" name=""/>
        <p:cNvGrpSpPr/>
        <p:nvPr/>
      </p:nvGrpSpPr>
      <p:grpSpPr>
        <a:xfrm>
          <a:off x="0" y="0"/>
          <a:ext cx="0" cy="0"/>
          <a:chOff x="0" y="0"/>
          <a:chExt cx="0" cy="0"/>
        </a:xfrm>
      </p:grpSpPr>
    </p:spTree>
    <p:extLst>
      <p:ext uri="{BB962C8B-B14F-4D97-AF65-F5344CB8AC3E}">
        <p14:creationId xmlns:p14="http://schemas.microsoft.com/office/powerpoint/2010/main" val="659689089"/>
      </p:ext>
    </p:extLst>
  </p:cSld>
  <p:clrMapOvr>
    <a:masterClrMapping/>
  </p:clrMapOvr>
  <p:transition>
    <p:fade/>
  </p:transition>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27" tIns="46327" rIns="46327" bIns="46327" numCol="1" spcCol="0" rtlCol="0" fromWordArt="0" anchor="ctr" anchorCtr="0" forceAA="0" compatLnSpc="1">
            <a:prstTxWarp prst="textNoShape">
              <a:avLst/>
            </a:prstTxWarp>
            <a:noAutofit/>
          </a:bodyPr>
          <a:lstStyle/>
          <a:p>
            <a:pPr algn="ctr" defTabSz="926160"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41" y="1213399"/>
            <a:ext cx="11887199" cy="1987820"/>
          </a:xfrm>
        </p:spPr>
        <p:txBody>
          <a:bodyPr/>
          <a:lstStyle>
            <a:lvl1pPr marL="0" indent="0">
              <a:buNone/>
              <a:defRPr sz="3278">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20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650"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9049"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3883"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3524152"/>
      </p:ext>
    </p:extLst>
  </p:cSld>
  <p:clrMapOvr>
    <a:masterClrMapping/>
  </p:clrMapOvr>
  <p:transition>
    <p:fade/>
  </p:transition>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losing logo slide">
    <p:spTree>
      <p:nvGrpSpPr>
        <p:cNvPr id="1" name=""/>
        <p:cNvGrpSpPr/>
        <p:nvPr/>
      </p:nvGrpSpPr>
      <p:grpSpPr>
        <a:xfrm>
          <a:off x="0" y="0"/>
          <a:ext cx="0" cy="0"/>
          <a:chOff x="0" y="0"/>
          <a:chExt cx="0" cy="0"/>
        </a:xfrm>
      </p:grpSpPr>
      <p:sp>
        <p:nvSpPr>
          <p:cNvPr id="2" name="Text Box 3"/>
          <p:cNvSpPr txBox="1">
            <a:spLocks noChangeArrowheads="1"/>
          </p:cNvSpPr>
          <p:nvPr/>
        </p:nvSpPr>
        <p:spPr bwMode="blackWhite">
          <a:xfrm>
            <a:off x="274641" y="6252899"/>
            <a:ext cx="11856403" cy="400603"/>
          </a:xfrm>
          <a:prstGeom prst="rect">
            <a:avLst/>
          </a:prstGeom>
          <a:noFill/>
          <a:ln w="12700">
            <a:noFill/>
            <a:miter lim="800000"/>
            <a:headEnd type="none" w="sm" len="sm"/>
            <a:tailEnd type="none" w="sm" len="sm"/>
          </a:ln>
          <a:effectLst/>
        </p:spPr>
        <p:txBody>
          <a:bodyPr vert="horz" wrap="square" lIns="181654" tIns="145325" rIns="181654" bIns="145325" numCol="1" anchor="t" anchorCtr="0" compatLnSpc="1">
            <a:prstTxWarp prst="textNoShape">
              <a:avLst/>
            </a:prstTxWarp>
            <a:spAutoFit/>
          </a:bodyPr>
          <a:lstStyle/>
          <a:p>
            <a:pPr defTabSz="925980" eaLnBrk="0" hangingPunct="0"/>
            <a:r>
              <a:rPr lang="en-US" sz="695">
                <a:gradFill>
                  <a:gsLst>
                    <a:gs pos="0">
                      <a:schemeClr val="tx1"/>
                    </a:gs>
                    <a:gs pos="100000">
                      <a:schemeClr val="tx1"/>
                    </a:gs>
                  </a:gsLst>
                  <a:lin ang="5400000" scaled="0"/>
                </a:gradFill>
                <a:cs typeface="Segoe UI" pitchFamily="34" charset="0"/>
              </a:rPr>
              <a:t>© 2014 Microsoft Corporation. All rights reserved. </a:t>
            </a:r>
          </a:p>
        </p:txBody>
      </p:sp>
      <p:pic>
        <p:nvPicPr>
          <p:cNvPr id="7" name="Picture 6"/>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invGray">
          <a:xfrm>
            <a:off x="3017837" y="2983176"/>
            <a:ext cx="3278492" cy="699968"/>
          </a:xfrm>
          <a:prstGeom prst="rect">
            <a:avLst/>
          </a:prstGeom>
        </p:spPr>
      </p:pic>
      <p:pic>
        <p:nvPicPr>
          <p:cNvPr id="4" name="Picture 3" descr="Pivotal_Teal_RGB.eps"/>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6040" y="2717882"/>
            <a:ext cx="3165305" cy="1230552"/>
          </a:xfrm>
          <a:prstGeom prst="rect">
            <a:avLst/>
          </a:prstGeom>
        </p:spPr>
      </p:pic>
    </p:spTree>
    <p:extLst>
      <p:ext uri="{BB962C8B-B14F-4D97-AF65-F5344CB8AC3E}">
        <p14:creationId xmlns:p14="http://schemas.microsoft.com/office/powerpoint/2010/main" val="42350959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42" presetClass="path" presetSubtype="0" accel="50000" decel="50000" fill="hold" nodeType="afterEffect">
                                  <p:stCondLst>
                                    <p:cond delay="0"/>
                                  </p:stCondLst>
                                  <p:childTnLst>
                                    <p:animMotion origin="layout" path="M -0.03195 -0.00124 L -3.4769E-6 1.71499E-6 " pathEditMode="relative" rAng="0" ptsTypes="AA">
                                      <p:cBhvr>
                                        <p:cTn id="11" dur="500" fill="hold"/>
                                        <p:tgtEl>
                                          <p:spTgt spid="4"/>
                                        </p:tgtEl>
                                        <p:attrNameLst>
                                          <p:attrName>ppt_x</p:attrName>
                                          <p:attrName>ppt_y</p:attrName>
                                        </p:attrNameLst>
                                      </p:cBhvr>
                                      <p:rCtr x="1598" y="62"/>
                                    </p:animMotion>
                                  </p:childTnLst>
                                </p:cTn>
                              </p:par>
                              <p:par>
                                <p:cTn id="12" presetID="0" presetClass="path" presetSubtype="0" accel="50000" decel="50000" fill="hold" nodeType="withEffect">
                                  <p:stCondLst>
                                    <p:cond delay="0"/>
                                  </p:stCondLst>
                                  <p:childTnLst>
                                    <p:animMotion origin="layout" path="M 0.04291 3.85802E-6 L -2.35347E-6 3.85802E-6 " pathEditMode="relative" rAng="0" ptsTypes="AA">
                                      <p:cBhvr>
                                        <p:cTn id="13" dur="500" fill="hold"/>
                                        <p:tgtEl>
                                          <p:spTgt spid="7"/>
                                        </p:tgtEl>
                                        <p:attrNameLst>
                                          <p:attrName>ppt_x</p:attrName>
                                          <p:attrName>ppt_y</p:attrName>
                                        </p:attrNameLst>
                                      </p:cBhvr>
                                      <p:rCtr x="-214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Black Notes slide Layout">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2"/>
            <a:ext cx="11887200" cy="2413421"/>
          </a:xfrm>
          <a:prstGeom prst="rect">
            <a:avLst/>
          </a:prstGeom>
        </p:spPr>
        <p:txBody>
          <a:bodyPr/>
          <a:lstStyle>
            <a:lvl1pPr marL="288545" indent="-288545">
              <a:buClr>
                <a:schemeClr val="tx1"/>
              </a:buClr>
              <a:buSzPct val="90000"/>
              <a:buFont typeface="Arial" pitchFamily="34" charset="0"/>
              <a:buChar char="•"/>
              <a:defRPr sz="36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632" indent="-279087">
              <a:buClr>
                <a:schemeClr val="tx1"/>
              </a:buClr>
              <a:buSzPct val="90000"/>
              <a:buFont typeface="Arial" pitchFamily="34" charset="0"/>
              <a:buChar char="•"/>
              <a:defRPr sz="308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178" indent="-288545">
              <a:buClr>
                <a:schemeClr val="tx1"/>
              </a:buClr>
              <a:buSzPct val="90000"/>
              <a:buFont typeface="Arial" pitchFamily="34" charset="0"/>
              <a:buChar char="•"/>
              <a:defRPr sz="26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230" indent="-227052">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283" indent="-227052">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3" y="6322641"/>
            <a:ext cx="12436476" cy="627438"/>
          </a:xfrm>
          <a:prstGeom prst="rect">
            <a:avLst/>
          </a:prstGeom>
          <a:solidFill>
            <a:srgbClr val="FFFF99"/>
          </a:solidFill>
        </p:spPr>
        <p:txBody>
          <a:bodyPr wrap="square" lIns="155425" tIns="77712" rIns="155425" bIns="77712" anchor="b" anchorCtr="0">
            <a:noAutofit/>
          </a:bodyPr>
          <a:lstStyle>
            <a:lvl1pPr algn="r">
              <a:buFont typeface="Arial" pitchFamily="34" charset="0"/>
              <a:buNone/>
              <a:defRPr sz="3676" spc="-50"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167968089"/>
      </p:ext>
    </p:extLst>
  </p:cSld>
  <p:clrMapOvr>
    <a:masterClrMapping/>
  </p:clrMapOvr>
  <p:transition>
    <p:fade/>
  </p:transition>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cSld name="6_Blank">
    <p:spTree>
      <p:nvGrpSpPr>
        <p:cNvPr id="1" name=""/>
        <p:cNvGrpSpPr/>
        <p:nvPr/>
      </p:nvGrpSpPr>
      <p:grpSpPr>
        <a:xfrm>
          <a:off x="0" y="0"/>
          <a:ext cx="0" cy="0"/>
          <a:chOff x="0" y="0"/>
          <a:chExt cx="0" cy="0"/>
        </a:xfrm>
      </p:grpSpPr>
      <p:sp>
        <p:nvSpPr>
          <p:cNvPr id="5" name="Shape 251"/>
          <p:cNvSpPr/>
          <p:nvPr/>
        </p:nvSpPr>
        <p:spPr>
          <a:xfrm>
            <a:off x="155456" y="151357"/>
            <a:ext cx="12125563" cy="6647361"/>
          </a:xfrm>
          <a:prstGeom prst="rect">
            <a:avLst/>
          </a:prstGeom>
          <a:solidFill>
            <a:schemeClr val="accent5">
              <a:lumMod val="90000"/>
              <a:lumOff val="10000"/>
            </a:schemeClr>
          </a:solidFill>
          <a:ln>
            <a:noFill/>
          </a:ln>
        </p:spPr>
        <p:txBody>
          <a:bodyPr lIns="123504" tIns="61736" rIns="123504" bIns="61736" anchor="ctr" anchorCtr="0">
            <a:noAutofit/>
          </a:bodyPr>
          <a:lstStyle/>
          <a:p>
            <a:pPr marL="0" marR="0" lvl="0" indent="0" algn="ctr" rtl="0">
              <a:spcBef>
                <a:spcPts val="0"/>
              </a:spcBef>
              <a:buNone/>
            </a:pPr>
            <a:endParaRPr sz="2385" b="0" i="0" u="none" strike="noStrike" cap="none" baseline="0">
              <a:solidFill>
                <a:schemeClr val="lt1"/>
              </a:solidFill>
              <a:latin typeface="Arial"/>
              <a:ea typeface="Arial"/>
              <a:cs typeface="Arial"/>
              <a:sym typeface="Arial"/>
            </a:endParaRPr>
          </a:p>
        </p:txBody>
      </p:sp>
      <p:sp>
        <p:nvSpPr>
          <p:cNvPr id="4" name="Text Placeholder 3"/>
          <p:cNvSpPr>
            <a:spLocks noGrp="1"/>
          </p:cNvSpPr>
          <p:nvPr>
            <p:ph type="body" sz="quarter" idx="11"/>
          </p:nvPr>
        </p:nvSpPr>
        <p:spPr>
          <a:xfrm>
            <a:off x="559641" y="469520"/>
            <a:ext cx="7213156" cy="379713"/>
          </a:xfrm>
          <a:prstGeom prst="rect">
            <a:avLst/>
          </a:prstGeom>
          <a:effectLst/>
        </p:spPr>
        <p:txBody>
          <a:bodyPr lIns="0"/>
          <a:lstStyle>
            <a:lvl1pPr marL="0" indent="0">
              <a:buNone/>
              <a:defRPr sz="1390" b="1">
                <a:solidFill>
                  <a:srgbClr val="199F80"/>
                </a:solidFill>
              </a:defRPr>
            </a:lvl1pPr>
            <a:lvl2pPr marL="617582" indent="0">
              <a:buNone/>
              <a:defRPr sz="1390" b="1">
                <a:solidFill>
                  <a:schemeClr val="accent2"/>
                </a:solidFill>
              </a:defRPr>
            </a:lvl2pPr>
            <a:lvl3pPr marL="1235166" indent="0">
              <a:buNone/>
              <a:defRPr sz="1390" b="1">
                <a:solidFill>
                  <a:schemeClr val="accent2"/>
                </a:solidFill>
              </a:defRPr>
            </a:lvl3pPr>
            <a:lvl4pPr marL="1852750" indent="0">
              <a:buNone/>
              <a:defRPr sz="1390" b="1">
                <a:solidFill>
                  <a:schemeClr val="accent2"/>
                </a:solidFill>
              </a:defRPr>
            </a:lvl4pPr>
            <a:lvl5pPr marL="2470333" indent="0">
              <a:buNone/>
              <a:defRPr sz="1390" b="1">
                <a:solidFill>
                  <a:schemeClr val="accent2"/>
                </a:solidFill>
              </a:defRPr>
            </a:lvl5pPr>
          </a:lstStyle>
          <a:p>
            <a:pPr lvl="0"/>
            <a:r>
              <a:rPr lang="en-US"/>
              <a:t>Click to edit Master text styles</a:t>
            </a:r>
          </a:p>
        </p:txBody>
      </p:sp>
      <p:sp>
        <p:nvSpPr>
          <p:cNvPr id="8" name="Text Placeholder 7"/>
          <p:cNvSpPr>
            <a:spLocks noGrp="1"/>
          </p:cNvSpPr>
          <p:nvPr>
            <p:ph type="body" sz="quarter" idx="12"/>
          </p:nvPr>
        </p:nvSpPr>
        <p:spPr>
          <a:xfrm>
            <a:off x="559641" y="740570"/>
            <a:ext cx="7213156" cy="491846"/>
          </a:xfrm>
          <a:prstGeom prst="rect">
            <a:avLst/>
          </a:prstGeom>
        </p:spPr>
        <p:txBody>
          <a:bodyPr lIns="0"/>
          <a:lstStyle>
            <a:lvl1pPr marL="0" indent="0">
              <a:buNone/>
              <a:defRPr sz="2186">
                <a:solidFill>
                  <a:schemeClr val="bg1"/>
                </a:solidFill>
                <a:effectLst>
                  <a:outerShdw blurRad="50800" dist="38100" dir="5400000" algn="t" rotWithShape="0">
                    <a:prstClr val="black">
                      <a:alpha val="40000"/>
                    </a:prstClr>
                  </a:outerShdw>
                </a:effectLst>
              </a:defRPr>
            </a:lvl1pPr>
            <a:lvl2pPr marL="617582" indent="0">
              <a:buNone/>
              <a:defRPr sz="2186"/>
            </a:lvl2pPr>
            <a:lvl3pPr marL="1235166" indent="0">
              <a:buNone/>
              <a:defRPr sz="2186"/>
            </a:lvl3pPr>
            <a:lvl4pPr marL="1852750" indent="0">
              <a:buNone/>
              <a:defRPr sz="2186"/>
            </a:lvl4pPr>
            <a:lvl5pPr marL="2470333" indent="0">
              <a:buNone/>
              <a:defRPr sz="2186"/>
            </a:lvl5pPr>
          </a:lstStyle>
          <a:p>
            <a:pPr lvl="0"/>
            <a:r>
              <a:rPr lang="en-US"/>
              <a:t>Click to edit Master text styles</a:t>
            </a:r>
          </a:p>
        </p:txBody>
      </p:sp>
    </p:spTree>
    <p:extLst>
      <p:ext uri="{BB962C8B-B14F-4D97-AF65-F5344CB8AC3E}">
        <p14:creationId xmlns:p14="http://schemas.microsoft.com/office/powerpoint/2010/main" val="1525016108"/>
      </p:ext>
    </p:extLst>
  </p:cSld>
  <p:clrMapOvr>
    <a:masterClrMapping/>
  </p:clrMapOvr>
  <p:transition spd="slow">
    <p:wipe dir="r"/>
  </p:transition>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cSld name="1_Title and Content">
    <p:spTree>
      <p:nvGrpSpPr>
        <p:cNvPr id="1" name="Shape 21"/>
        <p:cNvGrpSpPr/>
        <p:nvPr/>
      </p:nvGrpSpPr>
      <p:grpSpPr>
        <a:xfrm>
          <a:off x="0" y="0"/>
          <a:ext cx="0" cy="0"/>
          <a:chOff x="0" y="0"/>
          <a:chExt cx="0" cy="0"/>
        </a:xfrm>
      </p:grpSpPr>
      <p:sp>
        <p:nvSpPr>
          <p:cNvPr id="22" name="Shape 22"/>
          <p:cNvSpPr txBox="1">
            <a:spLocks noGrp="1"/>
          </p:cNvSpPr>
          <p:nvPr>
            <p:ph type="title"/>
          </p:nvPr>
        </p:nvSpPr>
        <p:spPr>
          <a:xfrm>
            <a:off x="498756" y="439742"/>
            <a:ext cx="11438965" cy="622073"/>
          </a:xfrm>
          <a:prstGeom prst="rect">
            <a:avLst/>
          </a:prstGeom>
          <a:noFill/>
          <a:ln>
            <a:noFill/>
          </a:ln>
        </p:spPr>
        <p:txBody>
          <a:bodyPr lIns="124312" tIns="124312" rIns="124312" bIns="124312" anchor="t" anchorCtr="0"/>
          <a:lstStyle>
            <a:lvl1pPr marL="0" marR="0" lvl="0" indent="0" algn="l" rtl="0">
              <a:lnSpc>
                <a:spcPct val="90000"/>
              </a:lnSpc>
              <a:spcBef>
                <a:spcPts val="0"/>
              </a:spcBef>
              <a:buClr>
                <a:schemeClr val="dk2"/>
              </a:buClr>
              <a:buFont typeface="Arial"/>
              <a:buNone/>
              <a:defRPr sz="4371" b="0" i="0" u="none" strike="noStrike" cap="none">
                <a:solidFill>
                  <a:schemeClr val="dk2"/>
                </a:solidFill>
                <a:latin typeface="Arial"/>
                <a:ea typeface="Arial"/>
                <a:cs typeface="Arial"/>
                <a:sym typeface="Arial"/>
              </a:defRPr>
            </a:lvl1pPr>
            <a:lvl2pPr lvl="1" indent="0">
              <a:spcBef>
                <a:spcPts val="0"/>
              </a:spcBef>
              <a:buNone/>
              <a:defRPr sz="2385"/>
            </a:lvl2pPr>
            <a:lvl3pPr lvl="2" indent="0">
              <a:spcBef>
                <a:spcPts val="0"/>
              </a:spcBef>
              <a:buNone/>
              <a:defRPr sz="2385"/>
            </a:lvl3pPr>
            <a:lvl4pPr lvl="3" indent="0">
              <a:spcBef>
                <a:spcPts val="0"/>
              </a:spcBef>
              <a:buNone/>
              <a:defRPr sz="2385"/>
            </a:lvl4pPr>
            <a:lvl5pPr lvl="4" indent="0">
              <a:spcBef>
                <a:spcPts val="0"/>
              </a:spcBef>
              <a:buNone/>
              <a:defRPr sz="2385"/>
            </a:lvl5pPr>
            <a:lvl6pPr lvl="5" indent="0">
              <a:spcBef>
                <a:spcPts val="0"/>
              </a:spcBef>
              <a:buNone/>
              <a:defRPr sz="2385"/>
            </a:lvl6pPr>
            <a:lvl7pPr lvl="6" indent="0">
              <a:spcBef>
                <a:spcPts val="0"/>
              </a:spcBef>
              <a:buNone/>
              <a:defRPr sz="2385"/>
            </a:lvl7pPr>
            <a:lvl8pPr lvl="7" indent="0">
              <a:spcBef>
                <a:spcPts val="0"/>
              </a:spcBef>
              <a:buNone/>
              <a:defRPr sz="2385"/>
            </a:lvl8pPr>
            <a:lvl9pPr lvl="8" indent="0">
              <a:spcBef>
                <a:spcPts val="0"/>
              </a:spcBef>
              <a:buNone/>
              <a:defRPr sz="2385"/>
            </a:lvl9pPr>
          </a:lstStyle>
          <a:p>
            <a:r>
              <a:rPr lang="en-US"/>
              <a:t>Click to edit Master title style</a:t>
            </a:r>
            <a:endParaRPr/>
          </a:p>
        </p:txBody>
      </p:sp>
      <p:sp>
        <p:nvSpPr>
          <p:cNvPr id="23" name="Shape 23"/>
          <p:cNvSpPr txBox="1">
            <a:spLocks noGrp="1"/>
          </p:cNvSpPr>
          <p:nvPr>
            <p:ph type="body" idx="1"/>
          </p:nvPr>
        </p:nvSpPr>
        <p:spPr>
          <a:xfrm>
            <a:off x="498756" y="1452224"/>
            <a:ext cx="11438965" cy="712042"/>
          </a:xfrm>
          <a:prstGeom prst="rect">
            <a:avLst/>
          </a:prstGeom>
          <a:noFill/>
          <a:ln>
            <a:noFill/>
          </a:ln>
        </p:spPr>
        <p:txBody>
          <a:bodyPr lIns="124312" tIns="124312" rIns="124312" bIns="124312" anchor="t" anchorCtr="0"/>
          <a:lstStyle>
            <a:lvl1pPr marL="308791" marR="0" lvl="0" indent="-102930" algn="l" rtl="0">
              <a:spcBef>
                <a:spcPts val="1621"/>
              </a:spcBef>
              <a:buClr>
                <a:schemeClr val="accent1"/>
              </a:buClr>
              <a:buSzPct val="100000"/>
              <a:buFont typeface="Noto Sans Symbols"/>
              <a:buChar char="•"/>
              <a:defRPr sz="3278" b="0" i="0" u="none" strike="noStrike" cap="none">
                <a:solidFill>
                  <a:schemeClr val="dk1"/>
                </a:solidFill>
                <a:latin typeface="Arial"/>
                <a:ea typeface="Arial"/>
                <a:cs typeface="Arial"/>
                <a:sym typeface="Arial"/>
              </a:defRPr>
            </a:lvl1pPr>
            <a:lvl2pPr marL="1003573" marR="0" lvl="1" indent="-214438" algn="l" rtl="0">
              <a:spcBef>
                <a:spcPts val="405"/>
              </a:spcBef>
              <a:buClr>
                <a:schemeClr val="accent1"/>
              </a:buClr>
              <a:buSzPct val="100000"/>
              <a:buFont typeface="Verdana"/>
              <a:buChar char="–"/>
              <a:defRPr sz="2682" b="0" i="0" u="none" strike="noStrike" cap="none">
                <a:solidFill>
                  <a:schemeClr val="dk1"/>
                </a:solidFill>
                <a:latin typeface="Arial"/>
                <a:ea typeface="Arial"/>
                <a:cs typeface="Arial"/>
                <a:sym typeface="Arial"/>
              </a:defRPr>
            </a:lvl2pPr>
            <a:lvl3pPr marL="1543958" marR="0" lvl="2" indent="-171551" algn="l" rtl="0">
              <a:spcBef>
                <a:spcPts val="405"/>
              </a:spcBef>
              <a:buClr>
                <a:schemeClr val="accent1"/>
              </a:buClr>
              <a:buSzPct val="100000"/>
              <a:buFont typeface="Verdana"/>
              <a:buChar char="▪"/>
              <a:defRPr sz="2186" b="0" i="0" u="none" strike="noStrike" cap="none">
                <a:solidFill>
                  <a:schemeClr val="dk1"/>
                </a:solidFill>
                <a:latin typeface="Arial"/>
                <a:ea typeface="Arial"/>
                <a:cs typeface="Arial"/>
                <a:sym typeface="Arial"/>
              </a:defRPr>
            </a:lvl3pPr>
            <a:lvl4pPr marL="2240885" marR="0" lvl="3" indent="-285203" algn="l" rtl="0">
              <a:spcBef>
                <a:spcPts val="405"/>
              </a:spcBef>
              <a:buClr>
                <a:schemeClr val="accent1"/>
              </a:buClr>
              <a:buSzPct val="100000"/>
              <a:buFont typeface="Verdana"/>
              <a:buChar char="—"/>
              <a:defRPr sz="1589" b="0" i="0" u="none" strike="noStrike" cap="none">
                <a:solidFill>
                  <a:schemeClr val="dk1"/>
                </a:solidFill>
                <a:latin typeface="Arial"/>
                <a:ea typeface="Arial"/>
                <a:cs typeface="Arial"/>
                <a:sym typeface="Arial"/>
              </a:defRPr>
            </a:lvl4pPr>
            <a:lvl5pPr marL="2779125" marR="0" lvl="4" indent="-214438" algn="l" rtl="0">
              <a:spcBef>
                <a:spcPts val="405"/>
              </a:spcBef>
              <a:buClr>
                <a:schemeClr val="accent1"/>
              </a:buClr>
              <a:buSzPct val="100000"/>
              <a:buFont typeface="Verdana"/>
              <a:buChar char="»"/>
              <a:defRPr sz="1390" b="0" i="0" u="none" strike="noStrike" cap="none">
                <a:solidFill>
                  <a:schemeClr val="dk1"/>
                </a:solidFill>
                <a:latin typeface="Arial"/>
                <a:ea typeface="Arial"/>
                <a:cs typeface="Arial"/>
                <a:sym typeface="Arial"/>
              </a:defRPr>
            </a:lvl5pPr>
            <a:lvl6pPr marL="3396707" marR="0" lvl="5"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6pPr>
            <a:lvl7pPr marL="4014290" marR="0" lvl="6"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7pPr>
            <a:lvl8pPr marL="4631873" marR="0" lvl="7"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8pPr>
            <a:lvl9pPr marL="5249456" marR="0" lvl="8"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9pPr>
          </a:lstStyle>
          <a:p>
            <a:pPr lvl="0"/>
            <a:r>
              <a:rPr lang="en-US"/>
              <a:t>Click to edit Master text styles</a:t>
            </a:r>
          </a:p>
        </p:txBody>
      </p:sp>
    </p:spTree>
    <p:extLst>
      <p:ext uri="{BB962C8B-B14F-4D97-AF65-F5344CB8AC3E}">
        <p14:creationId xmlns:p14="http://schemas.microsoft.com/office/powerpoint/2010/main" val="2932186206"/>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cSld name="1_Title with Subtitle and Content">
    <p:spTree>
      <p:nvGrpSpPr>
        <p:cNvPr id="1" name="Shape 19"/>
        <p:cNvGrpSpPr/>
        <p:nvPr/>
      </p:nvGrpSpPr>
      <p:grpSpPr>
        <a:xfrm>
          <a:off x="0" y="0"/>
          <a:ext cx="0" cy="0"/>
          <a:chOff x="0" y="0"/>
          <a:chExt cx="0" cy="0"/>
        </a:xfrm>
      </p:grpSpPr>
      <p:sp>
        <p:nvSpPr>
          <p:cNvPr id="20" name="Shape 20"/>
          <p:cNvSpPr txBox="1">
            <a:spLocks noGrp="1"/>
          </p:cNvSpPr>
          <p:nvPr>
            <p:ph type="body" idx="1"/>
          </p:nvPr>
        </p:nvSpPr>
        <p:spPr>
          <a:xfrm>
            <a:off x="498755" y="1061817"/>
            <a:ext cx="11438965" cy="824197"/>
          </a:xfrm>
          <a:prstGeom prst="rect">
            <a:avLst/>
          </a:prstGeom>
          <a:noFill/>
          <a:ln>
            <a:noFill/>
          </a:ln>
        </p:spPr>
        <p:txBody>
          <a:bodyPr lIns="124338" tIns="124338" rIns="124338" bIns="124338" anchor="t" anchorCtr="0"/>
          <a:lstStyle>
            <a:lvl1pPr marL="0" lvl="0" indent="0" rtl="0">
              <a:spcBef>
                <a:spcPts val="0"/>
              </a:spcBef>
              <a:buClr>
                <a:schemeClr val="dk1"/>
              </a:buClr>
              <a:buFont typeface="Arial"/>
              <a:buNone/>
              <a:defRPr/>
            </a:lvl1pPr>
            <a:lvl2pPr marL="617711" lvl="1" indent="0" rtl="0">
              <a:spcBef>
                <a:spcPts val="0"/>
              </a:spcBef>
              <a:buNone/>
              <a:defRPr/>
            </a:lvl2pPr>
            <a:lvl3pPr marL="1235421" lvl="2" indent="0" rtl="0">
              <a:spcBef>
                <a:spcPts val="0"/>
              </a:spcBef>
              <a:buNone/>
              <a:defRPr/>
            </a:lvl3pPr>
            <a:lvl4pPr marL="1853132" lvl="3" indent="0" rtl="0">
              <a:spcBef>
                <a:spcPts val="0"/>
              </a:spcBef>
              <a:buNone/>
              <a:defRPr/>
            </a:lvl4pPr>
            <a:lvl5pPr marL="2470842" lvl="4" indent="0" rtl="0">
              <a:spcBef>
                <a:spcPts val="0"/>
              </a:spcBef>
              <a:buNone/>
              <a:defRPr/>
            </a:lvl5pPr>
            <a:lvl6pPr marL="3088552" lvl="5" indent="0" rtl="0">
              <a:spcBef>
                <a:spcPts val="0"/>
              </a:spcBef>
              <a:buFont typeface="Arial"/>
              <a:buNone/>
              <a:defRPr/>
            </a:lvl6pPr>
            <a:lvl7pPr marL="3706263" lvl="6" indent="0" rtl="0">
              <a:spcBef>
                <a:spcPts val="0"/>
              </a:spcBef>
              <a:buFont typeface="Arial"/>
              <a:buNone/>
              <a:defRPr/>
            </a:lvl7pPr>
            <a:lvl8pPr marL="4323974" lvl="7" indent="0" rtl="0">
              <a:spcBef>
                <a:spcPts val="0"/>
              </a:spcBef>
              <a:buFont typeface="Arial"/>
              <a:buNone/>
              <a:defRPr/>
            </a:lvl8pPr>
            <a:lvl9pPr marL="4941685" lvl="8" indent="0" rtl="0">
              <a:spcBef>
                <a:spcPts val="0"/>
              </a:spcBef>
              <a:buFont typeface="Arial"/>
              <a:buNone/>
              <a:defRPr/>
            </a:lvl9pPr>
          </a:lstStyle>
          <a:p>
            <a:pPr lvl="0"/>
            <a:r>
              <a:rPr lang="en-US"/>
              <a:t>Click to edit Master text styles</a:t>
            </a:r>
          </a:p>
        </p:txBody>
      </p:sp>
      <p:sp>
        <p:nvSpPr>
          <p:cNvPr id="21" name="Shape 21"/>
          <p:cNvSpPr txBox="1">
            <a:spLocks noGrp="1"/>
          </p:cNvSpPr>
          <p:nvPr>
            <p:ph type="title"/>
          </p:nvPr>
        </p:nvSpPr>
        <p:spPr>
          <a:xfrm>
            <a:off x="498755" y="439742"/>
            <a:ext cx="11438965" cy="622073"/>
          </a:xfrm>
          <a:prstGeom prst="rect">
            <a:avLst/>
          </a:prstGeom>
          <a:noFill/>
          <a:ln>
            <a:noFill/>
          </a:ln>
        </p:spPr>
        <p:txBody>
          <a:bodyPr lIns="124338" tIns="124338" rIns="124338" bIns="124338" anchor="t" anchorCtr="0"/>
          <a:lstStyle>
            <a:lvl1pPr lvl="0" rtl="0">
              <a:lnSpc>
                <a:spcPct val="90000"/>
              </a:lnSpc>
              <a:spcBef>
                <a:spcPts val="0"/>
              </a:spcBef>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22" name="Shape 22"/>
          <p:cNvSpPr txBox="1">
            <a:spLocks noGrp="1"/>
          </p:cNvSpPr>
          <p:nvPr>
            <p:ph type="body" idx="2"/>
          </p:nvPr>
        </p:nvSpPr>
        <p:spPr>
          <a:xfrm>
            <a:off x="498757" y="1917705"/>
            <a:ext cx="11438965" cy="824197"/>
          </a:xfrm>
          <a:prstGeom prst="rect">
            <a:avLst/>
          </a:prstGeom>
          <a:noFill/>
          <a:ln>
            <a:noFill/>
          </a:ln>
        </p:spPr>
        <p:txBody>
          <a:bodyPr lIns="124338" tIns="124338" rIns="124338" bIns="124338" anchor="t" anchorCtr="0"/>
          <a:lstStyle>
            <a:lvl1pPr lvl="0" rtl="0">
              <a:spcBef>
                <a:spcPts val="1621"/>
              </a:spcBef>
              <a:buClr>
                <a:schemeClr val="accent1"/>
              </a:buClr>
              <a:buFont typeface="Noto Symbol"/>
              <a:buChar char="•"/>
              <a:defRPr/>
            </a:lvl1pPr>
            <a:lvl2pPr lvl="1" rtl="0">
              <a:spcBef>
                <a:spcPts val="405"/>
              </a:spcBef>
              <a:buClr>
                <a:schemeClr val="accent1"/>
              </a:buClr>
              <a:buFont typeface="Verdana"/>
              <a:buChar char="–"/>
              <a:defRPr/>
            </a:lvl2pPr>
            <a:lvl3pPr lvl="2" rtl="0">
              <a:spcBef>
                <a:spcPts val="405"/>
              </a:spcBef>
              <a:buClr>
                <a:schemeClr val="accent1"/>
              </a:buClr>
              <a:buFont typeface="Verdana"/>
              <a:buChar char="▪"/>
              <a:defRPr/>
            </a:lvl3pPr>
            <a:lvl4pPr marL="2241347" lvl="3" indent="-285263" rtl="0">
              <a:spcBef>
                <a:spcPts val="405"/>
              </a:spcBef>
              <a:buClr>
                <a:schemeClr val="accent1"/>
              </a:buClr>
              <a:buFont typeface="Verdana"/>
              <a:buChar char="—"/>
              <a:defRPr/>
            </a:lvl4pPr>
            <a:lvl5pPr lvl="4" rtl="0">
              <a:spcBef>
                <a:spcPts val="405"/>
              </a:spcBef>
              <a:buClr>
                <a:schemeClr val="accent1"/>
              </a:buClr>
              <a:buFont typeface="Verdana"/>
              <a:buChar char="»"/>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pPr lvl="0"/>
            <a:r>
              <a:rPr lang="en-US"/>
              <a:t>Click to edit Master text styles</a:t>
            </a:r>
          </a:p>
        </p:txBody>
      </p:sp>
    </p:spTree>
    <p:extLst>
      <p:ext uri="{BB962C8B-B14F-4D97-AF65-F5344CB8AC3E}">
        <p14:creationId xmlns:p14="http://schemas.microsoft.com/office/powerpoint/2010/main" val="3741733930"/>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cSld name="Main Page">
    <p:spTree>
      <p:nvGrpSpPr>
        <p:cNvPr id="1" name="Shape 20"/>
        <p:cNvGrpSpPr/>
        <p:nvPr/>
      </p:nvGrpSpPr>
      <p:grpSpPr>
        <a:xfrm>
          <a:off x="0" y="0"/>
          <a:ext cx="0" cy="0"/>
          <a:chOff x="0" y="0"/>
          <a:chExt cx="0" cy="0"/>
        </a:xfrm>
      </p:grpSpPr>
      <p:sp>
        <p:nvSpPr>
          <p:cNvPr id="21" name="Shape 21"/>
          <p:cNvSpPr txBox="1">
            <a:spLocks noGrp="1"/>
          </p:cNvSpPr>
          <p:nvPr>
            <p:ph type="title"/>
          </p:nvPr>
        </p:nvSpPr>
        <p:spPr>
          <a:xfrm>
            <a:off x="154670" y="202574"/>
            <a:ext cx="11964433" cy="641087"/>
          </a:xfrm>
          <a:prstGeom prst="rect">
            <a:avLst/>
          </a:prstGeom>
          <a:noFill/>
          <a:ln>
            <a:noFill/>
          </a:ln>
        </p:spPr>
        <p:txBody>
          <a:bodyPr lIns="91425" tIns="91425" rIns="91425" bIns="91425" anchor="t" anchorCtr="0"/>
          <a:lstStyle>
            <a:lvl1pPr marL="0" marR="0" lvl="0" indent="0" algn="l" rtl="0">
              <a:lnSpc>
                <a:spcPct val="90000"/>
              </a:lnSpc>
              <a:spcBef>
                <a:spcPts val="0"/>
              </a:spcBef>
              <a:buClr>
                <a:srgbClr val="008774"/>
              </a:buClr>
              <a:buFont typeface="Arial"/>
              <a:buNone/>
              <a:defRPr sz="3775" b="1" i="0" u="none" strike="noStrike" cap="none">
                <a:solidFill>
                  <a:srgbClr val="008774"/>
                </a:solidFill>
                <a:latin typeface="Arial"/>
                <a:ea typeface="Arial"/>
                <a:cs typeface="Arial"/>
                <a:sym typeface="Arial"/>
              </a:defRPr>
            </a:lvl1pPr>
            <a:lvl2pPr lvl="1" indent="0">
              <a:spcBef>
                <a:spcPts val="0"/>
              </a:spcBef>
              <a:buNone/>
              <a:defRPr sz="1789"/>
            </a:lvl2pPr>
            <a:lvl3pPr lvl="2" indent="0">
              <a:spcBef>
                <a:spcPts val="0"/>
              </a:spcBef>
              <a:buNone/>
              <a:defRPr sz="1789"/>
            </a:lvl3pPr>
            <a:lvl4pPr lvl="3" indent="0">
              <a:spcBef>
                <a:spcPts val="0"/>
              </a:spcBef>
              <a:buNone/>
              <a:defRPr sz="1789"/>
            </a:lvl4pPr>
            <a:lvl5pPr lvl="4" indent="0">
              <a:spcBef>
                <a:spcPts val="0"/>
              </a:spcBef>
              <a:buNone/>
              <a:defRPr sz="1789"/>
            </a:lvl5pPr>
            <a:lvl6pPr lvl="5" indent="0">
              <a:spcBef>
                <a:spcPts val="0"/>
              </a:spcBef>
              <a:buNone/>
              <a:defRPr sz="1789"/>
            </a:lvl6pPr>
            <a:lvl7pPr lvl="6" indent="0">
              <a:spcBef>
                <a:spcPts val="0"/>
              </a:spcBef>
              <a:buNone/>
              <a:defRPr sz="1789"/>
            </a:lvl7pPr>
            <a:lvl8pPr lvl="7" indent="0">
              <a:spcBef>
                <a:spcPts val="0"/>
              </a:spcBef>
              <a:buNone/>
              <a:defRPr sz="1789"/>
            </a:lvl8pPr>
            <a:lvl9pPr lvl="8" indent="0">
              <a:spcBef>
                <a:spcPts val="0"/>
              </a:spcBef>
              <a:buNone/>
              <a:defRPr sz="1789"/>
            </a:lvl9pPr>
          </a:lstStyle>
          <a:p>
            <a:r>
              <a:rPr lang="en-US"/>
              <a:t>Click to edit Master title style</a:t>
            </a:r>
            <a:endParaRPr/>
          </a:p>
        </p:txBody>
      </p:sp>
      <p:sp>
        <p:nvSpPr>
          <p:cNvPr id="22" name="Shape 22"/>
          <p:cNvSpPr txBox="1">
            <a:spLocks noGrp="1"/>
          </p:cNvSpPr>
          <p:nvPr>
            <p:ph type="sldNum" idx="12"/>
          </p:nvPr>
        </p:nvSpPr>
        <p:spPr>
          <a:xfrm>
            <a:off x="65620" y="6568977"/>
            <a:ext cx="507765" cy="370027"/>
          </a:xfrm>
          <a:prstGeom prst="rect">
            <a:avLst/>
          </a:prstGeom>
          <a:noFill/>
          <a:ln>
            <a:noFill/>
          </a:ln>
        </p:spPr>
        <p:txBody>
          <a:bodyPr lIns="124350" tIns="62175" rIns="124350" bIns="62175" anchor="t" anchorCtr="0">
            <a:noAutofit/>
          </a:bodyPr>
          <a:lstStyle/>
          <a:p>
            <a:pPr>
              <a:buSzPct val="25000"/>
            </a:pPr>
            <a:fld id="{00000000-1234-1234-1234-123412341234}" type="slidenum">
              <a:rPr lang="en-US" sz="1192" smtClean="0">
                <a:solidFill>
                  <a:srgbClr val="A5A5A5"/>
                </a:solidFill>
                <a:latin typeface="Quattrocento Sans"/>
                <a:ea typeface="Quattrocento Sans"/>
                <a:cs typeface="Quattrocento Sans"/>
                <a:sym typeface="Quattrocento Sans"/>
              </a:rPr>
              <a:pPr>
                <a:buSzPct val="25000"/>
              </a:pPr>
              <a:t>‹#›</a:t>
            </a:fld>
            <a:endParaRPr lang="en-US" sz="1192">
              <a:solidFill>
                <a:srgbClr val="A5A5A5"/>
              </a:solidFill>
              <a:latin typeface="Quattrocento Sans"/>
              <a:ea typeface="Quattrocento Sans"/>
              <a:cs typeface="Quattrocento Sans"/>
              <a:sym typeface="Quattrocento Sans"/>
            </a:endParaRPr>
          </a:p>
        </p:txBody>
      </p:sp>
      <p:sp>
        <p:nvSpPr>
          <p:cNvPr id="23" name="Shape 23"/>
          <p:cNvSpPr txBox="1">
            <a:spLocks noGrp="1"/>
          </p:cNvSpPr>
          <p:nvPr>
            <p:ph type="body" idx="1"/>
          </p:nvPr>
        </p:nvSpPr>
        <p:spPr>
          <a:xfrm>
            <a:off x="155456" y="843662"/>
            <a:ext cx="11963630" cy="519894"/>
          </a:xfrm>
          <a:prstGeom prst="rect">
            <a:avLst/>
          </a:prstGeom>
          <a:noFill/>
          <a:ln>
            <a:noFill/>
          </a:ln>
        </p:spPr>
        <p:txBody>
          <a:bodyPr lIns="91425" tIns="91425" rIns="91425" bIns="91425" anchor="t" anchorCtr="0"/>
          <a:lstStyle>
            <a:lvl1pPr marL="0" marR="0" lvl="0" indent="0" algn="l" rtl="0">
              <a:lnSpc>
                <a:spcPct val="90000"/>
              </a:lnSpc>
              <a:spcBef>
                <a:spcPts val="477"/>
              </a:spcBef>
              <a:spcAft>
                <a:spcPts val="0"/>
              </a:spcAft>
              <a:buClr>
                <a:srgbClr val="7F7F7F"/>
              </a:buClr>
              <a:buFont typeface="Arial"/>
              <a:buNone/>
              <a:defRPr sz="2385" b="0" i="0" u="none" strike="noStrike" cap="none">
                <a:solidFill>
                  <a:srgbClr val="7F7F7F"/>
                </a:solidFill>
                <a:latin typeface="Arial"/>
                <a:ea typeface="Arial"/>
                <a:cs typeface="Arial"/>
                <a:sym typeface="Arial"/>
              </a:defRPr>
            </a:lvl1pPr>
            <a:lvl2pPr marL="580365" marR="0" lvl="1" indent="-103456" algn="l" rtl="0">
              <a:lnSpc>
                <a:spcPct val="90000"/>
              </a:lnSpc>
              <a:spcBef>
                <a:spcPts val="477"/>
              </a:spcBef>
              <a:spcAft>
                <a:spcPts val="0"/>
              </a:spcAft>
              <a:buClr>
                <a:schemeClr val="dk1"/>
              </a:buClr>
              <a:buSzPct val="90000"/>
              <a:buFont typeface="Arial"/>
              <a:buChar char="•"/>
              <a:defRPr sz="2385" b="0" i="0" u="none" strike="noStrike" cap="none">
                <a:solidFill>
                  <a:schemeClr val="dk1"/>
                </a:solidFill>
                <a:latin typeface="Quattrocento Sans"/>
                <a:ea typeface="Quattrocento Sans"/>
                <a:cs typeface="Quattrocento Sans"/>
                <a:sym typeface="Quattrocento Sans"/>
              </a:defRPr>
            </a:lvl2pPr>
            <a:lvl3pPr marL="794848" marR="0" lvl="2" indent="-113549" algn="l" rtl="0">
              <a:lnSpc>
                <a:spcPct val="90000"/>
              </a:lnSpc>
              <a:spcBef>
                <a:spcPts val="397"/>
              </a:spcBef>
              <a:spcAft>
                <a:spcPts val="0"/>
              </a:spcAft>
              <a:buClr>
                <a:schemeClr val="dk1"/>
              </a:buClr>
              <a:buSzPct val="90000"/>
              <a:buFont typeface="Arial"/>
              <a:buChar char="•"/>
              <a:defRPr sz="1987" b="0" i="0" u="none" strike="noStrike" cap="none">
                <a:solidFill>
                  <a:schemeClr val="dk1"/>
                </a:solidFill>
                <a:latin typeface="Quattrocento Sans"/>
                <a:ea typeface="Quattrocento Sans"/>
                <a:cs typeface="Quattrocento Sans"/>
                <a:sym typeface="Quattrocento Sans"/>
              </a:defRPr>
            </a:lvl3pPr>
            <a:lvl4pPr marL="1021948" marR="0" lvl="3" indent="-124905" algn="l" rtl="0">
              <a:lnSpc>
                <a:spcPct val="90000"/>
              </a:lnSpc>
              <a:spcBef>
                <a:spcPts val="358"/>
              </a:spcBef>
              <a:spcAft>
                <a:spcPts val="0"/>
              </a:spcAft>
              <a:buClr>
                <a:schemeClr val="dk1"/>
              </a:buClr>
              <a:buSzPct val="90000"/>
              <a:buFont typeface="Arial"/>
              <a:buChar char="•"/>
              <a:defRPr sz="1789" b="0" i="0" u="none" strike="noStrike" cap="none">
                <a:solidFill>
                  <a:schemeClr val="dk1"/>
                </a:solidFill>
                <a:latin typeface="Quattrocento Sans"/>
                <a:ea typeface="Quattrocento Sans"/>
                <a:cs typeface="Quattrocento Sans"/>
                <a:sym typeface="Quattrocento Sans"/>
              </a:defRPr>
            </a:lvl4pPr>
            <a:lvl5pPr marL="1249047" marR="0" lvl="4" indent="-124905" algn="l" rtl="0">
              <a:lnSpc>
                <a:spcPct val="90000"/>
              </a:lnSpc>
              <a:spcBef>
                <a:spcPts val="358"/>
              </a:spcBef>
              <a:spcAft>
                <a:spcPts val="0"/>
              </a:spcAft>
              <a:buClr>
                <a:schemeClr val="dk1"/>
              </a:buClr>
              <a:buSzPct val="90000"/>
              <a:buFont typeface="Arial"/>
              <a:buChar char="•"/>
              <a:defRPr sz="1789" b="0" i="0" u="none" strike="noStrike" cap="none">
                <a:solidFill>
                  <a:schemeClr val="dk1"/>
                </a:solidFill>
                <a:latin typeface="Quattrocento Sans"/>
                <a:ea typeface="Quattrocento Sans"/>
                <a:cs typeface="Quattrocento Sans"/>
                <a:sym typeface="Quattrocento Sans"/>
              </a:defRPr>
            </a:lvl5pPr>
            <a:lvl6pPr marL="2548203" marR="0" lvl="5" indent="-113191"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6pPr>
            <a:lvl7pPr marL="3011514" marR="0" lvl="6" indent="-109687"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7pPr>
            <a:lvl8pPr marL="3474824" marR="0" lvl="7" indent="-106181"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8pPr>
            <a:lvl9pPr marL="3938134" marR="0" lvl="8" indent="-115292"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9pPr>
          </a:lstStyle>
          <a:p>
            <a:pPr lvl="0"/>
            <a:r>
              <a:rPr lang="en-US"/>
              <a:t>Click to edit Master text styles</a:t>
            </a:r>
          </a:p>
        </p:txBody>
      </p:sp>
      <p:sp>
        <p:nvSpPr>
          <p:cNvPr id="24" name="Shape 24"/>
          <p:cNvSpPr/>
          <p:nvPr/>
        </p:nvSpPr>
        <p:spPr>
          <a:xfrm>
            <a:off x="1" y="0"/>
            <a:ext cx="12436474" cy="72958"/>
          </a:xfrm>
          <a:prstGeom prst="rect">
            <a:avLst/>
          </a:prstGeom>
          <a:solidFill>
            <a:srgbClr val="008774"/>
          </a:solidFill>
          <a:ln>
            <a:noFill/>
          </a:ln>
        </p:spPr>
        <p:txBody>
          <a:bodyPr lIns="123543" tIns="61771" rIns="123543" bIns="61771" anchor="ctr" anchorCtr="0">
            <a:noAutofit/>
          </a:bodyPr>
          <a:lstStyle/>
          <a:p>
            <a:pPr marL="0" marR="0" lvl="0" indent="0" algn="ctr" rtl="0">
              <a:spcBef>
                <a:spcPts val="0"/>
              </a:spcBef>
              <a:buNone/>
            </a:pPr>
            <a:endParaRPr sz="1789">
              <a:solidFill>
                <a:schemeClr val="lt1"/>
              </a:solidFill>
              <a:latin typeface="Quattrocento Sans"/>
              <a:ea typeface="Quattrocento Sans"/>
              <a:cs typeface="Quattrocento Sans"/>
              <a:sym typeface="Quattrocento Sans"/>
            </a:endParaRPr>
          </a:p>
        </p:txBody>
      </p:sp>
    </p:spTree>
    <p:extLst>
      <p:ext uri="{BB962C8B-B14F-4D97-AF65-F5344CB8AC3E}">
        <p14:creationId xmlns:p14="http://schemas.microsoft.com/office/powerpoint/2010/main" val="2100422783"/>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cSld name="1_Title Slide">
    <p:spTree>
      <p:nvGrpSpPr>
        <p:cNvPr id="1" name="Shape 26"/>
        <p:cNvGrpSpPr/>
        <p:nvPr/>
      </p:nvGrpSpPr>
      <p:grpSpPr>
        <a:xfrm>
          <a:off x="0" y="0"/>
          <a:ext cx="0" cy="0"/>
          <a:chOff x="0" y="0"/>
          <a:chExt cx="0" cy="0"/>
        </a:xfrm>
      </p:grpSpPr>
      <p:sp>
        <p:nvSpPr>
          <p:cNvPr id="27" name="Shape 27"/>
          <p:cNvSpPr/>
          <p:nvPr/>
        </p:nvSpPr>
        <p:spPr>
          <a:xfrm>
            <a:off x="-121924" y="-37820"/>
            <a:ext cx="12592947" cy="7053791"/>
          </a:xfrm>
          <a:prstGeom prst="rect">
            <a:avLst/>
          </a:prstGeom>
          <a:solidFill>
            <a:srgbClr val="1B2831"/>
          </a:solidFill>
          <a:ln w="25400" cap="flat" cmpd="sng">
            <a:solidFill>
              <a:srgbClr val="0D645B"/>
            </a:solidFill>
            <a:prstDash val="solid"/>
            <a:round/>
            <a:headEnd type="none" w="med" len="med"/>
            <a:tailEnd type="none" w="med" len="med"/>
          </a:ln>
        </p:spPr>
        <p:txBody>
          <a:bodyPr lIns="123531" tIns="61748" rIns="123531" bIns="61748" anchor="ctr" anchorCtr="0">
            <a:noAutofit/>
          </a:bodyPr>
          <a:lstStyle/>
          <a:p>
            <a:pPr marL="0" marR="0" lvl="0" indent="0" algn="ctr" rtl="0">
              <a:spcBef>
                <a:spcPts val="0"/>
              </a:spcBef>
              <a:buNone/>
            </a:pPr>
            <a:endParaRPr sz="2385" b="0" i="0" u="none" strike="noStrike" cap="none">
              <a:solidFill>
                <a:schemeClr val="lt1"/>
              </a:solidFill>
              <a:latin typeface="Source Sans Pro"/>
              <a:ea typeface="Source Sans Pro"/>
              <a:cs typeface="Source Sans Pro"/>
              <a:sym typeface="Source Sans Pro"/>
            </a:endParaRPr>
          </a:p>
        </p:txBody>
      </p:sp>
      <p:pic>
        <p:nvPicPr>
          <p:cNvPr id="28" name="Shape 28"/>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067212" y="494759"/>
            <a:ext cx="1855393" cy="417922"/>
          </a:xfrm>
          <a:prstGeom prst="rect">
            <a:avLst/>
          </a:prstGeom>
          <a:noFill/>
          <a:ln>
            <a:noFill/>
          </a:ln>
        </p:spPr>
      </p:pic>
      <p:sp>
        <p:nvSpPr>
          <p:cNvPr id="29" name="Shape 29"/>
          <p:cNvSpPr txBox="1">
            <a:spLocks noGrp="1"/>
          </p:cNvSpPr>
          <p:nvPr>
            <p:ph type="ctrTitle"/>
          </p:nvPr>
        </p:nvSpPr>
        <p:spPr>
          <a:xfrm>
            <a:off x="1542347" y="2709298"/>
            <a:ext cx="8882324" cy="1550763"/>
          </a:xfrm>
          <a:prstGeom prst="rect">
            <a:avLst/>
          </a:prstGeom>
          <a:noFill/>
          <a:ln>
            <a:noFill/>
          </a:ln>
        </p:spPr>
        <p:txBody>
          <a:bodyPr lIns="124338" tIns="124338" rIns="124338" bIns="124338" anchor="ctr" anchorCtr="0"/>
          <a:lstStyle>
            <a:lvl1pPr marL="0" marR="0" lvl="0" indent="0" algn="l" rtl="0">
              <a:lnSpc>
                <a:spcPct val="80000"/>
              </a:lnSpc>
              <a:spcBef>
                <a:spcPts val="0"/>
              </a:spcBef>
              <a:spcAft>
                <a:spcPts val="676"/>
              </a:spcAft>
              <a:buClr>
                <a:srgbClr val="FFFFFF"/>
              </a:buClr>
              <a:buFont typeface="Source Sans Pro"/>
              <a:buNone/>
              <a:defRPr sz="6457" b="1" i="0" u="none" strike="noStrike" cap="none">
                <a:solidFill>
                  <a:srgbClr val="FFFFFF"/>
                </a:solidFill>
                <a:latin typeface="Source Sans Pro"/>
                <a:ea typeface="Source Sans Pro"/>
                <a:cs typeface="Source Sans Pro"/>
                <a:sym typeface="Source Sans Pro"/>
              </a:defRPr>
            </a:lvl1pPr>
            <a:lvl2pPr marL="0" marR="0" lvl="1" indent="0" algn="l" rtl="0">
              <a:spcBef>
                <a:spcPts val="0"/>
              </a:spcBef>
              <a:defRPr/>
            </a:lvl2pPr>
            <a:lvl3pPr marL="0" marR="0" lvl="2" indent="0" algn="l" rtl="0">
              <a:spcBef>
                <a:spcPts val="0"/>
              </a:spcBef>
              <a:defRPr/>
            </a:lvl3pPr>
            <a:lvl4pPr marL="0" marR="0" lvl="3" indent="0" algn="l" rtl="0">
              <a:spcBef>
                <a:spcPts val="0"/>
              </a:spcBef>
              <a:defRPr/>
            </a:lvl4pPr>
            <a:lvl5pPr marL="0" marR="0" lvl="4" indent="0" algn="l" rtl="0">
              <a:spcBef>
                <a:spcPts val="0"/>
              </a:spcBef>
              <a:defRPr/>
            </a:lvl5pPr>
            <a:lvl6pPr marL="0" marR="0" lvl="5" indent="0" algn="l" rtl="0">
              <a:spcBef>
                <a:spcPts val="0"/>
              </a:spcBef>
              <a:defRPr/>
            </a:lvl6pPr>
            <a:lvl7pPr marL="0" marR="0" lvl="6" indent="0" algn="l" rtl="0">
              <a:spcBef>
                <a:spcPts val="0"/>
              </a:spcBef>
              <a:defRPr/>
            </a:lvl7pPr>
            <a:lvl8pPr marL="0" marR="0" lvl="7" indent="0" algn="l" rtl="0">
              <a:spcBef>
                <a:spcPts val="0"/>
              </a:spcBef>
              <a:defRPr/>
            </a:lvl8pPr>
            <a:lvl9pPr marL="0" marR="0" lvl="8" indent="0" algn="l" rtl="0">
              <a:spcBef>
                <a:spcPts val="0"/>
              </a:spcBef>
              <a:defRPr/>
            </a:lvl9pPr>
          </a:lstStyle>
          <a:p>
            <a:r>
              <a:rPr lang="en-US"/>
              <a:t>Click to edit Master title style</a:t>
            </a:r>
            <a:endParaRPr/>
          </a:p>
        </p:txBody>
      </p:sp>
      <p:sp>
        <p:nvSpPr>
          <p:cNvPr id="30" name="Shape 30"/>
          <p:cNvSpPr txBox="1">
            <a:spLocks noGrp="1"/>
          </p:cNvSpPr>
          <p:nvPr>
            <p:ph type="subTitle" idx="1"/>
          </p:nvPr>
        </p:nvSpPr>
        <p:spPr>
          <a:xfrm>
            <a:off x="1542346" y="2143414"/>
            <a:ext cx="8311280" cy="557878"/>
          </a:xfrm>
          <a:prstGeom prst="rect">
            <a:avLst/>
          </a:prstGeom>
          <a:noFill/>
          <a:ln>
            <a:noFill/>
          </a:ln>
        </p:spPr>
        <p:txBody>
          <a:bodyPr lIns="124338" tIns="124338" rIns="124338" bIns="124338" anchor="t" anchorCtr="0"/>
          <a:lstStyle>
            <a:lvl1pPr marL="0" marR="0" lvl="0" indent="0" algn="l" rtl="0">
              <a:spcBef>
                <a:spcPts val="432"/>
              </a:spcBef>
              <a:buClr>
                <a:srgbClr val="43E5D5"/>
              </a:buClr>
              <a:buFont typeface="Arial"/>
              <a:buNone/>
              <a:defRPr sz="2186" b="0" i="0" u="none" strike="noStrike" cap="none">
                <a:solidFill>
                  <a:srgbClr val="43E5D5"/>
                </a:solidFill>
                <a:latin typeface="Source Sans Pro"/>
                <a:ea typeface="Source Sans Pro"/>
                <a:cs typeface="Source Sans Pro"/>
                <a:sym typeface="Source Sans Pro"/>
              </a:defRPr>
            </a:lvl1pPr>
            <a:lvl2pPr marL="617711" marR="0" lvl="1" indent="0" algn="ctr" rtl="0">
              <a:spcBef>
                <a:spcPts val="649"/>
              </a:spcBef>
              <a:buClr>
                <a:srgbClr val="8B8B8B"/>
              </a:buClr>
              <a:buFont typeface="Arial"/>
              <a:buNone/>
              <a:defRPr sz="3278" b="0" i="0" u="none" strike="noStrike" cap="none">
                <a:solidFill>
                  <a:srgbClr val="8B8B8B"/>
                </a:solidFill>
                <a:latin typeface="Source Sans Pro"/>
                <a:ea typeface="Source Sans Pro"/>
                <a:cs typeface="Source Sans Pro"/>
                <a:sym typeface="Source Sans Pro"/>
              </a:defRPr>
            </a:lvl2pPr>
            <a:lvl3pPr marL="1235421" marR="0" lvl="2"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3pPr>
            <a:lvl4pPr marL="1853132" marR="0" lvl="3" indent="0" algn="ctr" rtl="0">
              <a:spcBef>
                <a:spcPts val="486"/>
              </a:spcBef>
              <a:buClr>
                <a:srgbClr val="8B8B8B"/>
              </a:buClr>
              <a:buFont typeface="Arial"/>
              <a:buNone/>
              <a:defRPr sz="2385" b="0" i="0" u="none" strike="noStrike" cap="none">
                <a:solidFill>
                  <a:srgbClr val="8B8B8B"/>
                </a:solidFill>
                <a:latin typeface="Source Sans Pro"/>
                <a:ea typeface="Source Sans Pro"/>
                <a:cs typeface="Source Sans Pro"/>
                <a:sym typeface="Source Sans Pro"/>
              </a:defRPr>
            </a:lvl4pPr>
            <a:lvl5pPr marL="2470842" marR="0" lvl="4" indent="0" algn="ctr" rtl="0">
              <a:spcBef>
                <a:spcPts val="486"/>
              </a:spcBef>
              <a:buClr>
                <a:srgbClr val="8B8B8B"/>
              </a:buClr>
              <a:buFont typeface="Arial"/>
              <a:buNone/>
              <a:defRPr sz="2385" b="0" i="0" u="none" strike="noStrike" cap="none">
                <a:solidFill>
                  <a:srgbClr val="8B8B8B"/>
                </a:solidFill>
                <a:latin typeface="Source Sans Pro"/>
                <a:ea typeface="Source Sans Pro"/>
                <a:cs typeface="Source Sans Pro"/>
                <a:sym typeface="Source Sans Pro"/>
              </a:defRPr>
            </a:lvl5pPr>
            <a:lvl6pPr marL="3088552" marR="0" lvl="5"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6pPr>
            <a:lvl7pPr marL="3706263" marR="0" lvl="6"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7pPr>
            <a:lvl8pPr marL="4323974" marR="0" lvl="7"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8pPr>
            <a:lvl9pPr marL="4941685" marR="0" lvl="8"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9pPr>
          </a:lstStyle>
          <a:p>
            <a:r>
              <a:rPr lang="en-US"/>
              <a:t>Click to edit Master subtitle style</a:t>
            </a:r>
            <a:endParaRPr/>
          </a:p>
        </p:txBody>
      </p:sp>
      <p:sp>
        <p:nvSpPr>
          <p:cNvPr id="31" name="Shape 31"/>
          <p:cNvSpPr txBox="1">
            <a:spLocks noGrp="1"/>
          </p:cNvSpPr>
          <p:nvPr>
            <p:ph type="body" idx="2"/>
          </p:nvPr>
        </p:nvSpPr>
        <p:spPr>
          <a:xfrm>
            <a:off x="1542347" y="4480455"/>
            <a:ext cx="10719349" cy="515828"/>
          </a:xfrm>
          <a:prstGeom prst="rect">
            <a:avLst/>
          </a:prstGeom>
          <a:noFill/>
          <a:ln>
            <a:noFill/>
          </a:ln>
        </p:spPr>
        <p:txBody>
          <a:bodyPr lIns="124338" tIns="124338" rIns="124338" bIns="124338" anchor="t" anchorCtr="0"/>
          <a:lstStyle>
            <a:lvl1pPr marL="0" lvl="0" indent="0" rtl="0">
              <a:spcBef>
                <a:spcPts val="0"/>
              </a:spcBef>
              <a:buClr>
                <a:schemeClr val="accent5"/>
              </a:buClr>
              <a:buFont typeface="Source Sans Pro"/>
              <a:buNone/>
              <a:defRPr sz="1888">
                <a:solidFill>
                  <a:schemeClr val="accent5"/>
                </a:solidFill>
              </a:defRPr>
            </a:lvl1pPr>
            <a:lvl2pPr lvl="1" rtl="0">
              <a:spcBef>
                <a:spcPts val="0"/>
              </a:spcBef>
              <a:defRPr sz="3278">
                <a:solidFill>
                  <a:srgbClr val="878787"/>
                </a:solidFill>
                <a:latin typeface="Source Sans Pro"/>
                <a:ea typeface="Source Sans Pro"/>
                <a:cs typeface="Source Sans Pro"/>
                <a:sym typeface="Source Sans Pro"/>
              </a:defRPr>
            </a:lvl2pPr>
            <a:lvl3pPr marL="1235421" lvl="2" indent="0" algn="l" rtl="0">
              <a:spcBef>
                <a:spcPts val="0"/>
              </a:spcBef>
              <a:buFont typeface="Source Sans Pro"/>
              <a:buNone/>
              <a:defRPr/>
            </a:lvl3pPr>
            <a:lvl4pPr marL="1853132" lvl="3" indent="0" rtl="0">
              <a:spcBef>
                <a:spcPts val="0"/>
              </a:spcBef>
              <a:buFont typeface="Source Sans Pro"/>
              <a:buNone/>
              <a:defRPr/>
            </a:lvl4pPr>
            <a:lvl5pPr marL="2470842" lvl="4" indent="0" rtl="0">
              <a:spcBef>
                <a:spcPts val="0"/>
              </a:spcBef>
              <a:buFont typeface="Source Sans Pro"/>
              <a:buNone/>
              <a:defRPr/>
            </a:lvl5pPr>
            <a:lvl6pPr lvl="5" rtl="0">
              <a:spcBef>
                <a:spcPts val="0"/>
              </a:spcBef>
              <a:defRPr sz="2682">
                <a:solidFill>
                  <a:schemeClr val="dk1"/>
                </a:solidFill>
                <a:latin typeface="Source Sans Pro"/>
                <a:ea typeface="Source Sans Pro"/>
                <a:cs typeface="Source Sans Pro"/>
                <a:sym typeface="Source Sans Pro"/>
              </a:defRPr>
            </a:lvl6pPr>
            <a:lvl7pPr lvl="6" rtl="0">
              <a:spcBef>
                <a:spcPts val="0"/>
              </a:spcBef>
              <a:defRPr sz="2682">
                <a:solidFill>
                  <a:schemeClr val="dk1"/>
                </a:solidFill>
                <a:latin typeface="Source Sans Pro"/>
                <a:ea typeface="Source Sans Pro"/>
                <a:cs typeface="Source Sans Pro"/>
                <a:sym typeface="Source Sans Pro"/>
              </a:defRPr>
            </a:lvl7pPr>
            <a:lvl8pPr lvl="7" rtl="0">
              <a:spcBef>
                <a:spcPts val="0"/>
              </a:spcBef>
              <a:defRPr sz="2682">
                <a:solidFill>
                  <a:schemeClr val="dk1"/>
                </a:solidFill>
                <a:latin typeface="Source Sans Pro"/>
                <a:ea typeface="Source Sans Pro"/>
                <a:cs typeface="Source Sans Pro"/>
                <a:sym typeface="Source Sans Pro"/>
              </a:defRPr>
            </a:lvl8pPr>
            <a:lvl9pPr lvl="8" rtl="0">
              <a:spcBef>
                <a:spcPts val="0"/>
              </a:spcBef>
              <a:defRPr sz="2682">
                <a:solidFill>
                  <a:schemeClr val="dk1"/>
                </a:solidFill>
                <a:latin typeface="Source Sans Pro"/>
                <a:ea typeface="Source Sans Pro"/>
                <a:cs typeface="Source Sans Pro"/>
                <a:sym typeface="Source Sans Pro"/>
              </a:defRPr>
            </a:lvl9pPr>
          </a:lstStyle>
          <a:p>
            <a:pPr lvl="0"/>
            <a:r>
              <a:rPr lang="en-US"/>
              <a:t>Click to edit Master text styles</a:t>
            </a:r>
          </a:p>
        </p:txBody>
      </p:sp>
    </p:spTree>
    <p:extLst>
      <p:ext uri="{BB962C8B-B14F-4D97-AF65-F5344CB8AC3E}">
        <p14:creationId xmlns:p14="http://schemas.microsoft.com/office/powerpoint/2010/main" val="1247976726"/>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cSld name="1_Blank">
    <p:spTree>
      <p:nvGrpSpPr>
        <p:cNvPr id="1" name=""/>
        <p:cNvGrpSpPr/>
        <p:nvPr/>
      </p:nvGrpSpPr>
      <p:grpSpPr>
        <a:xfrm>
          <a:off x="0" y="0"/>
          <a:ext cx="0" cy="0"/>
          <a:chOff x="0" y="0"/>
          <a:chExt cx="0" cy="0"/>
        </a:xfrm>
      </p:grpSpPr>
      <p:sp>
        <p:nvSpPr>
          <p:cNvPr id="3" name="Shape 251"/>
          <p:cNvSpPr/>
          <p:nvPr/>
        </p:nvSpPr>
        <p:spPr>
          <a:xfrm>
            <a:off x="0" y="3845"/>
            <a:ext cx="12436475" cy="6950075"/>
          </a:xfrm>
          <a:prstGeom prst="rect">
            <a:avLst/>
          </a:prstGeom>
          <a:solidFill>
            <a:srgbClr val="182730">
              <a:alpha val="62000"/>
            </a:srgbClr>
          </a:solidFill>
          <a:ln>
            <a:noFill/>
          </a:ln>
        </p:spPr>
        <p:txBody>
          <a:bodyPr lIns="123531" tIns="61748" rIns="123531" bIns="61748" anchor="ctr" anchorCtr="0">
            <a:noAutofit/>
          </a:bodyPr>
          <a:lstStyle/>
          <a:p>
            <a:pPr marL="0" marR="0" lvl="0" indent="0" algn="ctr" rtl="0">
              <a:spcBef>
                <a:spcPts val="0"/>
              </a:spcBef>
              <a:buNone/>
            </a:pPr>
            <a:endParaRPr sz="2385" b="0" i="0" u="none" strike="noStrike" cap="none" baseline="0">
              <a:solidFill>
                <a:schemeClr val="lt1"/>
              </a:solidFill>
              <a:latin typeface="Arial"/>
              <a:ea typeface="Arial"/>
              <a:cs typeface="Arial"/>
              <a:sym typeface="Arial"/>
            </a:endParaRPr>
          </a:p>
        </p:txBody>
      </p:sp>
      <p:sp>
        <p:nvSpPr>
          <p:cNvPr id="4" name="Slide Number Placeholder 5"/>
          <p:cNvSpPr>
            <a:spLocks noGrp="1"/>
          </p:cNvSpPr>
          <p:nvPr>
            <p:ph type="sldNum" sz="quarter" idx="12"/>
          </p:nvPr>
        </p:nvSpPr>
        <p:spPr>
          <a:xfrm>
            <a:off x="65619" y="6568978"/>
            <a:ext cx="507766" cy="370027"/>
          </a:xfrm>
          <a:prstGeom prst="rect">
            <a:avLst/>
          </a:prstGeom>
        </p:spPr>
        <p:txBody>
          <a:bodyPr lIns="124358" tIns="62179" rIns="124358" bIns="62179"/>
          <a:lstStyle>
            <a:lvl1pPr>
              <a:defRPr sz="1192">
                <a:solidFill>
                  <a:schemeClr val="bg1">
                    <a:lumMod val="65000"/>
                  </a:schemeClr>
                </a:solidFill>
              </a:defRPr>
            </a:lvl1pPr>
          </a:lstStyle>
          <a:p>
            <a:fld id="{ADA07C09-8A41-3B46-A636-3955072BBB4F}" type="slidenum">
              <a:rPr lang="en-US" smtClean="0">
                <a:solidFill>
                  <a:srgbClr val="FFFFFF">
                    <a:lumMod val="65000"/>
                  </a:srgbClr>
                </a:solidFill>
                <a:latin typeface="Arial"/>
              </a:rPr>
              <a:pPr/>
              <a:t>‹#›</a:t>
            </a:fld>
            <a:endParaRPr lang="en-US">
              <a:solidFill>
                <a:srgbClr val="FFFFFF">
                  <a:lumMod val="65000"/>
                </a:srgbClr>
              </a:solidFill>
              <a:latin typeface="Arial"/>
            </a:endParaRPr>
          </a:p>
        </p:txBody>
      </p:sp>
    </p:spTree>
    <p:extLst>
      <p:ext uri="{BB962C8B-B14F-4D97-AF65-F5344CB8AC3E}">
        <p14:creationId xmlns:p14="http://schemas.microsoft.com/office/powerpoint/2010/main" val="1161057695"/>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4671" y="202575"/>
            <a:ext cx="11964433" cy="641087"/>
          </a:xfrm>
          <a:prstGeom prst="rect">
            <a:avLst/>
          </a:prstGeom>
        </p:spPr>
        <p:txBody>
          <a:bodyPr/>
          <a:lstStyle>
            <a:lvl1pPr algn="r">
              <a:defRPr sz="3775" b="1">
                <a:solidFill>
                  <a:srgbClr val="008774"/>
                </a:solidFill>
                <a:latin typeface="Arial"/>
                <a:cs typeface="Arial"/>
              </a:defRPr>
            </a:lvl1pPr>
          </a:lstStyle>
          <a:p>
            <a:r>
              <a:rPr lang="en-US"/>
              <a:t>Click to edit Master title style</a:t>
            </a:r>
          </a:p>
        </p:txBody>
      </p:sp>
      <p:sp>
        <p:nvSpPr>
          <p:cNvPr id="6" name="Slide Number Placeholder 5"/>
          <p:cNvSpPr>
            <a:spLocks noGrp="1"/>
          </p:cNvSpPr>
          <p:nvPr>
            <p:ph type="sldNum" sz="quarter" idx="12"/>
          </p:nvPr>
        </p:nvSpPr>
        <p:spPr>
          <a:xfrm>
            <a:off x="5164" y="6517496"/>
            <a:ext cx="507766" cy="370027"/>
          </a:xfrm>
          <a:prstGeom prst="rect">
            <a:avLst/>
          </a:prstGeom>
        </p:spPr>
        <p:txBody>
          <a:bodyPr lIns="124358" tIns="62179" rIns="124358" bIns="62179"/>
          <a:lstStyle/>
          <a:p>
            <a:fld id="{ADA07C09-8A41-3B46-A636-3955072BBB4F}" type="slidenum">
              <a:rPr lang="en-US" smtClean="0"/>
              <a:pPr/>
              <a:t>‹#›</a:t>
            </a:fld>
            <a:endParaRPr lang="en-US"/>
          </a:p>
        </p:txBody>
      </p:sp>
    </p:spTree>
    <p:extLst>
      <p:ext uri="{BB962C8B-B14F-4D97-AF65-F5344CB8AC3E}">
        <p14:creationId xmlns:p14="http://schemas.microsoft.com/office/powerpoint/2010/main" val="2352197586"/>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cSld name="black background">
    <p:spTree>
      <p:nvGrpSpPr>
        <p:cNvPr id="1" name="Shape 31"/>
        <p:cNvGrpSpPr/>
        <p:nvPr/>
      </p:nvGrpSpPr>
      <p:grpSpPr>
        <a:xfrm>
          <a:off x="0" y="0"/>
          <a:ext cx="0" cy="0"/>
          <a:chOff x="0" y="0"/>
          <a:chExt cx="0" cy="0"/>
        </a:xfrm>
      </p:grpSpPr>
      <p:sp>
        <p:nvSpPr>
          <p:cNvPr id="32" name="Shape 32"/>
          <p:cNvSpPr/>
          <p:nvPr/>
        </p:nvSpPr>
        <p:spPr>
          <a:xfrm>
            <a:off x="0" y="2"/>
            <a:ext cx="12436475" cy="6950074"/>
          </a:xfrm>
          <a:prstGeom prst="rect">
            <a:avLst/>
          </a:prstGeom>
          <a:solidFill>
            <a:srgbClr val="000000"/>
          </a:solidFill>
          <a:ln w="12700" cap="flat" cmpd="sng">
            <a:solidFill>
              <a:schemeClr val="lt2"/>
            </a:solidFill>
            <a:prstDash val="solid"/>
            <a:round/>
            <a:headEnd type="none" w="med" len="med"/>
            <a:tailEnd type="none" w="med" len="med"/>
          </a:ln>
        </p:spPr>
        <p:txBody>
          <a:bodyPr lIns="123531" tIns="61748" rIns="123531" bIns="61748" anchor="ctr" anchorCtr="0">
            <a:noAutofit/>
          </a:bodyPr>
          <a:lstStyle/>
          <a:p>
            <a:pPr algn="ctr">
              <a:buClr>
                <a:srgbClr val="FFFFFF"/>
              </a:buClr>
              <a:buFont typeface="Arial"/>
              <a:buNone/>
            </a:pPr>
            <a:endParaRPr sz="2385">
              <a:solidFill>
                <a:srgbClr val="FFFFFF"/>
              </a:solidFill>
            </a:endParaRPr>
          </a:p>
        </p:txBody>
      </p:sp>
      <p:sp>
        <p:nvSpPr>
          <p:cNvPr id="33" name="Shape 33"/>
          <p:cNvSpPr/>
          <p:nvPr/>
        </p:nvSpPr>
        <p:spPr>
          <a:xfrm>
            <a:off x="0" y="6255068"/>
            <a:ext cx="12436475" cy="521306"/>
          </a:xfrm>
          <a:prstGeom prst="rect">
            <a:avLst/>
          </a:prstGeom>
          <a:solidFill>
            <a:srgbClr val="00786E"/>
          </a:solidFill>
          <a:ln>
            <a:noFill/>
          </a:ln>
        </p:spPr>
        <p:txBody>
          <a:bodyPr lIns="123531" tIns="61748" rIns="123531" bIns="61748" anchor="ctr" anchorCtr="0">
            <a:noAutofit/>
          </a:bodyPr>
          <a:lstStyle/>
          <a:p>
            <a:pPr>
              <a:buClr>
                <a:srgbClr val="FFFFFF"/>
              </a:buClr>
              <a:buFont typeface="Arial"/>
              <a:buNone/>
            </a:pPr>
            <a:endParaRPr sz="2385">
              <a:solidFill>
                <a:srgbClr val="FFFFFF"/>
              </a:solidFill>
            </a:endParaRPr>
          </a:p>
        </p:txBody>
      </p:sp>
      <p:sp>
        <p:nvSpPr>
          <p:cNvPr id="34" name="Shape 34"/>
          <p:cNvSpPr txBox="1"/>
          <p:nvPr/>
        </p:nvSpPr>
        <p:spPr>
          <a:xfrm flipH="1">
            <a:off x="11633288" y="6784904"/>
            <a:ext cx="725460" cy="167416"/>
          </a:xfrm>
          <a:prstGeom prst="rect">
            <a:avLst/>
          </a:prstGeom>
          <a:noFill/>
          <a:ln>
            <a:noFill/>
          </a:ln>
        </p:spPr>
        <p:txBody>
          <a:bodyPr lIns="0" tIns="0" rIns="0" bIns="0" anchor="t" anchorCtr="0">
            <a:noAutofit/>
          </a:bodyPr>
          <a:lstStyle/>
          <a:p>
            <a:pPr algn="r">
              <a:buClr>
                <a:srgbClr val="7F7F7F"/>
              </a:buClr>
              <a:buSzPct val="25000"/>
              <a:buFont typeface="Arial"/>
              <a:buNone/>
            </a:pPr>
            <a:fld id="{00000000-1234-1234-1234-123412341234}" type="slidenum">
              <a:rPr lang="en-US" sz="1092">
                <a:solidFill>
                  <a:srgbClr val="7F7F7F"/>
                </a:solidFill>
              </a:rPr>
              <a:pPr algn="r">
                <a:buClr>
                  <a:srgbClr val="7F7F7F"/>
                </a:buClr>
                <a:buSzPct val="25000"/>
                <a:buFont typeface="Arial"/>
                <a:buNone/>
              </a:pPr>
              <a:t>‹#›</a:t>
            </a:fld>
            <a:endParaRPr lang="en-US" sz="1092">
              <a:solidFill>
                <a:srgbClr val="7F7F7F"/>
              </a:solidFill>
            </a:endParaRPr>
          </a:p>
        </p:txBody>
      </p:sp>
      <p:sp>
        <p:nvSpPr>
          <p:cNvPr id="35" name="Shape 35"/>
          <p:cNvSpPr txBox="1"/>
          <p:nvPr/>
        </p:nvSpPr>
        <p:spPr>
          <a:xfrm>
            <a:off x="498754" y="6780613"/>
            <a:ext cx="3094022" cy="134988"/>
          </a:xfrm>
          <a:prstGeom prst="rect">
            <a:avLst/>
          </a:prstGeom>
          <a:noFill/>
          <a:ln>
            <a:noFill/>
          </a:ln>
        </p:spPr>
        <p:txBody>
          <a:bodyPr lIns="0" tIns="0" rIns="0" bIns="0" anchor="t" anchorCtr="0">
            <a:noAutofit/>
          </a:bodyPr>
          <a:lstStyle/>
          <a:p>
            <a:pPr>
              <a:buClr>
                <a:srgbClr val="7F7F7F"/>
              </a:buClr>
              <a:buSzPct val="25000"/>
              <a:buFont typeface="Arial"/>
              <a:buNone/>
            </a:pPr>
            <a:r>
              <a:rPr lang="en-US" sz="795">
                <a:solidFill>
                  <a:srgbClr val="7F7F7F"/>
                </a:solidFill>
              </a:rPr>
              <a:t>© Copyright 2013 Pivotal. All rights reserved.</a:t>
            </a:r>
          </a:p>
        </p:txBody>
      </p:sp>
      <p:pic>
        <p:nvPicPr>
          <p:cNvPr id="36" name="Shape 36"/>
          <p:cNvPicPr preferRelativeResize="0"/>
          <p:nvPr/>
        </p:nvPicPr>
        <p:blipFill rotWithShape="1">
          <a:blip r:embed="rId2">
            <a:alphaModFix/>
          </a:blip>
          <a:srcRect/>
          <a:stretch/>
        </p:blipFill>
        <p:spPr>
          <a:xfrm>
            <a:off x="10802029" y="6368756"/>
            <a:ext cx="1301992" cy="298353"/>
          </a:xfrm>
          <a:prstGeom prst="rect">
            <a:avLst/>
          </a:prstGeom>
          <a:noFill/>
          <a:ln>
            <a:noFill/>
          </a:ln>
        </p:spPr>
      </p:pic>
    </p:spTree>
    <p:extLst>
      <p:ext uri="{BB962C8B-B14F-4D97-AF65-F5344CB8AC3E}">
        <p14:creationId xmlns:p14="http://schemas.microsoft.com/office/powerpoint/2010/main" val="3094371447"/>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cSld name="Temp Basic with Rule">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621822" y="432448"/>
            <a:ext cx="11192828" cy="491252"/>
          </a:xfrm>
          <a:prstGeom prst="rect">
            <a:avLst/>
          </a:prstGeom>
          <a:noFill/>
          <a:ln>
            <a:noFill/>
          </a:ln>
        </p:spPr>
        <p:txBody>
          <a:bodyPr lIns="124338" tIns="124338" rIns="124338" bIns="124338" anchor="ctr" anchorCtr="0"/>
          <a:lstStyle>
            <a:lvl1pPr lvl="0" rtl="0">
              <a:spcBef>
                <a:spcPts val="0"/>
              </a:spcBef>
              <a:defRPr sz="4371" b="0">
                <a:solidFill>
                  <a:schemeClr val="lt1"/>
                </a:solidFill>
                <a:latin typeface="Arial"/>
                <a:ea typeface="Arial"/>
                <a:cs typeface="Arial"/>
                <a:sym typeface="Arial"/>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34" name="Shape 34"/>
          <p:cNvSpPr txBox="1">
            <a:spLocks noGrp="1"/>
          </p:cNvSpPr>
          <p:nvPr>
            <p:ph type="body" idx="1"/>
          </p:nvPr>
        </p:nvSpPr>
        <p:spPr>
          <a:xfrm>
            <a:off x="621824" y="1497268"/>
            <a:ext cx="11192828" cy="824197"/>
          </a:xfrm>
          <a:prstGeom prst="rect">
            <a:avLst/>
          </a:prstGeom>
          <a:noFill/>
          <a:ln>
            <a:noFill/>
          </a:ln>
        </p:spPr>
        <p:txBody>
          <a:bodyPr lIns="124338" tIns="124338" rIns="124338" bIns="124338" anchor="t" anchorCtr="0"/>
          <a:lstStyle>
            <a:lvl1pPr lvl="0" rtl="0">
              <a:spcBef>
                <a:spcPts val="0"/>
              </a:spcBef>
              <a:defRPr>
                <a:solidFill>
                  <a:schemeClr val="lt1"/>
                </a:solidFill>
                <a:latin typeface="Arial"/>
                <a:ea typeface="Arial"/>
                <a:cs typeface="Arial"/>
                <a:sym typeface="Arial"/>
              </a:defRPr>
            </a:lvl1pPr>
            <a:lvl2pPr lvl="1" rtl="0">
              <a:spcBef>
                <a:spcPts val="0"/>
              </a:spcBef>
              <a:defRPr>
                <a:solidFill>
                  <a:schemeClr val="lt1"/>
                </a:solidFill>
                <a:latin typeface="Arial"/>
                <a:ea typeface="Arial"/>
                <a:cs typeface="Arial"/>
                <a:sym typeface="Arial"/>
              </a:defRPr>
            </a:lvl2pPr>
            <a:lvl3pPr lvl="2" rtl="0">
              <a:spcBef>
                <a:spcPts val="0"/>
              </a:spcBef>
              <a:defRPr>
                <a:solidFill>
                  <a:schemeClr val="lt1"/>
                </a:solidFill>
                <a:latin typeface="Arial"/>
                <a:ea typeface="Arial"/>
                <a:cs typeface="Arial"/>
                <a:sym typeface="Arial"/>
              </a:defRPr>
            </a:lvl3pPr>
            <a:lvl4pPr lvl="3" rtl="0">
              <a:spcBef>
                <a:spcPts val="0"/>
              </a:spcBef>
              <a:defRPr>
                <a:solidFill>
                  <a:schemeClr val="lt1"/>
                </a:solidFill>
                <a:latin typeface="Arial"/>
                <a:ea typeface="Arial"/>
                <a:cs typeface="Arial"/>
                <a:sym typeface="Arial"/>
              </a:defRPr>
            </a:lvl4pPr>
            <a:lvl5pPr lvl="4" rtl="0">
              <a:spcBef>
                <a:spcPts val="0"/>
              </a:spcBef>
              <a:defRPr>
                <a:solidFill>
                  <a:schemeClr val="lt1"/>
                </a:solidFill>
                <a:latin typeface="Arial"/>
                <a:ea typeface="Arial"/>
                <a:cs typeface="Arial"/>
                <a:sym typeface="Arial"/>
              </a:defRPr>
            </a:lvl5pPr>
            <a:lvl6pPr lvl="5" rtl="0">
              <a:spcBef>
                <a:spcPts val="0"/>
              </a:spcBef>
              <a:defRPr sz="2682">
                <a:solidFill>
                  <a:schemeClr val="dk1"/>
                </a:solidFill>
                <a:latin typeface="Source Sans Pro"/>
                <a:ea typeface="Source Sans Pro"/>
                <a:cs typeface="Source Sans Pro"/>
                <a:sym typeface="Source Sans Pro"/>
              </a:defRPr>
            </a:lvl6pPr>
            <a:lvl7pPr lvl="6" rtl="0">
              <a:spcBef>
                <a:spcPts val="0"/>
              </a:spcBef>
              <a:defRPr sz="2682">
                <a:solidFill>
                  <a:schemeClr val="dk1"/>
                </a:solidFill>
                <a:latin typeface="Source Sans Pro"/>
                <a:ea typeface="Source Sans Pro"/>
                <a:cs typeface="Source Sans Pro"/>
                <a:sym typeface="Source Sans Pro"/>
              </a:defRPr>
            </a:lvl7pPr>
            <a:lvl8pPr lvl="7" rtl="0">
              <a:spcBef>
                <a:spcPts val="0"/>
              </a:spcBef>
              <a:defRPr sz="2682">
                <a:solidFill>
                  <a:schemeClr val="dk1"/>
                </a:solidFill>
                <a:latin typeface="Source Sans Pro"/>
                <a:ea typeface="Source Sans Pro"/>
                <a:cs typeface="Source Sans Pro"/>
                <a:sym typeface="Source Sans Pro"/>
              </a:defRPr>
            </a:lvl8pPr>
            <a:lvl9pPr lvl="8" rtl="0">
              <a:spcBef>
                <a:spcPts val="0"/>
              </a:spcBef>
              <a:defRPr sz="2682">
                <a:solidFill>
                  <a:schemeClr val="dk1"/>
                </a:solidFill>
                <a:latin typeface="Source Sans Pro"/>
                <a:ea typeface="Source Sans Pro"/>
                <a:cs typeface="Source Sans Pro"/>
                <a:sym typeface="Source Sans Pro"/>
              </a:defRPr>
            </a:lvl9pPr>
          </a:lstStyle>
          <a:p>
            <a:pPr lvl="0"/>
            <a:r>
              <a:rPr lang="en-US"/>
              <a:t>Click to edit Master text styles</a:t>
            </a:r>
          </a:p>
        </p:txBody>
      </p:sp>
      <p:sp>
        <p:nvSpPr>
          <p:cNvPr id="35" name="Shape 35"/>
          <p:cNvSpPr/>
          <p:nvPr/>
        </p:nvSpPr>
        <p:spPr>
          <a:xfrm>
            <a:off x="0" y="6255067"/>
            <a:ext cx="12436475" cy="521256"/>
          </a:xfrm>
          <a:prstGeom prst="rect">
            <a:avLst/>
          </a:prstGeom>
          <a:solidFill>
            <a:srgbClr val="00786E"/>
          </a:solidFill>
          <a:ln>
            <a:noFill/>
          </a:ln>
        </p:spPr>
        <p:txBody>
          <a:bodyPr lIns="123531" tIns="61748" rIns="123531" bIns="61748" anchor="ctr" anchorCtr="0">
            <a:noAutofit/>
          </a:bodyPr>
          <a:lstStyle/>
          <a:p>
            <a:pPr marL="0" marR="0" lvl="0" indent="0" algn="l" rtl="0">
              <a:spcBef>
                <a:spcPts val="0"/>
              </a:spcBef>
              <a:buNone/>
            </a:pPr>
            <a:endParaRPr sz="2385" b="0" i="0" u="none" strike="noStrike" cap="none">
              <a:solidFill>
                <a:schemeClr val="lt1"/>
              </a:solidFill>
              <a:latin typeface="Source Sans Pro"/>
              <a:ea typeface="Source Sans Pro"/>
              <a:cs typeface="Source Sans Pro"/>
              <a:sym typeface="Source Sans Pro"/>
            </a:endParaRPr>
          </a:p>
        </p:txBody>
      </p:sp>
      <p:sp>
        <p:nvSpPr>
          <p:cNvPr id="36" name="Shape 36"/>
          <p:cNvSpPr txBox="1"/>
          <p:nvPr/>
        </p:nvSpPr>
        <p:spPr>
          <a:xfrm>
            <a:off x="498755" y="6781102"/>
            <a:ext cx="3094003" cy="124763"/>
          </a:xfrm>
          <a:prstGeom prst="rect">
            <a:avLst/>
          </a:prstGeom>
          <a:noFill/>
          <a:ln>
            <a:noFill/>
          </a:ln>
        </p:spPr>
        <p:txBody>
          <a:bodyPr lIns="0" tIns="0" rIns="0" bIns="0" anchor="t" anchorCtr="0">
            <a:noAutofit/>
          </a:bodyPr>
          <a:lstStyle/>
          <a:p>
            <a:pPr marL="0" marR="0" lvl="0" indent="0" algn="l" rtl="0">
              <a:spcBef>
                <a:spcPts val="0"/>
              </a:spcBef>
              <a:buSzPct val="25000"/>
              <a:buNone/>
            </a:pPr>
            <a:r>
              <a:rPr lang="en-US" sz="795" b="0" i="0" u="none" strike="noStrike" cap="none">
                <a:solidFill>
                  <a:srgbClr val="7F7F7F"/>
                </a:solidFill>
                <a:latin typeface="Arial"/>
                <a:ea typeface="Arial"/>
                <a:cs typeface="Arial"/>
                <a:sym typeface="Arial"/>
              </a:rPr>
              <a:t>© Copyright 2015 Pivotal. All rights reserved.</a:t>
            </a:r>
          </a:p>
        </p:txBody>
      </p:sp>
      <p:pic>
        <p:nvPicPr>
          <p:cNvPr id="37" name="Shape 37"/>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801308" y="6369675"/>
            <a:ext cx="1301941" cy="296533"/>
          </a:xfrm>
          <a:prstGeom prst="rect">
            <a:avLst/>
          </a:prstGeom>
          <a:noFill/>
          <a:ln>
            <a:noFill/>
          </a:ln>
        </p:spPr>
      </p:pic>
      <p:cxnSp>
        <p:nvCxnSpPr>
          <p:cNvPr id="38" name="Shape 38"/>
          <p:cNvCxnSpPr/>
          <p:nvPr/>
        </p:nvCxnSpPr>
        <p:spPr>
          <a:xfrm>
            <a:off x="0" y="1197099"/>
            <a:ext cx="12436475" cy="0"/>
          </a:xfrm>
          <a:prstGeom prst="straightConnector1">
            <a:avLst/>
          </a:prstGeom>
          <a:noFill/>
          <a:ln w="9525" cap="flat" cmpd="sng">
            <a:solidFill>
              <a:srgbClr val="E8E8E8"/>
            </a:solidFill>
            <a:prstDash val="solid"/>
            <a:round/>
            <a:headEnd type="none" w="med" len="med"/>
            <a:tailEnd type="none" w="med" len="med"/>
          </a:ln>
        </p:spPr>
      </p:cxnSp>
    </p:spTree>
    <p:extLst>
      <p:ext uri="{BB962C8B-B14F-4D97-AF65-F5344CB8AC3E}">
        <p14:creationId xmlns:p14="http://schemas.microsoft.com/office/powerpoint/2010/main" val="198284182"/>
      </p:ext>
    </p:extLst>
  </p:cSld>
  <p:clrMapOvr>
    <a:masterClrMapping/>
  </p:clrMapOvr>
  <p:hf sldNum="0"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Only">
  <p:cSld name="3_Title only">
    <p:spTree>
      <p:nvGrpSpPr>
        <p:cNvPr id="1" name="Shape 25"/>
        <p:cNvGrpSpPr/>
        <p:nvPr/>
      </p:nvGrpSpPr>
      <p:grpSpPr>
        <a:xfrm>
          <a:off x="0" y="0"/>
          <a:ext cx="0" cy="0"/>
          <a:chOff x="0" y="0"/>
          <a:chExt cx="0" cy="0"/>
        </a:xfrm>
      </p:grpSpPr>
      <p:sp>
        <p:nvSpPr>
          <p:cNvPr id="26" name="Shape 26"/>
          <p:cNvSpPr txBox="1">
            <a:spLocks noGrp="1"/>
          </p:cNvSpPr>
          <p:nvPr>
            <p:ph type="title"/>
          </p:nvPr>
        </p:nvSpPr>
        <p:spPr>
          <a:xfrm>
            <a:off x="423934" y="601334"/>
            <a:ext cx="11588608" cy="773852"/>
          </a:xfrm>
          <a:prstGeom prst="rect">
            <a:avLst/>
          </a:prstGeom>
        </p:spPr>
        <p:txBody>
          <a:bodyPr lIns="124335" tIns="124335" rIns="124335" bIns="124335"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r>
              <a:rPr lang="en-US"/>
              <a:t>Click to edit Master title style</a:t>
            </a:r>
            <a:endParaRPr/>
          </a:p>
        </p:txBody>
      </p:sp>
      <p:sp>
        <p:nvSpPr>
          <p:cNvPr id="27" name="Shape 27"/>
          <p:cNvSpPr txBox="1">
            <a:spLocks noGrp="1"/>
          </p:cNvSpPr>
          <p:nvPr>
            <p:ph type="sldNum" idx="12"/>
          </p:nvPr>
        </p:nvSpPr>
        <p:spPr>
          <a:xfrm>
            <a:off x="11523130" y="6301099"/>
            <a:ext cx="746270" cy="531846"/>
          </a:xfrm>
          <a:prstGeom prst="rect">
            <a:avLst/>
          </a:prstGeom>
        </p:spPr>
        <p:txBody>
          <a:bodyPr lIns="124335" tIns="124335" rIns="124335" bIns="124335" anchor="ctr" anchorCtr="0">
            <a:noAutofit/>
          </a:bodyPr>
          <a:lstStyle/>
          <a:p>
            <a:fld id="{00000000-1234-1234-1234-123412341234}" type="slidenum">
              <a:rPr lang="en" smtClean="0"/>
              <a:pPr/>
              <a:t>‹#›</a:t>
            </a:fld>
            <a:endParaRPr lang="en"/>
          </a:p>
        </p:txBody>
      </p:sp>
    </p:spTree>
    <p:extLst>
      <p:ext uri="{BB962C8B-B14F-4D97-AF65-F5344CB8AC3E}">
        <p14:creationId xmlns:p14="http://schemas.microsoft.com/office/powerpoint/2010/main" val="1237368094"/>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cSld name="Title Slide - ANIMATED">
    <p:spTree>
      <p:nvGrpSpPr>
        <p:cNvPr id="1" name=""/>
        <p:cNvGrpSpPr/>
        <p:nvPr/>
      </p:nvGrpSpPr>
      <p:grpSpPr>
        <a:xfrm>
          <a:off x="0" y="0"/>
          <a:ext cx="0" cy="0"/>
          <a:chOff x="0" y="0"/>
          <a:chExt cx="0" cy="0"/>
        </a:xfrm>
      </p:grpSpPr>
      <p:sp>
        <p:nvSpPr>
          <p:cNvPr id="12" name="Rectangle 5"/>
          <p:cNvSpPr>
            <a:spLocks noChangeArrowheads="1"/>
          </p:cNvSpPr>
          <p:nvPr/>
        </p:nvSpPr>
        <p:spPr bwMode="auto">
          <a:xfrm>
            <a:off x="3176" y="4367854"/>
            <a:ext cx="12433300" cy="2585378"/>
          </a:xfrm>
          <a:prstGeom prst="rect">
            <a:avLst/>
          </a:prstGeom>
          <a:solidFill>
            <a:srgbClr val="4DA0E2"/>
          </a:solidFill>
          <a:ln>
            <a:noFill/>
          </a:ln>
        </p:spPr>
        <p:txBody>
          <a:bodyPr vert="horz" wrap="square" lIns="90846" tIns="45423" rIns="90846" bIns="45423" numCol="1" anchor="t" anchorCtr="0" compatLnSpc="1">
            <a:prstTxWarp prst="textNoShape">
              <a:avLst/>
            </a:prstTxWarp>
          </a:bodyPr>
          <a:lstStyle/>
          <a:p>
            <a:endParaRPr lang="en-US" sz="1789"/>
          </a:p>
        </p:txBody>
      </p:sp>
      <p:sp>
        <p:nvSpPr>
          <p:cNvPr id="10" name="Rectangle 7"/>
          <p:cNvSpPr>
            <a:spLocks noChangeArrowheads="1"/>
          </p:cNvSpPr>
          <p:nvPr/>
        </p:nvSpPr>
        <p:spPr bwMode="auto">
          <a:xfrm>
            <a:off x="1" y="5806452"/>
            <a:ext cx="12433301" cy="1146779"/>
          </a:xfrm>
          <a:prstGeom prst="rect">
            <a:avLst/>
          </a:prstGeom>
          <a:solidFill>
            <a:srgbClr val="00188F"/>
          </a:solidFill>
          <a:ln>
            <a:noFill/>
          </a:ln>
        </p:spPr>
        <p:txBody>
          <a:bodyPr vert="horz" wrap="square" lIns="90846" tIns="45423" rIns="90846" bIns="45423" numCol="1" anchor="t" anchorCtr="0" compatLnSpc="1">
            <a:prstTxWarp prst="textNoShape">
              <a:avLst/>
            </a:prstTxWarp>
          </a:bodyPr>
          <a:lstStyle/>
          <a:p>
            <a:endParaRPr lang="en-US" sz="1789"/>
          </a:p>
        </p:txBody>
      </p:sp>
      <p:sp>
        <p:nvSpPr>
          <p:cNvPr id="11" name="Rectangle 8"/>
          <p:cNvSpPr>
            <a:spLocks noChangeArrowheads="1"/>
          </p:cNvSpPr>
          <p:nvPr/>
        </p:nvSpPr>
        <p:spPr bwMode="auto">
          <a:xfrm>
            <a:off x="3176" y="3388281"/>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46" tIns="45423" rIns="90846" bIns="45423" numCol="1" anchor="t" anchorCtr="0" compatLnSpc="1">
            <a:prstTxWarp prst="textNoShape">
              <a:avLst/>
            </a:prstTxWarp>
          </a:bodyPr>
          <a:lstStyle/>
          <a:p>
            <a:endParaRPr lang="en-US" sz="1789"/>
          </a:p>
        </p:txBody>
      </p:sp>
      <p:sp>
        <p:nvSpPr>
          <p:cNvPr id="13" name="Rectangle 12"/>
          <p:cNvSpPr/>
          <p:nvPr/>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7"/>
            <a:ext cx="6399213" cy="1818756"/>
          </a:xfrm>
          <a:noFill/>
        </p:spPr>
        <p:txBody>
          <a:bodyPr lIns="146304" tIns="109728" rIns="146304" bIns="109728">
            <a:noAutofit/>
          </a:bodyPr>
          <a:lstStyle>
            <a:lvl1pPr marL="0" indent="0">
              <a:spcBef>
                <a:spcPts val="0"/>
              </a:spcBef>
              <a:buNone/>
              <a:defRPr sz="3576"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61"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58332" y="6143151"/>
            <a:ext cx="1552931" cy="330546"/>
          </a:xfrm>
          <a:prstGeom prst="rect">
            <a:avLst/>
          </a:prstGeom>
        </p:spPr>
      </p:pic>
      <p:sp>
        <p:nvSpPr>
          <p:cNvPr id="8" name="Rectangle 6"/>
          <p:cNvSpPr>
            <a:spLocks noChangeArrowheads="1"/>
          </p:cNvSpPr>
          <p:nvPr/>
        </p:nvSpPr>
        <p:spPr bwMode="auto">
          <a:xfrm>
            <a:off x="3176" y="4367854"/>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46" tIns="45423" rIns="90846" bIns="45423" numCol="1" anchor="t" anchorCtr="0" compatLnSpc="1">
            <a:prstTxWarp prst="textNoShape">
              <a:avLst/>
            </a:prstTxWarp>
          </a:bodyPr>
          <a:lstStyle/>
          <a:p>
            <a:endParaRPr lang="en-US" sz="1789"/>
          </a:p>
        </p:txBody>
      </p:sp>
    </p:spTree>
    <p:extLst>
      <p:ext uri="{BB962C8B-B14F-4D97-AF65-F5344CB8AC3E}">
        <p14:creationId xmlns:p14="http://schemas.microsoft.com/office/powerpoint/2010/main" val="3698820172"/>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Lst>
  </p:timing>
  <p:hf sldNum="0" hdr="0" ftr="0" dt="0"/>
  <p:extLst>
    <p:ext uri="{DCECCB84-F9BA-43D5-87BE-67443E8EF086}">
      <p15:sldGuideLst xmlns:p15="http://schemas.microsoft.com/office/powerpoint/2012/main">
        <p15:guide id="4" orient="horz" pos="4406">
          <p15:clr>
            <a:srgbClr val="C35EA4"/>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cSld name="Content + Image Slide">
    <p:spTree>
      <p:nvGrpSpPr>
        <p:cNvPr id="1" name=""/>
        <p:cNvGrpSpPr/>
        <p:nvPr/>
      </p:nvGrpSpPr>
      <p:grpSpPr>
        <a:xfrm>
          <a:off x="0" y="0"/>
          <a:ext cx="0" cy="0"/>
          <a:chOff x="0" y="0"/>
          <a:chExt cx="0" cy="0"/>
        </a:xfrm>
      </p:grpSpPr>
      <p:sp>
        <p:nvSpPr>
          <p:cNvPr id="12" name="Title 11"/>
          <p:cNvSpPr>
            <a:spLocks noGrp="1"/>
          </p:cNvSpPr>
          <p:nvPr>
            <p:ph type="title" hasCustomPrompt="1"/>
          </p:nvPr>
        </p:nvSpPr>
        <p:spPr>
          <a:xfrm>
            <a:off x="233184" y="231669"/>
            <a:ext cx="11970107" cy="648674"/>
          </a:xfrm>
        </p:spPr>
        <p:txBody>
          <a:bodyPr/>
          <a:lstStyle>
            <a:lvl1pPr>
              <a:defRPr baseline="0">
                <a:solidFill>
                  <a:schemeClr val="accent1"/>
                </a:solidFill>
              </a:defRPr>
            </a:lvl1pPr>
          </a:lstStyle>
          <a:p>
            <a:r>
              <a:rPr lang="en-US"/>
              <a:t>Title of slide (Content &amp; image slide)</a:t>
            </a:r>
          </a:p>
        </p:txBody>
      </p:sp>
      <p:sp>
        <p:nvSpPr>
          <p:cNvPr id="14" name="Picture Placeholder 8"/>
          <p:cNvSpPr>
            <a:spLocks noGrp="1"/>
          </p:cNvSpPr>
          <p:nvPr>
            <p:ph type="pic" sz="quarter" idx="12"/>
          </p:nvPr>
        </p:nvSpPr>
        <p:spPr>
          <a:xfrm>
            <a:off x="391749" y="1850135"/>
            <a:ext cx="5683046" cy="1220572"/>
          </a:xfrm>
        </p:spPr>
        <p:txBody>
          <a:bodyPr tIns="0"/>
          <a:lstStyle>
            <a:lvl1pPr>
              <a:defRPr>
                <a:solidFill>
                  <a:schemeClr val="tx2"/>
                </a:solidFill>
              </a:defRPr>
            </a:lvl1pPr>
          </a:lstStyle>
          <a:p>
            <a:r>
              <a:rPr lang="en-US"/>
              <a:t>Click icon to add picture</a:t>
            </a:r>
          </a:p>
        </p:txBody>
      </p:sp>
      <p:sp>
        <p:nvSpPr>
          <p:cNvPr id="17" name="Text Placeholder 6"/>
          <p:cNvSpPr>
            <a:spLocks noGrp="1"/>
          </p:cNvSpPr>
          <p:nvPr>
            <p:ph type="body" sz="quarter" idx="11" hasCustomPrompt="1"/>
          </p:nvPr>
        </p:nvSpPr>
        <p:spPr>
          <a:xfrm>
            <a:off x="6295966" y="1850135"/>
            <a:ext cx="5907325" cy="3787365"/>
          </a:xfrm>
        </p:spPr>
        <p:txBody>
          <a:bodyPr tIns="0"/>
          <a:lstStyle>
            <a:lvl1pPr>
              <a:lnSpc>
                <a:spcPct val="100000"/>
              </a:lnSpc>
              <a:spcBef>
                <a:spcPts val="608"/>
              </a:spcBef>
              <a:spcAft>
                <a:spcPts val="0"/>
              </a:spcAft>
              <a:defRPr spc="-30" baseline="0">
                <a:solidFill>
                  <a:schemeClr val="tx2"/>
                </a:solidFill>
              </a:defRPr>
            </a:lvl1pPr>
            <a:lvl2pPr marL="741322" indent="-277996">
              <a:spcBef>
                <a:spcPts val="608"/>
              </a:spcBef>
              <a:buClr>
                <a:schemeClr val="tx2"/>
              </a:buClr>
              <a:buSzPct val="75000"/>
              <a:buFont typeface="Wingdings" panose="05000000000000000000" pitchFamily="2" charset="2"/>
              <a:buChar char="§"/>
              <a:defRPr/>
            </a:lvl2pPr>
          </a:lstStyle>
          <a:p>
            <a:pPr lvl="0"/>
            <a:r>
              <a:rPr lang="en-US"/>
              <a:t>Add content here</a:t>
            </a:r>
          </a:p>
          <a:p>
            <a:pPr lvl="1"/>
            <a:r>
              <a:rPr lang="en-US"/>
              <a:t>Sub content here</a:t>
            </a:r>
          </a:p>
          <a:p>
            <a:pPr lvl="0"/>
            <a:r>
              <a:rPr lang="en-US"/>
              <a:t>Try to use short phrases and keywords</a:t>
            </a:r>
          </a:p>
          <a:p>
            <a:pPr lvl="0"/>
            <a:r>
              <a:rPr lang="en-US"/>
              <a:t>Use speaker notes for longer explanations</a:t>
            </a:r>
          </a:p>
        </p:txBody>
      </p:sp>
      <p:sp>
        <p:nvSpPr>
          <p:cNvPr id="23" name="Text Placeholder 3"/>
          <p:cNvSpPr>
            <a:spLocks noGrp="1"/>
          </p:cNvSpPr>
          <p:nvPr>
            <p:ph type="body" sz="quarter" idx="36" hasCustomPrompt="1"/>
          </p:nvPr>
        </p:nvSpPr>
        <p:spPr>
          <a:xfrm>
            <a:off x="233184" y="926677"/>
            <a:ext cx="11970107" cy="564129"/>
          </a:xfrm>
        </p:spPr>
        <p:txBody>
          <a:bodyPr lIns="146304" tIns="0" bIns="0" anchor="t" anchorCtr="0"/>
          <a:lstStyle>
            <a:lvl1pPr>
              <a:defRPr baseline="0"/>
            </a:lvl1pPr>
          </a:lstStyle>
          <a:p>
            <a:pPr lvl="0"/>
            <a:r>
              <a:rPr lang="en-US"/>
              <a:t>Title of sub header</a:t>
            </a:r>
          </a:p>
        </p:txBody>
      </p:sp>
    </p:spTree>
    <p:extLst>
      <p:ext uri="{BB962C8B-B14F-4D97-AF65-F5344CB8AC3E}">
        <p14:creationId xmlns:p14="http://schemas.microsoft.com/office/powerpoint/2010/main" val="515501047"/>
      </p:ext>
    </p:extLst>
  </p:cSld>
  <p:clrMapOvr>
    <a:masterClrMapping/>
  </p:clrMapOvr>
  <p:hf sldNum="0"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92504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 ANIMATED">
    <p:spTree>
      <p:nvGrpSpPr>
        <p:cNvPr id="1" name=""/>
        <p:cNvGrpSpPr/>
        <p:nvPr/>
      </p:nvGrpSpPr>
      <p:grpSpPr>
        <a:xfrm>
          <a:off x="0" y="0"/>
          <a:ext cx="0" cy="0"/>
          <a:chOff x="0" y="0"/>
          <a:chExt cx="0" cy="0"/>
        </a:xfrm>
      </p:grpSpPr>
      <p:sp>
        <p:nvSpPr>
          <p:cNvPr id="12" name="Rectangle 5"/>
          <p:cNvSpPr>
            <a:spLocks noChangeArrowheads="1"/>
          </p:cNvSpPr>
          <p:nvPr userDrawn="1"/>
        </p:nvSpPr>
        <p:spPr bwMode="auto">
          <a:xfrm>
            <a:off x="3178" y="4367856"/>
            <a:ext cx="12433300" cy="2585378"/>
          </a:xfrm>
          <a:prstGeom prst="rect">
            <a:avLst/>
          </a:prstGeom>
          <a:solidFill>
            <a:srgbClr val="4DA0E2"/>
          </a:solidFill>
          <a:ln>
            <a:noFill/>
          </a:ln>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
        <p:nvSpPr>
          <p:cNvPr id="10" name="Rectangle 7"/>
          <p:cNvSpPr>
            <a:spLocks noChangeArrowheads="1"/>
          </p:cNvSpPr>
          <p:nvPr userDrawn="1"/>
        </p:nvSpPr>
        <p:spPr bwMode="auto">
          <a:xfrm>
            <a:off x="3" y="5806452"/>
            <a:ext cx="12433301" cy="1146779"/>
          </a:xfrm>
          <a:prstGeom prst="rect">
            <a:avLst/>
          </a:prstGeom>
          <a:solidFill>
            <a:srgbClr val="00188F"/>
          </a:solidFill>
          <a:ln>
            <a:noFill/>
          </a:ln>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
        <p:nvSpPr>
          <p:cNvPr id="11" name="Rectangle 8"/>
          <p:cNvSpPr>
            <a:spLocks noChangeArrowheads="1"/>
          </p:cNvSpPr>
          <p:nvPr userDrawn="1"/>
        </p:nvSpPr>
        <p:spPr bwMode="auto">
          <a:xfrm>
            <a:off x="3178" y="3388283"/>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
        <p:nvSpPr>
          <p:cNvPr id="13" name="Rectangle 12"/>
          <p:cNvSpPr/>
          <p:nvPr userDrawn="1"/>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marL="0" marR="0" lvl="0" indent="0" algn="ctr" defTabSz="925995" rtl="0" eaLnBrk="1" fontAlgn="base" latinLnBrk="0" hangingPunct="1">
              <a:lnSpc>
                <a:spcPct val="90000"/>
              </a:lnSpc>
              <a:spcBef>
                <a:spcPct val="0"/>
              </a:spcBef>
              <a:spcAft>
                <a:spcPct val="0"/>
              </a:spcAft>
              <a:buClrTx/>
              <a:buSzTx/>
              <a:buFontTx/>
              <a:buNone/>
              <a:tabLst/>
              <a:defRPr/>
            </a:pPr>
            <a:endParaRPr kumimoji="0" lang="en-US" sz="2385"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9"/>
            <a:ext cx="6399213" cy="1818756"/>
          </a:xfrm>
          <a:noFill/>
        </p:spPr>
        <p:txBody>
          <a:bodyPr lIns="146304" tIns="109728" rIns="146304" bIns="109728">
            <a:noAutofit/>
          </a:bodyPr>
          <a:lstStyle>
            <a:lvl1pPr marL="0" indent="0">
              <a:spcBef>
                <a:spcPts val="0"/>
              </a:spcBef>
              <a:buNone/>
              <a:defRPr sz="3574"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59"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userDrawn="1"/>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3"/>
            <a:ext cx="1552931" cy="330546"/>
          </a:xfrm>
          <a:prstGeom prst="rect">
            <a:avLst/>
          </a:prstGeom>
        </p:spPr>
      </p:pic>
      <p:sp>
        <p:nvSpPr>
          <p:cNvPr id="8" name="Rectangle 6"/>
          <p:cNvSpPr>
            <a:spLocks noChangeArrowheads="1"/>
          </p:cNvSpPr>
          <p:nvPr userDrawn="1"/>
        </p:nvSpPr>
        <p:spPr bwMode="auto">
          <a:xfrm>
            <a:off x="3178" y="4367856"/>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62526395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Lst>
  </p:timing>
  <p:extLst>
    <p:ext uri="{DCECCB84-F9BA-43D5-87BE-67443E8EF086}">
      <p15:sldGuideLst xmlns:p15="http://schemas.microsoft.com/office/powerpoint/2012/main">
        <p15:guide id="1" orient="horz" pos="4494">
          <p15:clr>
            <a:srgbClr val="C35EA4"/>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Section Title Accent Color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lgn="l" defTabSz="926264" rtl="0" eaLnBrk="1" latinLnBrk="0" hangingPunct="1">
              <a:lnSpc>
                <a:spcPct val="90000"/>
              </a:lnSpc>
              <a:spcBef>
                <a:spcPct val="0"/>
              </a:spcBef>
              <a:buNone/>
              <a:defRPr lang="en-US" sz="8741" b="0" kern="1200" cap="none" spc="-99" baseline="0" dirty="0">
                <a:ln w="3175">
                  <a:noFill/>
                </a:ln>
                <a:gradFill>
                  <a:gsLst>
                    <a:gs pos="75912">
                      <a:schemeClr val="tx1"/>
                    </a:gs>
                    <a:gs pos="34307">
                      <a:schemeClr val="tx1"/>
                    </a:gs>
                    <a:gs pos="43000">
                      <a:schemeClr val="tx1"/>
                    </a:gs>
                  </a:gsLst>
                  <a:lin ang="5400000" scaled="0"/>
                </a:gra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39128430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1"/>
          </p:nvPr>
        </p:nvSpPr>
        <p:spPr>
          <a:xfrm>
            <a:off x="274639" y="1205144"/>
            <a:ext cx="11889564" cy="2045940"/>
          </a:xfrm>
        </p:spPr>
        <p:txBody>
          <a:bodyPr/>
          <a:lstStyle>
            <a:lvl1pPr marL="0" indent="0">
              <a:buNone/>
              <a:defRPr/>
            </a:lvl1pPr>
            <a:lvl2pPr marL="28375" indent="0">
              <a:buNone/>
              <a:defRPr sz="1987"/>
            </a:lvl2pPr>
            <a:lvl3pPr marL="222283" indent="0">
              <a:buNone/>
              <a:defRPr sz="1987"/>
            </a:lvl3pPr>
            <a:lvl4pPr marL="472943" indent="0">
              <a:buNone/>
              <a:defRPr sz="1789"/>
            </a:lvl4pPr>
            <a:lvl5pPr marL="734636" indent="0">
              <a:buNone/>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7609163"/>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1" y="1205143"/>
            <a:ext cx="11887200" cy="2214141"/>
          </a:xfrm>
        </p:spPr>
        <p:txBody>
          <a:bodyPr>
            <a:spAutoFit/>
          </a:bodyPr>
          <a:lstStyle>
            <a:lvl3pPr>
              <a:defRPr sz="2385"/>
            </a:lvl3pPr>
            <a:lvl4pPr>
              <a:defRPr sz="1987"/>
            </a:lvl4pPr>
            <a:lvl5pPr>
              <a:defRPr sz="198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9923949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4"/>
            <a:ext cx="5486399" cy="2520177"/>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4"/>
            <a:ext cx="5486399" cy="2520177"/>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90724976"/>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4"/>
            <a:ext cx="5486399" cy="25875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4"/>
            <a:ext cx="5486399" cy="25875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0666690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21701904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Big Idea Layout">
    <p:spTree>
      <p:nvGrpSpPr>
        <p:cNvPr id="1" name=""/>
        <p:cNvGrpSpPr/>
        <p:nvPr/>
      </p:nvGrpSpPr>
      <p:grpSpPr>
        <a:xfrm>
          <a:off x="0" y="0"/>
          <a:ext cx="0" cy="0"/>
          <a:chOff x="0" y="0"/>
          <a:chExt cx="0" cy="0"/>
        </a:xfrm>
      </p:grpSpPr>
      <p:sp>
        <p:nvSpPr>
          <p:cNvPr id="2" name="Title 1"/>
          <p:cNvSpPr>
            <a:spLocks noGrp="1"/>
          </p:cNvSpPr>
          <p:nvPr>
            <p:ph type="title"/>
          </p:nvPr>
        </p:nvSpPr>
        <p:spPr>
          <a:xfrm>
            <a:off x="282576" y="1203568"/>
            <a:ext cx="11889564" cy="911744"/>
          </a:xfrm>
        </p:spPr>
        <p:txBody>
          <a:bodyPr/>
          <a:lstStyle>
            <a:lvl1pPr>
              <a:defRPr sz="7149" baseline="0"/>
            </a:lvl1pPr>
          </a:lstStyle>
          <a:p>
            <a:r>
              <a:rPr lang="en-US"/>
              <a:t>Click to edit Master title style</a:t>
            </a:r>
          </a:p>
        </p:txBody>
      </p:sp>
    </p:spTree>
    <p:extLst>
      <p:ext uri="{BB962C8B-B14F-4D97-AF65-F5344CB8AC3E}">
        <p14:creationId xmlns:p14="http://schemas.microsoft.com/office/powerpoint/2010/main" val="3502019191"/>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Fact Layout">
    <p:spTree>
      <p:nvGrpSpPr>
        <p:cNvPr id="1" name=""/>
        <p:cNvGrpSpPr/>
        <p:nvPr/>
      </p:nvGrpSpPr>
      <p:grpSpPr>
        <a:xfrm>
          <a:off x="0" y="0"/>
          <a:ext cx="0" cy="0"/>
          <a:chOff x="0" y="0"/>
          <a:chExt cx="0" cy="0"/>
        </a:xfrm>
      </p:grpSpPr>
      <p:sp>
        <p:nvSpPr>
          <p:cNvPr id="2" name="Title 1"/>
          <p:cNvSpPr>
            <a:spLocks noGrp="1"/>
          </p:cNvSpPr>
          <p:nvPr>
            <p:ph type="title"/>
          </p:nvPr>
        </p:nvSpPr>
        <p:spPr>
          <a:xfrm>
            <a:off x="2113228" y="2112155"/>
            <a:ext cx="8219813" cy="1817178"/>
          </a:xfrm>
        </p:spPr>
        <p:txBody>
          <a:bodyPr/>
          <a:lstStyle>
            <a:lvl1pPr>
              <a:defRPr sz="5959" baseline="0"/>
            </a:lvl1pPr>
          </a:lstStyle>
          <a:p>
            <a:r>
              <a:rPr lang="en-US"/>
              <a:t>Click to edit Master title style</a:t>
            </a:r>
          </a:p>
        </p:txBody>
      </p:sp>
    </p:spTree>
    <p:extLst>
      <p:ext uri="{BB962C8B-B14F-4D97-AF65-F5344CB8AC3E}">
        <p14:creationId xmlns:p14="http://schemas.microsoft.com/office/powerpoint/2010/main" val="741329650"/>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Quote Layout">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1194172"/>
            <a:ext cx="10058399" cy="911744"/>
          </a:xfrm>
        </p:spPr>
        <p:txBody>
          <a:bodyPr/>
          <a:lstStyle>
            <a:lvl1pPr marL="231743" indent="-231743">
              <a:defRPr sz="5959" baseline="0"/>
            </a:lvl1pPr>
          </a:lstStyle>
          <a:p>
            <a:r>
              <a:rPr lang="en-US"/>
              <a:t>“Sample quote goes here. Design is easier than it looks, and more important than it seems.”</a:t>
            </a:r>
          </a:p>
        </p:txBody>
      </p:sp>
      <p:sp>
        <p:nvSpPr>
          <p:cNvPr id="4" name="Text Placeholder 3"/>
          <p:cNvSpPr>
            <a:spLocks noGrp="1"/>
          </p:cNvSpPr>
          <p:nvPr>
            <p:ph type="body" sz="quarter" idx="10" hasCustomPrompt="1"/>
          </p:nvPr>
        </p:nvSpPr>
        <p:spPr>
          <a:xfrm>
            <a:off x="5761038" y="5093463"/>
            <a:ext cx="5486400" cy="1064255"/>
          </a:xfrm>
        </p:spPr>
        <p:txBody>
          <a:bodyPr/>
          <a:lstStyle>
            <a:lvl1pPr marL="0" indent="0">
              <a:spcBef>
                <a:spcPts val="0"/>
              </a:spcBef>
              <a:buNone/>
              <a:defRPr sz="3177" baseline="0">
                <a:latin typeface="+mj-lt"/>
              </a:defRPr>
            </a:lvl1pPr>
          </a:lstStyle>
          <a:p>
            <a:pPr lvl="0"/>
            <a:r>
              <a:rPr lang="en-US"/>
              <a:t>Author Name</a:t>
            </a:r>
          </a:p>
          <a:p>
            <a:pPr lvl="0"/>
            <a:r>
              <a:rPr lang="en-US"/>
              <a:t>Title</a:t>
            </a:r>
          </a:p>
        </p:txBody>
      </p:sp>
    </p:spTree>
    <p:extLst>
      <p:ext uri="{BB962C8B-B14F-4D97-AF65-F5344CB8AC3E}">
        <p14:creationId xmlns:p14="http://schemas.microsoft.com/office/powerpoint/2010/main" val="11955693"/>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Quote Layout_Accent Color 2">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2112157"/>
            <a:ext cx="10058399" cy="911744"/>
          </a:xfrm>
        </p:spPr>
        <p:txBody>
          <a:bodyPr/>
          <a:lstStyle>
            <a:lvl1pPr marL="280610" indent="-280610">
              <a:tabLst>
                <a:tab pos="280610" algn="l"/>
              </a:tabLst>
              <a:defRPr sz="5959" baseline="0"/>
            </a:lvl1pPr>
          </a:lstStyle>
          <a:p>
            <a:r>
              <a:rPr lang="en-US"/>
              <a:t>“	Add a quote here. Design is easier than it looks, and more important than it seems.”</a:t>
            </a:r>
          </a:p>
        </p:txBody>
      </p:sp>
      <p:sp>
        <p:nvSpPr>
          <p:cNvPr id="4" name="Text Placeholder 3"/>
          <p:cNvSpPr>
            <a:spLocks noGrp="1"/>
          </p:cNvSpPr>
          <p:nvPr>
            <p:ph type="body" sz="quarter" idx="10" hasCustomPrompt="1"/>
          </p:nvPr>
        </p:nvSpPr>
        <p:spPr>
          <a:xfrm>
            <a:off x="5761038" y="4837906"/>
            <a:ext cx="5486400" cy="1064255"/>
          </a:xfrm>
        </p:spPr>
        <p:txBody>
          <a:bodyPr/>
          <a:lstStyle>
            <a:lvl1pPr marL="0" indent="0">
              <a:spcBef>
                <a:spcPts val="0"/>
              </a:spcBef>
              <a:buNone/>
              <a:defRPr sz="3177" baseline="0">
                <a:latin typeface="+mj-lt"/>
              </a:defRPr>
            </a:lvl1pPr>
          </a:lstStyle>
          <a:p>
            <a:pPr lvl="0"/>
            <a:r>
              <a:rPr lang="en-US"/>
              <a:t>Author’s Name</a:t>
            </a:r>
          </a:p>
          <a:p>
            <a:pPr lvl="0"/>
            <a:r>
              <a:rPr lang="en-US"/>
              <a:t>Title</a:t>
            </a:r>
          </a:p>
        </p:txBody>
      </p:sp>
    </p:spTree>
    <p:extLst>
      <p:ext uri="{BB962C8B-B14F-4D97-AF65-F5344CB8AC3E}">
        <p14:creationId xmlns:p14="http://schemas.microsoft.com/office/powerpoint/2010/main" val="345036815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Big Idea &amp; 3 Points">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282579" y="2415019"/>
            <a:ext cx="11887200" cy="926636"/>
          </a:xfrm>
        </p:spPr>
        <p:txBody>
          <a:bodyPr/>
          <a:lstStyle>
            <a:lvl1pPr marL="0" indent="0">
              <a:buNone/>
              <a:defRPr sz="5363">
                <a:gradFill>
                  <a:gsLst>
                    <a:gs pos="3333">
                      <a:schemeClr val="tx1"/>
                    </a:gs>
                    <a:gs pos="39000">
                      <a:schemeClr val="tx1"/>
                    </a:gs>
                  </a:gsLst>
                  <a:lin ang="5400000" scaled="0"/>
                </a:gradFill>
              </a:defRPr>
            </a:lvl1pPr>
            <a:lvl2pPr marL="0" indent="0">
              <a:buFontTx/>
              <a:buNone/>
              <a:defRPr sz="1987"/>
            </a:lvl2pPr>
            <a:lvl3pPr marL="227013" indent="0">
              <a:buNone/>
              <a:defRPr/>
            </a:lvl3pPr>
            <a:lvl4pPr marL="454024" indent="0">
              <a:buNone/>
              <a:defRPr/>
            </a:lvl4pPr>
            <a:lvl5pPr marL="681037" indent="0">
              <a:buNone/>
              <a:defRPr/>
            </a:lvl5pPr>
          </a:lstStyle>
          <a:p>
            <a:pPr lvl="0"/>
            <a:r>
              <a:rPr lang="en-US"/>
              <a:t>Click to edit Master text styles</a:t>
            </a:r>
          </a:p>
        </p:txBody>
      </p:sp>
      <p:sp>
        <p:nvSpPr>
          <p:cNvPr id="4" name="Title 1"/>
          <p:cNvSpPr>
            <a:spLocks noGrp="1"/>
          </p:cNvSpPr>
          <p:nvPr>
            <p:ph type="title"/>
          </p:nvPr>
        </p:nvSpPr>
        <p:spPr>
          <a:xfrm>
            <a:off x="282576" y="1203568"/>
            <a:ext cx="11889564" cy="911744"/>
          </a:xfrm>
        </p:spPr>
        <p:txBody>
          <a:bodyPr/>
          <a:lstStyle>
            <a:lvl1pPr>
              <a:defRPr sz="7149" baseline="0">
                <a:gradFill>
                  <a:gsLst>
                    <a:gs pos="1250">
                      <a:schemeClr val="tx1"/>
                    </a:gs>
                    <a:gs pos="100000">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2851861787"/>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2" y="1233537"/>
            <a:ext cx="5486399" cy="1787207"/>
          </a:xfrm>
        </p:spPr>
        <p:txBody>
          <a:bodyPr/>
          <a:lstStyle>
            <a:lvl1pPr>
              <a:defRPr sz="6555"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8"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2271673091"/>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50-50 Left Photo Layout">
    <p:spTree>
      <p:nvGrpSpPr>
        <p:cNvPr id="1" name=""/>
        <p:cNvGrpSpPr/>
        <p:nvPr/>
      </p:nvGrpSpPr>
      <p:grpSpPr>
        <a:xfrm>
          <a:off x="0" y="0"/>
          <a:ext cx="0" cy="0"/>
          <a:chOff x="0" y="0"/>
          <a:chExt cx="0" cy="0"/>
        </a:xfrm>
      </p:grpSpPr>
      <p:sp>
        <p:nvSpPr>
          <p:cNvPr id="2" name="Title 1"/>
          <p:cNvSpPr>
            <a:spLocks noGrp="1"/>
          </p:cNvSpPr>
          <p:nvPr>
            <p:ph type="title"/>
          </p:nvPr>
        </p:nvSpPr>
        <p:spPr>
          <a:xfrm>
            <a:off x="6675439" y="1233539"/>
            <a:ext cx="5486399" cy="911744"/>
          </a:xfrm>
        </p:spPr>
        <p:txBody>
          <a:bodyPr/>
          <a:lstStyle>
            <a:lvl1pPr>
              <a:defRPr sz="6555" baseline="0">
                <a:gradFill>
                  <a:gsLst>
                    <a:gs pos="1250">
                      <a:schemeClr val="tx1"/>
                    </a:gs>
                    <a:gs pos="100000">
                      <a:schemeClr val="tx1"/>
                    </a:gs>
                  </a:gsLst>
                  <a:lin ang="5400000" scaled="0"/>
                </a:gradFill>
              </a:defRPr>
            </a:lvl1pPr>
          </a:lstStyle>
          <a:p>
            <a:r>
              <a:rPr lang="en-US"/>
              <a:t>Click to edit Master title style</a:t>
            </a:r>
          </a:p>
        </p:txBody>
      </p:sp>
      <p:sp>
        <p:nvSpPr>
          <p:cNvPr id="4" name="Picture Placeholder 4"/>
          <p:cNvSpPr>
            <a:spLocks noGrp="1"/>
          </p:cNvSpPr>
          <p:nvPr>
            <p:ph type="pic" sz="quarter" idx="10"/>
          </p:nvPr>
        </p:nvSpPr>
        <p:spPr bwMode="ltGray">
          <a:xfrm>
            <a:off x="0" y="1"/>
            <a:ext cx="6216650" cy="6944147"/>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388" b="1">
                <a:gradFill>
                  <a:gsLst>
                    <a:gs pos="13139">
                      <a:srgbClr val="FFFFFF"/>
                    </a:gs>
                    <a:gs pos="38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2297102696"/>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Blank Accent Color 2">
    <p:spTree>
      <p:nvGrpSpPr>
        <p:cNvPr id="1" name=""/>
        <p:cNvGrpSpPr/>
        <p:nvPr/>
      </p:nvGrpSpPr>
      <p:grpSpPr>
        <a:xfrm>
          <a:off x="0" y="0"/>
          <a:ext cx="0" cy="0"/>
          <a:chOff x="0" y="0"/>
          <a:chExt cx="0" cy="0"/>
        </a:xfrm>
      </p:grpSpPr>
    </p:spTree>
    <p:extLst>
      <p:ext uri="{BB962C8B-B14F-4D97-AF65-F5344CB8AC3E}">
        <p14:creationId xmlns:p14="http://schemas.microsoft.com/office/powerpoint/2010/main" val="93999103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lack Notes slide Layout">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41" y="1205144"/>
            <a:ext cx="11887200" cy="2428216"/>
          </a:xfrm>
          <a:prstGeom prst="rect">
            <a:avLst/>
          </a:prstGeom>
        </p:spPr>
        <p:txBody>
          <a:bodyPr/>
          <a:lstStyle>
            <a:lvl1pPr marL="288495" indent="-288495">
              <a:buClr>
                <a:schemeClr val="tx1"/>
              </a:buClr>
              <a:buSzPct val="90000"/>
              <a:buFont typeface="Wingdings" panose="05000000000000000000" pitchFamily="2" charset="2"/>
              <a:buChar char="§"/>
              <a:defRPr sz="3574">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531" indent="-279038">
              <a:buClr>
                <a:schemeClr val="tx1"/>
              </a:buClr>
              <a:buSzPct val="90000"/>
              <a:buFont typeface="Wingdings" panose="05000000000000000000" pitchFamily="2" charset="2"/>
              <a:buChar char="§"/>
              <a:defRPr sz="3177">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026" indent="-288495">
              <a:buClr>
                <a:schemeClr val="tx1"/>
              </a:buClr>
              <a:buSzPct val="90000"/>
              <a:buFont typeface="Wingdings" panose="05000000000000000000" pitchFamily="2" charset="2"/>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039" indent="-227013">
              <a:buClr>
                <a:schemeClr val="tx1"/>
              </a:buClr>
              <a:buSzPct val="90000"/>
              <a:buFont typeface="Wingdings" panose="05000000000000000000" pitchFamily="2" charset="2"/>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050" indent="-227013">
              <a:buClr>
                <a:schemeClr val="tx1"/>
              </a:buClr>
              <a:buSzPct val="90000"/>
              <a:buFont typeface="Wingdings" panose="05000000000000000000" pitchFamily="2" charset="2"/>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4" y="6322639"/>
            <a:ext cx="12436476" cy="627437"/>
          </a:xfrm>
          <a:prstGeom prst="rect">
            <a:avLst/>
          </a:prstGeom>
          <a:solidFill>
            <a:srgbClr val="FFFC9E"/>
          </a:solidFill>
        </p:spPr>
        <p:txBody>
          <a:bodyPr wrap="square" lIns="155457" tIns="77729" rIns="155457" bIns="77729" anchor="b" anchorCtr="0">
            <a:noAutofit/>
          </a:bodyPr>
          <a:lstStyle>
            <a:lvl1pPr algn="r">
              <a:buFont typeface="Arial" pitchFamily="34" charset="0"/>
              <a:buNone/>
              <a:defRPr sz="3674"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04239823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losing logo slide_color">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54477"/>
            <a:ext cx="11887199" cy="400624"/>
          </a:xfrm>
          <a:prstGeom prst="rect">
            <a:avLst/>
          </a:prstGeom>
          <a:noFill/>
          <a:ln w="12700">
            <a:noFill/>
            <a:miter lim="800000"/>
            <a:headEnd type="none" w="sm" len="sm"/>
            <a:tailEnd type="none" w="sm" len="sm"/>
          </a:ln>
          <a:effectLst/>
        </p:spPr>
        <p:txBody>
          <a:bodyPr vert="horz" wrap="square" lIns="181666" tIns="145332" rIns="181666" bIns="145332" numCol="1" anchor="t" anchorCtr="0" compatLnSpc="1">
            <a:prstTxWarp prst="textNoShape">
              <a:avLst/>
            </a:prstTxWarp>
            <a:spAutoFit/>
          </a:bodyPr>
          <a:lstStyle/>
          <a:p>
            <a:pPr defTabSz="925992" eaLnBrk="0" hangingPunct="0"/>
            <a:r>
              <a:rPr lang="en-US" sz="695">
                <a:gradFill>
                  <a:gsLst>
                    <a:gs pos="0">
                      <a:schemeClr val="tx1"/>
                    </a:gs>
                    <a:gs pos="100000">
                      <a:schemeClr val="tx1"/>
                    </a:gs>
                  </a:gsLst>
                  <a:lin ang="5400000" scaled="0"/>
                </a:gradFill>
                <a:cs typeface="Segoe UI" pitchFamily="34" charset="0"/>
              </a:rPr>
              <a:t>© 2016 Microsoft Corporation. All rights reserved. </a:t>
            </a:r>
          </a:p>
        </p:txBody>
      </p:sp>
      <p:pic>
        <p:nvPicPr>
          <p:cNvPr id="4" name="Picture 3"/>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bwMode="invGray">
          <a:xfrm>
            <a:off x="459234" y="3125053"/>
            <a:ext cx="3291840" cy="701351"/>
          </a:xfrm>
          <a:prstGeom prst="rect">
            <a:avLst/>
          </a:prstGeom>
        </p:spPr>
      </p:pic>
      <p:pic>
        <p:nvPicPr>
          <p:cNvPr id="3" name="Picture 2" hidden="1"/>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40946" y="2426389"/>
            <a:ext cx="4698293" cy="2092427"/>
          </a:xfrm>
          <a:prstGeom prst="rect">
            <a:avLst/>
          </a:prstGeom>
        </p:spPr>
      </p:pic>
    </p:spTree>
    <p:extLst>
      <p:ext uri="{BB962C8B-B14F-4D97-AF65-F5344CB8AC3E}">
        <p14:creationId xmlns:p14="http://schemas.microsoft.com/office/powerpoint/2010/main" val="198457846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ction Title Accent Color 3">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174351"/>
          </a:xfrm>
          <a:noFill/>
        </p:spPr>
        <p:txBody>
          <a:bodyPr tIns="91440" bIns="91440" anchor="t" anchorCtr="0">
            <a:spAutoFit/>
          </a:bodyPr>
          <a:lstStyle>
            <a:lvl1pPr>
              <a:defRPr sz="7151"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192737680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Speaker not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US"/>
              <a:t>Click to add title</a:t>
            </a:r>
          </a:p>
        </p:txBody>
      </p:sp>
      <p:sp>
        <p:nvSpPr>
          <p:cNvPr id="5" name="Text Placeholder 15"/>
          <p:cNvSpPr>
            <a:spLocks noGrp="1"/>
          </p:cNvSpPr>
          <p:nvPr>
            <p:ph type="body" sz="quarter" idx="14" hasCustomPrompt="1"/>
          </p:nvPr>
        </p:nvSpPr>
        <p:spPr>
          <a:xfrm>
            <a:off x="231627" y="1621687"/>
            <a:ext cx="11584484" cy="2217217"/>
          </a:xfrm>
        </p:spPr>
        <p:txBody>
          <a:bodyPr/>
          <a:lstStyle>
            <a:lvl1pPr>
              <a:buClr>
                <a:schemeClr val="bg1"/>
              </a:buCl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speaker notes</a:t>
            </a:r>
          </a:p>
          <a:p>
            <a:pPr lvl="1"/>
            <a:r>
              <a:rPr lang="en-US"/>
              <a:t>Second level</a:t>
            </a:r>
          </a:p>
          <a:p>
            <a:pPr lvl="2"/>
            <a:r>
              <a:rPr lang="en-US"/>
              <a:t>Third level</a:t>
            </a:r>
          </a:p>
          <a:p>
            <a:pPr lvl="3"/>
            <a:r>
              <a:rPr lang="en-US"/>
              <a:t>Fourth level</a:t>
            </a:r>
          </a:p>
          <a:p>
            <a:pPr lvl="4"/>
            <a:r>
              <a:rPr lang="en-US"/>
              <a:t>Fifth level</a:t>
            </a:r>
          </a:p>
        </p:txBody>
      </p:sp>
      <p:sp>
        <p:nvSpPr>
          <p:cNvPr id="6" name="Text Placeholder 6"/>
          <p:cNvSpPr>
            <a:spLocks noGrp="1"/>
          </p:cNvSpPr>
          <p:nvPr>
            <p:ph type="body" sz="quarter" idx="11" hasCustomPrompt="1"/>
          </p:nvPr>
        </p:nvSpPr>
        <p:spPr>
          <a:xfrm>
            <a:off x="4" y="6322640"/>
            <a:ext cx="12436476" cy="627437"/>
          </a:xfrm>
          <a:prstGeom prst="rect">
            <a:avLst/>
          </a:prstGeom>
          <a:solidFill>
            <a:srgbClr val="FFFF99"/>
          </a:solidFill>
        </p:spPr>
        <p:txBody>
          <a:bodyPr wrap="square" lIns="152394" tIns="76197" rIns="152394" bIns="76197" anchor="b" anchorCtr="0">
            <a:noAutofit/>
          </a:bodyPr>
          <a:lstStyle>
            <a:lvl1pPr algn="r">
              <a:buFont typeface="Arial" pitchFamily="34" charset="0"/>
              <a:buNone/>
              <a:defRPr sz="3750" spc="-61" baseline="0">
                <a:gradFill>
                  <a:gsLst>
                    <a:gs pos="0">
                      <a:srgbClr val="000000"/>
                    </a:gs>
                    <a:gs pos="100000">
                      <a:srgbClr val="000000"/>
                    </a:gs>
                  </a:gsLst>
                  <a:lin ang="5400000" scaled="0"/>
                </a:gradFill>
                <a:effectLst/>
                <a:latin typeface="Segoe UI Light" pitchFamily="34" charset="0"/>
                <a:ea typeface="Segoe UI" pitchFamily="34" charset="0"/>
                <a:cs typeface="Segoe UI" pitchFamily="34" charset="0"/>
              </a:defRPr>
            </a:lvl1pPr>
          </a:lstStyle>
          <a:p>
            <a:pPr lvl="0"/>
            <a:r>
              <a:rPr lang="en-US"/>
              <a:t>Next slide topic</a:t>
            </a:r>
          </a:p>
        </p:txBody>
      </p:sp>
    </p:spTree>
    <p:extLst>
      <p:ext uri="{BB962C8B-B14F-4D97-AF65-F5344CB8AC3E}">
        <p14:creationId xmlns:p14="http://schemas.microsoft.com/office/powerpoint/2010/main" val="2175593141"/>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1" y="1205149"/>
            <a:ext cx="11887200" cy="2217217"/>
          </a:xfrm>
        </p:spPr>
        <p:txBody>
          <a:bodyPr>
            <a:spAutoFit/>
          </a:bodyPr>
          <a:lstStyle>
            <a:lvl1pPr>
              <a:defRPr>
                <a:solidFill>
                  <a:schemeClr val="accent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4532932"/>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Blank Accent Color 1">
    <p:spTree>
      <p:nvGrpSpPr>
        <p:cNvPr id="1" name=""/>
        <p:cNvGrpSpPr/>
        <p:nvPr/>
      </p:nvGrpSpPr>
      <p:grpSpPr>
        <a:xfrm>
          <a:off x="0" y="0"/>
          <a:ext cx="0" cy="0"/>
          <a:chOff x="0" y="0"/>
          <a:chExt cx="0" cy="0"/>
        </a:xfrm>
      </p:grpSpPr>
    </p:spTree>
    <p:extLst>
      <p:ext uri="{BB962C8B-B14F-4D97-AF65-F5344CB8AC3E}">
        <p14:creationId xmlns:p14="http://schemas.microsoft.com/office/powerpoint/2010/main" val="56537187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1_Blank Accent Color 1">
    <p:spTree>
      <p:nvGrpSpPr>
        <p:cNvPr id="1" name=""/>
        <p:cNvGrpSpPr/>
        <p:nvPr/>
      </p:nvGrpSpPr>
      <p:grpSpPr>
        <a:xfrm>
          <a:off x="0" y="0"/>
          <a:ext cx="0" cy="0"/>
          <a:chOff x="0" y="0"/>
          <a:chExt cx="0" cy="0"/>
        </a:xfrm>
      </p:grpSpPr>
      <p:sp>
        <p:nvSpPr>
          <p:cNvPr id="2" name="Title 1"/>
          <p:cNvSpPr>
            <a:spLocks noGrp="1"/>
          </p:cNvSpPr>
          <p:nvPr>
            <p:ph type="title"/>
          </p:nvPr>
        </p:nvSpPr>
        <p:spPr>
          <a:xfrm>
            <a:off x="274639" y="293403"/>
            <a:ext cx="3857734" cy="6364944"/>
          </a:xfrm>
        </p:spPr>
        <p:txBody>
          <a:bodyPr anchor="ctr"/>
          <a:lstStyle>
            <a:lvl1pPr>
              <a:defRPr sz="5469" spc="-152"/>
            </a:lvl1pPr>
          </a:lstStyle>
          <a:p>
            <a:r>
              <a:rPr lang="en-US"/>
              <a:t>Click to edit Master title style</a:t>
            </a:r>
          </a:p>
        </p:txBody>
      </p:sp>
    </p:spTree>
    <p:extLst>
      <p:ext uri="{BB962C8B-B14F-4D97-AF65-F5344CB8AC3E}">
        <p14:creationId xmlns:p14="http://schemas.microsoft.com/office/powerpoint/2010/main" val="31848918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10915" y="231669"/>
            <a:ext cx="11814652" cy="875195"/>
          </a:xfrm>
        </p:spPr>
        <p:txBody>
          <a:bodyPr anchor="t" anchorCtr="0">
            <a:noAutofit/>
          </a:bodyPr>
          <a:lstStyle>
            <a:lvl1pPr>
              <a:defRPr sz="5400" cap="none" spc="-135" baseline="0">
                <a:solidFill>
                  <a:schemeClr val="accent1"/>
                </a:solidFill>
                <a:latin typeface="Segoe UI Light" pitchFamily="34" charset="0"/>
              </a:defRPr>
            </a:lvl1pPr>
          </a:lstStyle>
          <a:p>
            <a:r>
              <a:rPr lang="en-US"/>
              <a:t>Click To Edit Master Title Style</a:t>
            </a:r>
          </a:p>
        </p:txBody>
      </p:sp>
    </p:spTree>
    <p:extLst>
      <p:ext uri="{BB962C8B-B14F-4D97-AF65-F5344CB8AC3E}">
        <p14:creationId xmlns:p14="http://schemas.microsoft.com/office/powerpoint/2010/main" val="4170489631"/>
      </p:ext>
    </p:extLst>
  </p:cSld>
  <p:clrMapOvr>
    <a:masterClrMapping/>
  </p:clrMapOvr>
  <p:transition spd="slow">
    <p:push/>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_Walkin">
    <p:bg bwMode="gray">
      <p:bgRef idx="1001">
        <a:schemeClr val="bg2"/>
      </p:bgRef>
    </p:bg>
    <p:spTree>
      <p:nvGrpSpPr>
        <p:cNvPr id="1" name=""/>
        <p:cNvGrpSpPr/>
        <p:nvPr/>
      </p:nvGrpSpPr>
      <p:grpSpPr>
        <a:xfrm>
          <a:off x="0" y="0"/>
          <a:ext cx="0" cy="0"/>
          <a:chOff x="0" y="0"/>
          <a:chExt cx="0" cy="0"/>
        </a:xfrm>
      </p:grpSpPr>
      <p:sp>
        <p:nvSpPr>
          <p:cNvPr id="2" name="Rectangle 1"/>
          <p:cNvSpPr/>
          <p:nvPr userDrawn="1"/>
        </p:nvSpPr>
        <p:spPr bwMode="auto">
          <a:xfrm>
            <a:off x="274638" y="2105697"/>
            <a:ext cx="6400800" cy="2732226"/>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18" name="Picture 17"/>
          <p:cNvPicPr>
            <a:picLocks noChangeAspect="1"/>
          </p:cNvPicPr>
          <p:nvPr userDrawn="1"/>
        </p:nvPicPr>
        <p:blipFill>
          <a:blip r:embed="rId2"/>
          <a:stretch>
            <a:fillRect/>
          </a:stretch>
        </p:blipFill>
        <p:spPr>
          <a:xfrm>
            <a:off x="-246500" y="1953152"/>
            <a:ext cx="7899548" cy="2135184"/>
          </a:xfrm>
          <a:prstGeom prst="rect">
            <a:avLst/>
          </a:prstGeom>
        </p:spPr>
      </p:pic>
      <p:sp>
        <p:nvSpPr>
          <p:cNvPr id="6" name="Rectangle 5"/>
          <p:cNvSpPr/>
          <p:nvPr userDrawn="1"/>
        </p:nvSpPr>
        <p:spPr bwMode="gray">
          <a:xfrm>
            <a:off x="0" y="5722303"/>
            <a:ext cx="12435840" cy="1227772"/>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278"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62280" y="6169625"/>
            <a:ext cx="1456418" cy="308921"/>
          </a:xfrm>
          <a:prstGeom prst="rect">
            <a:avLst/>
          </a:prstGeom>
        </p:spPr>
      </p:pic>
    </p:spTree>
    <p:extLst>
      <p:ext uri="{BB962C8B-B14F-4D97-AF65-F5344CB8AC3E}">
        <p14:creationId xmlns:p14="http://schemas.microsoft.com/office/powerpoint/2010/main" val="97808513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le Slide">
    <p:bg bwMode="gray">
      <p:bgPr>
        <a:solidFill>
          <a:schemeClr val="accent1"/>
        </a:solidFill>
        <a:effectLst/>
      </p:bgPr>
    </p:bg>
    <p:spTree>
      <p:nvGrpSpPr>
        <p:cNvPr id="1" name=""/>
        <p:cNvGrpSpPr/>
        <p:nvPr/>
      </p:nvGrpSpPr>
      <p:grpSpPr>
        <a:xfrm>
          <a:off x="0" y="0"/>
          <a:ext cx="0" cy="0"/>
          <a:chOff x="0" y="0"/>
          <a:chExt cx="0" cy="0"/>
        </a:xfrm>
      </p:grpSpPr>
      <p:sp>
        <p:nvSpPr>
          <p:cNvPr id="10" name="Rectangle 9"/>
          <p:cNvSpPr/>
          <p:nvPr userDrawn="1"/>
        </p:nvSpPr>
        <p:spPr bwMode="gray">
          <a:xfrm>
            <a:off x="0" y="5722303"/>
            <a:ext cx="12435840" cy="1227772"/>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278"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2280" y="6169625"/>
            <a:ext cx="1456418" cy="308921"/>
          </a:xfrm>
          <a:prstGeom prst="rect">
            <a:avLst/>
          </a:prstGeom>
        </p:spPr>
      </p:pic>
      <p:pic>
        <p:nvPicPr>
          <p:cNvPr id="16" name="Picture 15" hidden="1"/>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bwMode="black">
          <a:xfrm>
            <a:off x="459231" y="6201302"/>
            <a:ext cx="1278510" cy="272395"/>
          </a:xfrm>
          <a:prstGeom prst="rect">
            <a:avLst/>
          </a:prstGeom>
        </p:spPr>
      </p:pic>
      <p:sp>
        <p:nvSpPr>
          <p:cNvPr id="8" name="Title 1"/>
          <p:cNvSpPr>
            <a:spLocks noGrp="1"/>
          </p:cNvSpPr>
          <p:nvPr>
            <p:ph type="title" hasCustomPrompt="1"/>
          </p:nvPr>
        </p:nvSpPr>
        <p:spPr bwMode="white">
          <a:xfrm>
            <a:off x="274702" y="1668971"/>
            <a:ext cx="9143936" cy="1817164"/>
          </a:xfrm>
          <a:noFill/>
        </p:spPr>
        <p:txBody>
          <a:bodyPr lIns="146304" tIns="91440" rIns="146304" bIns="91440" anchor="t" anchorCtr="0"/>
          <a:lstStyle>
            <a:lvl1pPr>
              <a:defRPr sz="5365" spc="-99" baseline="0">
                <a:gradFill>
                  <a:gsLst>
                    <a:gs pos="100000">
                      <a:schemeClr val="tx2"/>
                    </a:gs>
                    <a:gs pos="0">
                      <a:schemeClr val="tx2"/>
                    </a:gs>
                  </a:gsLst>
                  <a:lin ang="5400000" scaled="0"/>
                </a:gradFill>
              </a:defRPr>
            </a:lvl1pPr>
          </a:lstStyle>
          <a:p>
            <a:r>
              <a:rPr lang="en-US"/>
              <a:t>Presentation title</a:t>
            </a:r>
          </a:p>
        </p:txBody>
      </p:sp>
      <p:sp>
        <p:nvSpPr>
          <p:cNvPr id="9" name="Text Placeholder 4"/>
          <p:cNvSpPr>
            <a:spLocks noGrp="1"/>
          </p:cNvSpPr>
          <p:nvPr>
            <p:ph type="body" sz="quarter" idx="12" hasCustomPrompt="1"/>
          </p:nvPr>
        </p:nvSpPr>
        <p:spPr bwMode="white">
          <a:xfrm>
            <a:off x="274702" y="3487449"/>
            <a:ext cx="7315137" cy="1816390"/>
          </a:xfrm>
          <a:noFill/>
        </p:spPr>
        <p:txBody>
          <a:bodyPr lIns="146304" tIns="109728" rIns="146304" bIns="109728">
            <a:noAutofit/>
          </a:bodyPr>
          <a:lstStyle>
            <a:lvl1pPr marL="0" indent="0">
              <a:spcBef>
                <a:spcPts val="0"/>
              </a:spcBef>
              <a:buNone/>
              <a:defRPr sz="3179" spc="0" baseline="0">
                <a:gradFill>
                  <a:gsLst>
                    <a:gs pos="91000">
                      <a:schemeClr val="tx1"/>
                    </a:gs>
                    <a:gs pos="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403109536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amp; 2-color Non-bulleted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9" y="1205143"/>
            <a:ext cx="11887200" cy="2012300"/>
          </a:xfrm>
        </p:spPr>
        <p:txBody>
          <a:bodyPr/>
          <a:lstStyle>
            <a:lvl1pPr marL="0" indent="0">
              <a:buNone/>
              <a:defRPr>
                <a:gradFill>
                  <a:gsLst>
                    <a:gs pos="1250">
                      <a:schemeClr val="tx2"/>
                    </a:gs>
                    <a:gs pos="99000">
                      <a:schemeClr val="tx2"/>
                    </a:gs>
                  </a:gsLst>
                  <a:lin ang="5400000" scaled="0"/>
                </a:gradFill>
              </a:defRPr>
            </a:lvl1pPr>
            <a:lvl2pPr marL="0" indent="0">
              <a:buFontTx/>
              <a:buNone/>
              <a:defRPr sz="1987"/>
            </a:lvl2pPr>
            <a:lvl3pPr marL="227100" indent="0">
              <a:buNone/>
              <a:defRPr/>
            </a:lvl3pPr>
            <a:lvl4pPr marL="454199" indent="0">
              <a:buNone/>
              <a:defRPr/>
            </a:lvl4pPr>
            <a:lvl5pPr marL="681299"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2605651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amp; Non-bulleted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9" y="1205143"/>
            <a:ext cx="11887200" cy="2012300"/>
          </a:xfrm>
        </p:spPr>
        <p:txBody>
          <a:bodyPr/>
          <a:lstStyle>
            <a:lvl1pPr marL="0" indent="0">
              <a:buNone/>
              <a:defRPr>
                <a:gradFill>
                  <a:gsLst>
                    <a:gs pos="1250">
                      <a:schemeClr val="tx1"/>
                    </a:gs>
                    <a:gs pos="99000">
                      <a:schemeClr val="tx1"/>
                    </a:gs>
                  </a:gsLst>
                  <a:lin ang="5400000" scaled="0"/>
                </a:gradFill>
              </a:defRPr>
            </a:lvl1pPr>
            <a:lvl2pPr marL="0" indent="0">
              <a:buFontTx/>
              <a:buNone/>
              <a:defRPr sz="1987"/>
            </a:lvl2pPr>
            <a:lvl3pPr marL="227100" indent="0">
              <a:buNone/>
              <a:defRPr/>
            </a:lvl3pPr>
            <a:lvl4pPr marL="454199" indent="0">
              <a:buNone/>
              <a:defRPr/>
            </a:lvl4pPr>
            <a:lvl5pPr marL="681299"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6351912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le and Content 1st level color text">
    <p:bg>
      <p:bgPr>
        <a:solidFill>
          <a:srgbClr val="F8F8F8"/>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9" y="1205143"/>
            <a:ext cx="11887200" cy="2079580"/>
          </a:xfrm>
        </p:spPr>
        <p:txBody>
          <a:bodyPr>
            <a:spAutoFit/>
          </a:bodyPr>
          <a:lstStyle>
            <a:lvl1pPr>
              <a:defRPr sz="3974">
                <a:gradFill>
                  <a:gsLst>
                    <a:gs pos="1250">
                      <a:schemeClr val="tx2"/>
                    </a:gs>
                    <a:gs pos="99000">
                      <a:schemeClr val="tx2"/>
                    </a:gs>
                  </a:gsLst>
                  <a:lin ang="5400000" scaled="0"/>
                </a:gra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1705440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rgbClr val="F8F8F8"/>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9" y="1205143"/>
            <a:ext cx="11887200" cy="2079580"/>
          </a:xfrm>
        </p:spPr>
        <p:txBody>
          <a:bodyPr>
            <a:spAutoFit/>
          </a:bodyPr>
          <a:lstStyle>
            <a:lvl1pPr>
              <a:defRPr sz="3974"/>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518497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wo Column 2-color Non-bulleted">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1"/>
            <a:ext cx="5486399" cy="1902205"/>
          </a:xfrm>
        </p:spPr>
        <p:txBody>
          <a:bodyPr wrap="square">
            <a:spAutoFit/>
          </a:bodyPr>
          <a:lstStyle>
            <a:lvl1pPr marL="0" indent="0">
              <a:spcBef>
                <a:spcPts val="1216"/>
              </a:spcBef>
              <a:buClr>
                <a:schemeClr val="tx1"/>
              </a:buClr>
              <a:buFont typeface="Wingdings" pitchFamily="2" charset="2"/>
              <a:buNone/>
              <a:defRPr sz="3179">
                <a:gradFill>
                  <a:gsLst>
                    <a:gs pos="1250">
                      <a:schemeClr val="tx2"/>
                    </a:gs>
                    <a:gs pos="99000">
                      <a:schemeClr val="tx2"/>
                    </a:gs>
                  </a:gsLst>
                  <a:lin ang="5400000" scaled="0"/>
                </a:gradFill>
              </a:defRPr>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1"/>
            <a:ext cx="5486399" cy="1902205"/>
          </a:xfrm>
        </p:spPr>
        <p:txBody>
          <a:bodyPr wrap="square">
            <a:spAutoFit/>
          </a:bodyPr>
          <a:lstStyle>
            <a:lvl1pPr marL="0" indent="0">
              <a:spcBef>
                <a:spcPts val="1216"/>
              </a:spcBef>
              <a:buClr>
                <a:schemeClr val="tx1"/>
              </a:buClr>
              <a:buFont typeface="Wingdings" pitchFamily="2" charset="2"/>
              <a:buNone/>
              <a:defRPr sz="3179">
                <a:gradFill>
                  <a:gsLst>
                    <a:gs pos="1250">
                      <a:schemeClr val="tx2"/>
                    </a:gs>
                    <a:gs pos="99000">
                      <a:schemeClr val="tx2"/>
                    </a:gs>
                  </a:gsLst>
                  <a:lin ang="5400000" scaled="0"/>
                </a:gradFill>
              </a:defRPr>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6703486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wo Column Non-bulleted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1"/>
            <a:ext cx="5486399" cy="1902205"/>
          </a:xfrm>
        </p:spPr>
        <p:txBody>
          <a:bodyPr wrap="square">
            <a:spAutoFit/>
          </a:bodyPr>
          <a:lstStyle>
            <a:lvl1pPr marL="0" indent="0">
              <a:spcBef>
                <a:spcPts val="1216"/>
              </a:spcBef>
              <a:buClr>
                <a:schemeClr val="tx1"/>
              </a:buClr>
              <a:buFont typeface="Wingdings" pitchFamily="2" charset="2"/>
              <a:buNone/>
              <a:defRPr sz="3179"/>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1"/>
            <a:ext cx="5486399" cy="1902205"/>
          </a:xfrm>
        </p:spPr>
        <p:txBody>
          <a:bodyPr wrap="square">
            <a:spAutoFit/>
          </a:bodyPr>
          <a:lstStyle>
            <a:lvl1pPr marL="0" indent="0">
              <a:spcBef>
                <a:spcPts val="1216"/>
              </a:spcBef>
              <a:buClr>
                <a:schemeClr val="tx1"/>
              </a:buClr>
              <a:buFont typeface="Wingdings" pitchFamily="2" charset="2"/>
              <a:buNone/>
              <a:defRPr sz="3179"/>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8204367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wo Column Bullet text 1st level color">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2"/>
            <a:ext cx="5486399" cy="2411238"/>
          </a:xfrm>
        </p:spPr>
        <p:txBody>
          <a:bodyPr wrap="square">
            <a:spAutoFit/>
          </a:bodyPr>
          <a:lstStyle>
            <a:lvl1pPr marL="285451" indent="-285451">
              <a:spcBef>
                <a:spcPts val="1216"/>
              </a:spcBef>
              <a:buClr>
                <a:schemeClr val="tx2"/>
              </a:buClr>
              <a:buFont typeface="Arial" pitchFamily="34" charset="0"/>
              <a:buChar char="•"/>
              <a:defRPr sz="3179">
                <a:gradFill>
                  <a:gsLst>
                    <a:gs pos="1250">
                      <a:schemeClr val="tx2"/>
                    </a:gs>
                    <a:gs pos="99000">
                      <a:schemeClr val="tx2"/>
                    </a:gs>
                  </a:gsLst>
                  <a:lin ang="5400000" scaled="0"/>
                </a:gradFill>
              </a:defRPr>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411238"/>
          </a:xfrm>
        </p:spPr>
        <p:txBody>
          <a:bodyPr wrap="square">
            <a:spAutoFit/>
          </a:bodyPr>
          <a:lstStyle>
            <a:lvl1pPr marL="285451" indent="-285451">
              <a:spcBef>
                <a:spcPts val="1216"/>
              </a:spcBef>
              <a:buClr>
                <a:schemeClr val="tx2"/>
              </a:buClr>
              <a:buFont typeface="Arial" pitchFamily="34" charset="0"/>
              <a:buChar char="•"/>
              <a:defRPr sz="3179">
                <a:gradFill>
                  <a:gsLst>
                    <a:gs pos="1250">
                      <a:schemeClr val="tx2"/>
                    </a:gs>
                    <a:gs pos="99000">
                      <a:schemeClr val="tx2"/>
                    </a:gs>
                  </a:gsLst>
                  <a:lin ang="5400000" scaled="0"/>
                </a:gradFill>
              </a:defRPr>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0475078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wo Column Bullet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2"/>
            <a:ext cx="5486399" cy="2411238"/>
          </a:xfrm>
        </p:spPr>
        <p:txBody>
          <a:bodyPr wrap="square">
            <a:spAutoFit/>
          </a:bodyPr>
          <a:lstStyle>
            <a:lvl1pPr marL="285451" indent="-285451">
              <a:spcBef>
                <a:spcPts val="1216"/>
              </a:spcBef>
              <a:buClr>
                <a:schemeClr val="tx1"/>
              </a:buClr>
              <a:buFont typeface="Arial" pitchFamily="34" charset="0"/>
              <a:buChar char="•"/>
              <a:defRPr sz="3179"/>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411238"/>
          </a:xfrm>
        </p:spPr>
        <p:txBody>
          <a:bodyPr wrap="square">
            <a:spAutoFit/>
          </a:bodyPr>
          <a:lstStyle>
            <a:lvl1pPr marL="285451" indent="-285451">
              <a:spcBef>
                <a:spcPts val="1216"/>
              </a:spcBef>
              <a:buClr>
                <a:schemeClr val="tx1"/>
              </a:buClr>
              <a:buFont typeface="Arial" pitchFamily="34" charset="0"/>
              <a:buChar char="•"/>
              <a:defRPr sz="3179"/>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411426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2635304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ustomer Evidence Slide">
    <p:bg bwMode="gray">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gradFill>
                  <a:gsLst>
                    <a:gs pos="18584">
                      <a:schemeClr val="tx2"/>
                    </a:gs>
                    <a:gs pos="57000">
                      <a:schemeClr val="tx2"/>
                    </a:gs>
                  </a:gsLst>
                  <a:lin ang="5400000" scaled="0"/>
                </a:gradFill>
              </a:defRPr>
            </a:lvl1pPr>
          </a:lstStyle>
          <a:p>
            <a:r>
              <a:rPr lang="en-US"/>
              <a:t>Customer evidence slide</a:t>
            </a:r>
          </a:p>
        </p:txBody>
      </p:sp>
      <p:sp>
        <p:nvSpPr>
          <p:cNvPr id="4" name="Picture Placeholder 3"/>
          <p:cNvSpPr>
            <a:spLocks noGrp="1"/>
          </p:cNvSpPr>
          <p:nvPr>
            <p:ph type="pic" sz="quarter" idx="10"/>
          </p:nvPr>
        </p:nvSpPr>
        <p:spPr bwMode="gray">
          <a:xfrm>
            <a:off x="274638" y="1424957"/>
            <a:ext cx="5486400" cy="1815602"/>
          </a:xfrm>
          <a:blipFill>
            <a:blip r:embed="rId2" cstate="screen">
              <a:extLst>
                <a:ext uri="{28A0092B-C50C-407E-A947-70E740481C1C}">
                  <a14:useLocalDpi xmlns:a14="http://schemas.microsoft.com/office/drawing/2010/main"/>
                </a:ext>
              </a:extLst>
            </a:blip>
            <a:stretch>
              <a:fillRect/>
            </a:stretch>
          </a:blipFill>
        </p:spPr>
        <p:txBody>
          <a:bodyPr lIns="182880" tIns="146304" rIns="182880" bIns="146304">
            <a:noAutofit/>
          </a:bodyPr>
          <a:lstStyle>
            <a:lvl1pPr marL="0" indent="0">
              <a:buNone/>
              <a:defRPr lang="en-US" sz="2385" kern="1200" spc="0" baseline="0" dirty="0">
                <a:noFill/>
                <a:latin typeface="+mn-lt"/>
                <a:ea typeface="+mn-ea"/>
                <a:cs typeface="+mn-cs"/>
              </a:defRPr>
            </a:lvl1pPr>
            <a:lvl2pPr>
              <a:defRPr lang="en-US" sz="2385" kern="1200" spc="0" baseline="0" dirty="0">
                <a:gradFill>
                  <a:gsLst>
                    <a:gs pos="1250">
                      <a:schemeClr val="tx1"/>
                    </a:gs>
                    <a:gs pos="100000">
                      <a:schemeClr val="tx1"/>
                    </a:gs>
                  </a:gsLst>
                  <a:lin ang="5400000" scaled="0"/>
                </a:gradFill>
                <a:latin typeface="+mn-lt"/>
                <a:ea typeface="+mn-ea"/>
                <a:cs typeface="+mn-cs"/>
              </a:defRPr>
            </a:lvl2pPr>
          </a:lstStyle>
          <a:p>
            <a:pPr marL="0" marR="0" lvl="0" indent="0" algn="l" defTabSz="926620" rtl="0" eaLnBrk="1" fontAlgn="auto" latinLnBrk="0" hangingPunct="1">
              <a:lnSpc>
                <a:spcPct val="90000"/>
              </a:lnSpc>
              <a:spcBef>
                <a:spcPct val="20000"/>
              </a:spcBef>
              <a:spcAft>
                <a:spcPts val="0"/>
              </a:spcAft>
              <a:buClrTx/>
              <a:buSzPct val="90000"/>
              <a:buFont typeface="Arial" pitchFamily="34" charset="0"/>
              <a:buNone/>
              <a:tabLst/>
            </a:pPr>
            <a:r>
              <a:rPr lang="en-US"/>
              <a:t>Click icon to add picture</a:t>
            </a:r>
          </a:p>
        </p:txBody>
      </p:sp>
      <p:sp>
        <p:nvSpPr>
          <p:cNvPr id="5" name="Rectangle 4"/>
          <p:cNvSpPr/>
          <p:nvPr userDrawn="1"/>
        </p:nvSpPr>
        <p:spPr bwMode="auto">
          <a:xfrm>
            <a:off x="6218237" y="4837921"/>
            <a:ext cx="5945966" cy="1817178"/>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181692" tIns="145354" rIns="181692" bIns="145354" numCol="1" rtlCol="0" anchor="ctr" anchorCtr="0" compatLnSpc="1">
            <a:prstTxWarp prst="textNoShape">
              <a:avLst/>
            </a:prstTxWarp>
          </a:bodyPr>
          <a:lstStyle/>
          <a:p>
            <a:pPr algn="ctr" defTabSz="926351" fontAlgn="base">
              <a:spcBef>
                <a:spcPct val="0"/>
              </a:spcBef>
              <a:spcAft>
                <a:spcPct val="0"/>
              </a:spcAft>
            </a:pPr>
            <a:endParaRPr lang="en-US" sz="1987">
              <a:gradFill>
                <a:gsLst>
                  <a:gs pos="5439">
                    <a:srgbClr val="F8F8F8"/>
                  </a:gs>
                  <a:gs pos="10000">
                    <a:srgbClr val="F8F8F8"/>
                  </a:gs>
                </a:gsLst>
                <a:lin ang="5400000" scaled="0"/>
              </a:gradFill>
            </a:endParaRPr>
          </a:p>
        </p:txBody>
      </p:sp>
      <p:sp>
        <p:nvSpPr>
          <p:cNvPr id="6" name="Picture Placeholder 3"/>
          <p:cNvSpPr>
            <a:spLocks noGrp="1"/>
          </p:cNvSpPr>
          <p:nvPr>
            <p:ph type="pic" sz="quarter" idx="11" hasCustomPrompt="1"/>
          </p:nvPr>
        </p:nvSpPr>
        <p:spPr bwMode="gray">
          <a:xfrm>
            <a:off x="6218237" y="1424956"/>
            <a:ext cx="5943601" cy="3411390"/>
          </a:xfrm>
          <a:blipFill>
            <a:blip r:embed="rId3"/>
            <a:stretch>
              <a:fillRect/>
            </a:stretch>
          </a:blipFill>
        </p:spPr>
        <p:txBody>
          <a:bodyPr lIns="182880" tIns="146304" rIns="182880" bIns="146304">
            <a:noAutofit/>
          </a:bodyPr>
          <a:lstStyle>
            <a:lvl1pPr marL="0" indent="0">
              <a:buNone/>
              <a:defRPr lang="en-US" sz="2385" kern="1200" spc="0" baseline="0" dirty="0">
                <a:gradFill>
                  <a:gsLst>
                    <a:gs pos="1250">
                      <a:schemeClr val="tx1"/>
                    </a:gs>
                    <a:gs pos="100000">
                      <a:schemeClr val="tx1"/>
                    </a:gs>
                  </a:gsLst>
                  <a:lin ang="5400000" scaled="0"/>
                </a:gradFill>
                <a:latin typeface="+mn-lt"/>
                <a:ea typeface="+mn-ea"/>
                <a:cs typeface="+mn-cs"/>
              </a:defRPr>
            </a:lvl1pPr>
            <a:lvl2pPr algn="ctr">
              <a:defRPr lang="en-US" sz="2385" kern="1200" spc="0" baseline="0" dirty="0">
                <a:gradFill>
                  <a:gsLst>
                    <a:gs pos="1250">
                      <a:schemeClr val="tx1"/>
                    </a:gs>
                    <a:gs pos="100000">
                      <a:schemeClr val="tx1"/>
                    </a:gs>
                  </a:gsLst>
                  <a:lin ang="5400000" scaled="0"/>
                </a:gradFill>
                <a:latin typeface="+mn-lt"/>
                <a:ea typeface="+mn-ea"/>
                <a:cs typeface="+mn-cs"/>
              </a:defRPr>
            </a:lvl2pPr>
          </a:lstStyle>
          <a:p>
            <a:pPr marL="0" marR="0" lvl="0" indent="0" algn="l" defTabSz="926620" rtl="0" eaLnBrk="1" fontAlgn="auto" latinLnBrk="0" hangingPunct="1">
              <a:lnSpc>
                <a:spcPct val="90000"/>
              </a:lnSpc>
              <a:spcBef>
                <a:spcPct val="20000"/>
              </a:spcBef>
              <a:spcAft>
                <a:spcPts val="0"/>
              </a:spcAft>
              <a:buClrTx/>
              <a:buSzPct val="90000"/>
              <a:buFont typeface="Arial" pitchFamily="34" charset="0"/>
              <a:buNone/>
              <a:tabLst/>
            </a:pPr>
            <a:r>
              <a:rPr lang="en-US"/>
              <a:t>Your image here</a:t>
            </a:r>
          </a:p>
        </p:txBody>
      </p:sp>
      <p:cxnSp>
        <p:nvCxnSpPr>
          <p:cNvPr id="7" name="Straight Connector 6"/>
          <p:cNvCxnSpPr/>
          <p:nvPr userDrawn="1"/>
        </p:nvCxnSpPr>
        <p:spPr>
          <a:xfrm>
            <a:off x="5989638" y="1825210"/>
            <a:ext cx="0" cy="4724611"/>
          </a:xfrm>
          <a:prstGeom prst="line">
            <a:avLst/>
          </a:prstGeom>
          <a:ln w="3175">
            <a:solidFill>
              <a:schemeClr val="tx1">
                <a:alpha val="25000"/>
              </a:schemeClr>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 name="Text Placeholder 10"/>
          <p:cNvSpPr>
            <a:spLocks noGrp="1"/>
          </p:cNvSpPr>
          <p:nvPr>
            <p:ph type="body" sz="quarter" idx="12"/>
          </p:nvPr>
        </p:nvSpPr>
        <p:spPr>
          <a:xfrm>
            <a:off x="274638" y="3240003"/>
            <a:ext cx="5486400" cy="3415096"/>
          </a:xfrm>
        </p:spPr>
        <p:txBody>
          <a:bodyPr lIns="182880" tIns="146304" rIns="182880" bIns="146304">
            <a:noAutofit/>
          </a:bodyPr>
          <a:lstStyle>
            <a:lvl1pPr marL="0" indent="0">
              <a:buNone/>
              <a:defRPr sz="2385">
                <a:latin typeface="+mn-lt"/>
              </a:defRPr>
            </a:lvl1pPr>
          </a:lstStyle>
          <a:p>
            <a:pPr lvl="0"/>
            <a:r>
              <a:rPr lang="en-US"/>
              <a:t>Click to edit Master text styles</a:t>
            </a:r>
          </a:p>
        </p:txBody>
      </p:sp>
      <p:sp>
        <p:nvSpPr>
          <p:cNvPr id="15" name="Text Placeholder 14"/>
          <p:cNvSpPr>
            <a:spLocks noGrp="1"/>
          </p:cNvSpPr>
          <p:nvPr>
            <p:ph type="body" sz="quarter" idx="13"/>
          </p:nvPr>
        </p:nvSpPr>
        <p:spPr>
          <a:xfrm>
            <a:off x="6218239" y="4837922"/>
            <a:ext cx="5943600" cy="1815602"/>
          </a:xfrm>
        </p:spPr>
        <p:txBody>
          <a:bodyPr lIns="182880" tIns="146304" rIns="182880" bIns="146304" anchor="ctr">
            <a:noAutofit/>
          </a:bodyPr>
          <a:lstStyle>
            <a:lvl1pPr marL="0" indent="0" algn="ctr">
              <a:buNone/>
              <a:defRPr sz="3179">
                <a:gradFill>
                  <a:gsLst>
                    <a:gs pos="27434">
                      <a:srgbClr val="FFFFFF"/>
                    </a:gs>
                    <a:gs pos="54000">
                      <a:srgbClr val="FFFFFF"/>
                    </a:gs>
                  </a:gsLst>
                  <a:lin ang="5400000" scaled="0"/>
                </a:gradFill>
                <a:latin typeface="+mj-lt"/>
              </a:defRPr>
            </a:lvl1pPr>
          </a:lstStyle>
          <a:p>
            <a:pPr lvl="0"/>
            <a:r>
              <a:rPr lang="en-US"/>
              <a:t>Click to edit Master text styles</a:t>
            </a:r>
          </a:p>
        </p:txBody>
      </p:sp>
    </p:spTree>
    <p:extLst>
      <p:ext uri="{BB962C8B-B14F-4D97-AF65-F5344CB8AC3E}">
        <p14:creationId xmlns:p14="http://schemas.microsoft.com/office/powerpoint/2010/main" val="193765466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4"/>
            <a:ext cx="8228299" cy="1174351"/>
          </a:xfrm>
          <a:noFill/>
        </p:spPr>
        <p:txBody>
          <a:bodyPr wrap="square" tIns="91440" bIns="91440" anchor="t" anchorCtr="0">
            <a:spAutoFit/>
          </a:bodyPr>
          <a:lstStyle>
            <a:lvl1pPr>
              <a:defRPr sz="7153" spc="-99" baseline="0">
                <a:gradFill>
                  <a:gsLst>
                    <a:gs pos="8850">
                      <a:schemeClr val="tx1"/>
                    </a:gs>
                    <a:gs pos="23894">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39" y="3929333"/>
            <a:ext cx="8229599" cy="733970"/>
          </a:xfrm>
          <a:noFill/>
        </p:spPr>
        <p:txBody>
          <a:bodyPr wrap="square" lIns="182880" tIns="146304" rIns="182880" bIns="146304">
            <a:spAutoFit/>
          </a:bodyPr>
          <a:lstStyle>
            <a:lvl1pPr marL="0" indent="0">
              <a:spcBef>
                <a:spcPts val="0"/>
              </a:spcBef>
              <a:buNone/>
              <a:defRPr sz="3179" spc="0" baseline="0">
                <a:gradFill>
                  <a:gsLst>
                    <a:gs pos="8850">
                      <a:schemeClr val="tx1"/>
                    </a:gs>
                    <a:gs pos="23894">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38486211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4"/>
            <a:ext cx="8229599" cy="1174351"/>
          </a:xfrm>
          <a:noFill/>
        </p:spPr>
        <p:txBody>
          <a:bodyPr wrap="square" tIns="91440" bIns="91440" anchor="t" anchorCtr="0">
            <a:spAutoFit/>
          </a:bodyPr>
          <a:lstStyle>
            <a:lvl1pPr>
              <a:defRPr sz="7153" spc="-99" baseline="0">
                <a:gradFill>
                  <a:gsLst>
                    <a:gs pos="10619">
                      <a:schemeClr val="tx1"/>
                    </a:gs>
                    <a:gs pos="26549">
                      <a:schemeClr val="tx1"/>
                    </a:gs>
                  </a:gsLst>
                  <a:lin ang="5400000" scaled="0"/>
                </a:gradFill>
              </a:defRPr>
            </a:lvl1pPr>
          </a:lstStyle>
          <a:p>
            <a:r>
              <a:rPr lang="en-US"/>
              <a:t>Video title</a:t>
            </a:r>
          </a:p>
        </p:txBody>
      </p:sp>
    </p:spTree>
    <p:extLst>
      <p:ext uri="{BB962C8B-B14F-4D97-AF65-F5344CB8AC3E}">
        <p14:creationId xmlns:p14="http://schemas.microsoft.com/office/powerpoint/2010/main" val="317982327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260650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72974118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50-50 Right Photo Layou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1233537"/>
            <a:ext cx="5486399" cy="2000067"/>
          </a:xfrm>
        </p:spPr>
        <p:txBody>
          <a:bodyPr>
            <a:spAutoFit/>
          </a:bodyPr>
          <a:lstStyle>
            <a:lvl1pPr>
              <a:defRPr sz="6557"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9"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238829097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ank Accent Color 1">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972136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lank Accent Color 2">
    <p:bg>
      <p:bgPr>
        <a:solidFill>
          <a:schemeClr val="accent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525891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36" tIns="46336" rIns="46336" bIns="46336" numCol="1" spcCol="0" rtlCol="0" fromWordArt="0" anchor="ctr" anchorCtr="0" forceAA="0" compatLnSpc="1">
            <a:prstTxWarp prst="textNoShape">
              <a:avLst/>
            </a:prstTxWarp>
            <a:noAutofit/>
          </a:bodyPr>
          <a:lstStyle/>
          <a:p>
            <a:pPr algn="ctr" defTabSz="926351"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13398"/>
            <a:ext cx="11887199" cy="1983247"/>
          </a:xfrm>
        </p:spPr>
        <p:txBody>
          <a:bodyPr/>
          <a:lstStyle>
            <a:lvl1pPr marL="0" indent="0">
              <a:buNone/>
              <a:defRPr sz="3278">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278"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769"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9216"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4098"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1882364"/>
      </p:ext>
    </p:extLst>
  </p:cSld>
  <p:clrMapOvr>
    <a:masterClrMapping/>
  </p:clrMapOvr>
  <p:transition>
    <p:fade/>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losing logo slide_color">
    <p:bg>
      <p:bgRef idx="1001">
        <a:schemeClr val="bg1"/>
      </p:bgRef>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54476"/>
            <a:ext cx="11887199" cy="400624"/>
          </a:xfrm>
          <a:prstGeom prst="rect">
            <a:avLst/>
          </a:prstGeom>
          <a:noFill/>
          <a:ln w="12700">
            <a:noFill/>
            <a:miter lim="800000"/>
            <a:headEnd type="none" w="sm" len="sm"/>
            <a:tailEnd type="none" w="sm" len="sm"/>
          </a:ln>
          <a:effectLst/>
        </p:spPr>
        <p:txBody>
          <a:bodyPr vert="horz" wrap="square" lIns="181692" tIns="145354" rIns="181692" bIns="145354" numCol="1" anchor="t" anchorCtr="0" compatLnSpc="1">
            <a:prstTxWarp prst="textNoShape">
              <a:avLst/>
            </a:prstTxWarp>
            <a:spAutoFit/>
          </a:bodyPr>
          <a:lstStyle/>
          <a:p>
            <a:pPr defTabSz="926171" eaLnBrk="0" hangingPunct="0"/>
            <a:r>
              <a:rPr lang="en-US" sz="695">
                <a:gradFill>
                  <a:gsLst>
                    <a:gs pos="0">
                      <a:schemeClr val="tx1"/>
                    </a:gs>
                    <a:gs pos="100000">
                      <a:schemeClr val="tx1"/>
                    </a:gs>
                  </a:gsLst>
                  <a:lin ang="5400000" scaled="0"/>
                </a:gradFill>
                <a:cs typeface="Segoe UI" pitchFamily="34" charset="0"/>
              </a:rPr>
              <a:t>© 2016 Microsoft Corporation. All rights reserved. </a:t>
            </a:r>
          </a:p>
        </p:txBody>
      </p:sp>
      <p:pic>
        <p:nvPicPr>
          <p:cNvPr id="5" name="Picture 4"/>
          <p:cNvPicPr>
            <a:picLocks noChangeAspect="1"/>
          </p:cNvPicPr>
          <p:nvPr userDrawn="1"/>
        </p:nvPicPr>
        <p:blipFill rotWithShape="1">
          <a:blip r:embed="rId2" cstate="screen">
            <a:extLst>
              <a:ext uri="{28A0092B-C50C-407E-A947-70E740481C1C}">
                <a14:useLocalDpi xmlns:a14="http://schemas.microsoft.com/office/drawing/2010/main"/>
              </a:ext>
            </a:extLst>
          </a:blip>
          <a:srcRect b="1380"/>
          <a:stretch/>
        </p:blipFill>
        <p:spPr bwMode="invGray">
          <a:xfrm>
            <a:off x="457200" y="476379"/>
            <a:ext cx="1449939" cy="304655"/>
          </a:xfrm>
          <a:prstGeom prst="rect">
            <a:avLst/>
          </a:prstGeom>
        </p:spPr>
      </p:pic>
    </p:spTree>
    <p:extLst>
      <p:ext uri="{BB962C8B-B14F-4D97-AF65-F5344CB8AC3E}">
        <p14:creationId xmlns:p14="http://schemas.microsoft.com/office/powerpoint/2010/main" val="281165509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3"/>
            <a:ext cx="11887200" cy="2428216"/>
          </a:xfrm>
          <a:prstGeom prst="rect">
            <a:avLst/>
          </a:prstGeom>
        </p:spPr>
        <p:txBody>
          <a:bodyPr/>
          <a:lstStyle>
            <a:lvl1pPr marL="288606" indent="-288606">
              <a:buClr>
                <a:schemeClr val="tx1"/>
              </a:buClr>
              <a:buSzPct val="90000"/>
              <a:buFont typeface="Arial" pitchFamily="34" charset="0"/>
              <a:buChar char="•"/>
              <a:defRPr sz="35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748" indent="-279144">
              <a:buClr>
                <a:schemeClr val="tx1"/>
              </a:buClr>
              <a:buSzPct val="90000"/>
              <a:buFont typeface="Arial" pitchFamily="34" charset="0"/>
              <a:buChar char="•"/>
              <a:defRPr sz="3179">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354" indent="-288606">
              <a:buClr>
                <a:schemeClr val="tx1"/>
              </a:buClr>
              <a:buSzPct val="90000"/>
              <a:buFont typeface="Arial" pitchFamily="34" charset="0"/>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454" indent="-227100">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554" indent="-227100">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2" y="6322639"/>
            <a:ext cx="12436476" cy="627437"/>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676"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626803002"/>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itle &amp; Content Layout">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p:txBody>
          <a:bodyPr lIns="150602" tIns="120481" rIns="150602" bIns="120481"/>
          <a:lstStyle/>
          <a:p>
            <a:r>
              <a:rPr lang="en-US"/>
              <a:t>Click to edit Master title style</a:t>
            </a:r>
          </a:p>
        </p:txBody>
      </p:sp>
      <p:sp>
        <p:nvSpPr>
          <p:cNvPr id="5" name="Text Placeholder 4"/>
          <p:cNvSpPr>
            <a:spLocks noGrp="1"/>
          </p:cNvSpPr>
          <p:nvPr>
            <p:ph type="body" sz="quarter" idx="10"/>
          </p:nvPr>
        </p:nvSpPr>
        <p:spPr>
          <a:xfrm>
            <a:off x="274640" y="1657862"/>
            <a:ext cx="11887200" cy="2142337"/>
          </a:xfrm>
          <a:prstGeom prst="rect">
            <a:avLst/>
          </a:prstGeom>
        </p:spPr>
        <p:txBody>
          <a:bodyPr lIns="150602" tIns="120481" rIns="150602" bIns="120481"/>
          <a:lstStyle>
            <a:lvl1pPr>
              <a:defRPr>
                <a:solidFill>
                  <a:srgbClr val="00B0F0"/>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80433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051">
          <p15:clr>
            <a:srgbClr val="FBAE40"/>
          </p15:clr>
        </p15:guide>
        <p15:guide id="2" pos="3917">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Walkin">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
                    </a14:imgEffect>
                  </a14:imgLayer>
                </a14:imgProps>
              </a:ext>
              <a:ext uri="{28A0092B-C50C-407E-A947-70E740481C1C}">
                <a14:useLocalDpi xmlns:a14="http://schemas.microsoft.com/office/drawing/2010/main"/>
              </a:ext>
            </a:extLst>
          </a:blip>
          <a:stretch>
            <a:fillRect/>
          </a:stretch>
        </p:blipFill>
        <p:spPr bwMode="gray">
          <a:xfrm>
            <a:off x="10426344" y="6143152"/>
            <a:ext cx="1552931" cy="330546"/>
          </a:xfrm>
          <a:prstGeom prst="rect">
            <a:avLst/>
          </a:prstGeom>
        </p:spPr>
      </p:pic>
      <p:pic>
        <p:nvPicPr>
          <p:cNvPr id="5" name="Picture 4"/>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79282" y="490800"/>
            <a:ext cx="7142451" cy="1362884"/>
          </a:xfrm>
          <a:prstGeom prst="rect">
            <a:avLst/>
          </a:prstGeom>
        </p:spPr>
      </p:pic>
    </p:spTree>
    <p:extLst>
      <p:ext uri="{BB962C8B-B14F-4D97-AF65-F5344CB8AC3E}">
        <p14:creationId xmlns:p14="http://schemas.microsoft.com/office/powerpoint/2010/main" val="651930121"/>
      </p:ext>
    </p:extLst>
  </p:cSld>
  <p:clrMapOvr>
    <a:masterClrMapping/>
  </p:clrMapOvr>
  <p:transition>
    <p:fade/>
  </p:transition>
  <p:extLst>
    <p:ext uri="{DCECCB84-F9BA-43D5-87BE-67443E8EF086}">
      <p15:sldGuideLst xmlns:p15="http://schemas.microsoft.com/office/powerpoint/2012/main">
        <p15:guide id="1" pos="288">
          <p15:clr>
            <a:srgbClr val="C35EA4"/>
          </p15:clr>
        </p15:guide>
        <p15:guide id="2" pos="7546">
          <p15:clr>
            <a:srgbClr val="C35EA4"/>
          </p15:clr>
        </p15:guide>
        <p15:guide id="3" orient="horz" pos="302">
          <p15:clr>
            <a:srgbClr val="C35EA4"/>
          </p15:clr>
        </p15:guide>
        <p15:guide id="4" orient="horz" pos="4104">
          <p15:clr>
            <a:srgbClr val="C35EA4"/>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Title Slide - ANIMATED">
    <p:bg bwMode="auto">
      <p:bgPr>
        <a:solidFill>
          <a:schemeClr val="accent2"/>
        </a:solidFill>
        <a:effectLst/>
      </p:bgPr>
    </p:bg>
    <p:spTree>
      <p:nvGrpSpPr>
        <p:cNvPr id="1" name=""/>
        <p:cNvGrpSpPr/>
        <p:nvPr/>
      </p:nvGrpSpPr>
      <p:grpSpPr>
        <a:xfrm>
          <a:off x="0" y="0"/>
          <a:ext cx="0" cy="0"/>
          <a:chOff x="0" y="0"/>
          <a:chExt cx="0" cy="0"/>
        </a:xfrm>
      </p:grpSpPr>
      <p:sp>
        <p:nvSpPr>
          <p:cNvPr id="12" name="Rectangle 5"/>
          <p:cNvSpPr>
            <a:spLocks noChangeArrowheads="1"/>
          </p:cNvSpPr>
          <p:nvPr/>
        </p:nvSpPr>
        <p:spPr bwMode="auto">
          <a:xfrm>
            <a:off x="3177" y="4367855"/>
            <a:ext cx="12433300" cy="2585378"/>
          </a:xfrm>
          <a:prstGeom prst="rect">
            <a:avLst/>
          </a:prstGeom>
          <a:solidFill>
            <a:srgbClr val="4DA0E2"/>
          </a:solidFill>
          <a:ln>
            <a:noFill/>
          </a:ln>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0" name="Rectangle 7"/>
          <p:cNvSpPr>
            <a:spLocks noChangeArrowheads="1"/>
          </p:cNvSpPr>
          <p:nvPr/>
        </p:nvSpPr>
        <p:spPr bwMode="auto">
          <a:xfrm>
            <a:off x="2" y="5806452"/>
            <a:ext cx="12433301" cy="1146779"/>
          </a:xfrm>
          <a:prstGeom prst="rect">
            <a:avLst/>
          </a:prstGeom>
          <a:solidFill>
            <a:srgbClr val="00188F"/>
          </a:solidFill>
          <a:ln>
            <a:noFill/>
          </a:ln>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1" name="Rectangle 8"/>
          <p:cNvSpPr>
            <a:spLocks noChangeArrowheads="1"/>
          </p:cNvSpPr>
          <p:nvPr/>
        </p:nvSpPr>
        <p:spPr bwMode="auto">
          <a:xfrm>
            <a:off x="3177" y="3388282"/>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3" name="Rectangle 12"/>
          <p:cNvSpPr/>
          <p:nvPr/>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66" tIns="145332" rIns="181666" bIns="145332" numCol="1" spcCol="0" rtlCol="0" fromWordArt="0" anchor="t" anchorCtr="0" forceAA="0" compatLnSpc="1">
            <a:prstTxWarp prst="textNoShape">
              <a:avLst/>
            </a:prstTxWarp>
            <a:noAutofit/>
          </a:bodyPr>
          <a:lstStyle/>
          <a:p>
            <a:pPr algn="ctr" defTabSz="926174"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8"/>
            <a:ext cx="6399213" cy="1818756"/>
          </a:xfrm>
          <a:noFill/>
        </p:spPr>
        <p:txBody>
          <a:bodyPr lIns="146304" tIns="109728" rIns="146304" bIns="109728">
            <a:noAutofit/>
          </a:bodyPr>
          <a:lstStyle>
            <a:lvl1pPr marL="0" indent="0">
              <a:spcBef>
                <a:spcPts val="0"/>
              </a:spcBef>
              <a:buNone/>
              <a:defRPr sz="3575"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60"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2"/>
            <a:ext cx="1552931" cy="330546"/>
          </a:xfrm>
          <a:prstGeom prst="rect">
            <a:avLst/>
          </a:prstGeom>
        </p:spPr>
      </p:pic>
      <p:sp>
        <p:nvSpPr>
          <p:cNvPr id="8" name="Rectangle 6"/>
          <p:cNvSpPr>
            <a:spLocks noChangeArrowheads="1"/>
          </p:cNvSpPr>
          <p:nvPr/>
        </p:nvSpPr>
        <p:spPr bwMode="auto">
          <a:xfrm>
            <a:off x="3177" y="4367855"/>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4"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
        <p:nvSpPr>
          <p:cNvPr id="17" name="Text Placeholder 16"/>
          <p:cNvSpPr>
            <a:spLocks noGrp="1"/>
          </p:cNvSpPr>
          <p:nvPr>
            <p:ph type="body" sz="quarter" idx="13" hasCustomPrompt="1"/>
          </p:nvPr>
        </p:nvSpPr>
        <p:spPr>
          <a:xfrm>
            <a:off x="274638" y="294978"/>
            <a:ext cx="3657600" cy="458731"/>
          </a:xfrm>
        </p:spPr>
        <p:txBody>
          <a:bodyPr/>
          <a:lstStyle>
            <a:lvl1pPr marL="0" indent="0">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Session Code</a:t>
            </a:r>
          </a:p>
        </p:txBody>
      </p:sp>
      <p:sp>
        <p:nvSpPr>
          <p:cNvPr id="15" name="Text Placeholder 16"/>
          <p:cNvSpPr>
            <a:spLocks noGrp="1"/>
          </p:cNvSpPr>
          <p:nvPr>
            <p:ph type="body" sz="quarter" idx="14" hasCustomPrompt="1"/>
          </p:nvPr>
        </p:nvSpPr>
        <p:spPr>
          <a:xfrm>
            <a:off x="8504241" y="294978"/>
            <a:ext cx="3657600" cy="458731"/>
          </a:xfrm>
        </p:spPr>
        <p:txBody>
          <a:bodyPr/>
          <a:lstStyle>
            <a:lvl1pPr marL="0" indent="0" algn="r">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Yammer hashtag</a:t>
            </a:r>
          </a:p>
        </p:txBody>
      </p:sp>
    </p:spTree>
    <p:extLst>
      <p:ext uri="{BB962C8B-B14F-4D97-AF65-F5344CB8AC3E}">
        <p14:creationId xmlns:p14="http://schemas.microsoft.com/office/powerpoint/2010/main" val="137611786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par>
                                <p:cTn id="34" presetID="10" presetClass="entr" presetSubtype="0" fill="hold" grpId="0" nodeType="withEffect">
                                  <p:stCondLst>
                                    <p:cond delay="100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950"/>
                                        <p:tgtEl>
                                          <p:spTgt spid="14"/>
                                        </p:tgtEl>
                                      </p:cBhvr>
                                    </p:animEffect>
                                  </p:childTnLst>
                                </p:cTn>
                              </p:par>
                              <p:par>
                                <p:cTn id="37" presetID="63" presetClass="path" presetSubtype="0" decel="100000" fill="hold" grpId="1" nodeType="withEffect">
                                  <p:stCondLst>
                                    <p:cond delay="1000"/>
                                  </p:stCondLst>
                                  <p:childTnLst>
                                    <p:animMotion origin="layout" path="M -0.01455 -1.34362E-6 L -3.90605E-7 -1.34362E-6 " pathEditMode="relative" rAng="0" ptsTypes="AA">
                                      <p:cBhvr>
                                        <p:cTn id="38" dur="950" fill="hold"/>
                                        <p:tgtEl>
                                          <p:spTgt spid="14"/>
                                        </p:tgtEl>
                                        <p:attrNameLst>
                                          <p:attrName>ppt_x</p:attrName>
                                          <p:attrName>ppt_y</p:attrName>
                                        </p:attrNameLst>
                                      </p:cBhvr>
                                      <p:rCtr x="728" y="0"/>
                                    </p:animMotion>
                                  </p:childTnLst>
                                </p:cTn>
                              </p:par>
                              <p:par>
                                <p:cTn id="39" presetID="6" presetClass="emph" presetSubtype="0" accel="100000" autoRev="1" fill="hold" grpId="2" nodeType="withEffect">
                                  <p:stCondLst>
                                    <p:cond delay="300"/>
                                  </p:stCondLst>
                                  <p:childTnLst>
                                    <p:animScale>
                                      <p:cBhvr>
                                        <p:cTn id="40" dur="500" fill="hold"/>
                                        <p:tgtEl>
                                          <p:spTgt spid="14"/>
                                        </p:tgtEl>
                                      </p:cBhvr>
                                      <p:by x="95000" y="95000"/>
                                    </p:animScale>
                                  </p:childTnLst>
                                </p:cTn>
                              </p:par>
                              <p:par>
                                <p:cTn id="41" presetID="10" presetClass="entr" presetSubtype="0" fill="hold" grpId="0" nodeType="withEffect">
                                  <p:stCondLst>
                                    <p:cond delay="70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950"/>
                                        <p:tgtEl>
                                          <p:spTgt spid="17"/>
                                        </p:tgtEl>
                                      </p:cBhvr>
                                    </p:animEffect>
                                  </p:childTnLst>
                                </p:cTn>
                              </p:par>
                              <p:par>
                                <p:cTn id="44" presetID="63" presetClass="path" presetSubtype="0" decel="100000" fill="hold" grpId="1" nodeType="withEffect">
                                  <p:stCondLst>
                                    <p:cond delay="700"/>
                                  </p:stCondLst>
                                  <p:childTnLst>
                                    <p:animMotion origin="layout" path="M -0.01455 -1.34362E-6 L -3.90605E-7 -1.34362E-6 " pathEditMode="relative" rAng="0" ptsTypes="AA">
                                      <p:cBhvr>
                                        <p:cTn id="45" dur="950" fill="hold"/>
                                        <p:tgtEl>
                                          <p:spTgt spid="17"/>
                                        </p:tgtEl>
                                        <p:attrNameLst>
                                          <p:attrName>ppt_x</p:attrName>
                                          <p:attrName>ppt_y</p:attrName>
                                        </p:attrNameLst>
                                      </p:cBhvr>
                                      <p:rCtr x="728" y="0"/>
                                    </p:animMotion>
                                  </p:childTnLst>
                                </p:cTn>
                              </p:par>
                              <p:par>
                                <p:cTn id="46" presetID="6" presetClass="emph" presetSubtype="0" accel="100000" autoRev="1" fill="hold" grpId="2" nodeType="withEffect">
                                  <p:stCondLst>
                                    <p:cond delay="0"/>
                                  </p:stCondLst>
                                  <p:childTnLst>
                                    <p:animScale>
                                      <p:cBhvr>
                                        <p:cTn id="47" dur="500" fill="hold"/>
                                        <p:tgtEl>
                                          <p:spTgt spid="17"/>
                                        </p:tgtEl>
                                      </p:cBhvr>
                                      <p:by x="95000" y="95000"/>
                                    </p:animScale>
                                  </p:childTnLst>
                                </p:cTn>
                              </p:par>
                              <p:par>
                                <p:cTn id="48" presetID="10" presetClass="entr" presetSubtype="0" fill="hold" grpId="0" nodeType="withEffect">
                                  <p:stCondLst>
                                    <p:cond delay="7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950"/>
                                        <p:tgtEl>
                                          <p:spTgt spid="15"/>
                                        </p:tgtEl>
                                      </p:cBhvr>
                                    </p:animEffect>
                                  </p:childTnLst>
                                </p:cTn>
                              </p:par>
                              <p:par>
                                <p:cTn id="51" presetID="63" presetClass="path" presetSubtype="0" decel="100000" fill="hold" grpId="1" nodeType="withEffect">
                                  <p:stCondLst>
                                    <p:cond delay="700"/>
                                  </p:stCondLst>
                                  <p:childTnLst>
                                    <p:animMotion origin="layout" path="M -0.01455 -1.34362E-6 L -3.90605E-7 -1.34362E-6 " pathEditMode="relative" rAng="0" ptsTypes="AA">
                                      <p:cBhvr>
                                        <p:cTn id="52" dur="950" fill="hold"/>
                                        <p:tgtEl>
                                          <p:spTgt spid="15"/>
                                        </p:tgtEl>
                                        <p:attrNameLst>
                                          <p:attrName>ppt_x</p:attrName>
                                          <p:attrName>ppt_y</p:attrName>
                                        </p:attrNameLst>
                                      </p:cBhvr>
                                      <p:rCtr x="728" y="0"/>
                                    </p:animMotion>
                                  </p:childTnLst>
                                </p:cTn>
                              </p:par>
                              <p:par>
                                <p:cTn id="53" presetID="6" presetClass="emph" presetSubtype="0" accel="100000" autoRev="1" fill="hold" grpId="2" nodeType="withEffect">
                                  <p:stCondLst>
                                    <p:cond delay="0"/>
                                  </p:stCondLst>
                                  <p:childTnLst>
                                    <p:animScale>
                                      <p:cBhvr>
                                        <p:cTn id="54" dur="500" fill="hold"/>
                                        <p:tgtEl>
                                          <p:spTgt spid="15"/>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P spid="14" grpId="0"/>
      <p:bldP spid="14" grpId="1"/>
      <p:bldP spid="14" grpId="2"/>
      <p:bldP spid="17" grpId="0">
        <p:tmplLst>
          <p:tmpl>
            <p:tnLst>
              <p:par>
                <p:cTn presetID="10" presetClass="entr" presetSubtype="0" fill="hold" nodeType="withEffect">
                  <p:stCondLst>
                    <p:cond delay="700"/>
                  </p:stCondLst>
                  <p:childTnLst>
                    <p:set>
                      <p:cBhvr>
                        <p:cTn dur="1" fill="hold">
                          <p:stCondLst>
                            <p:cond delay="0"/>
                          </p:stCondLst>
                        </p:cTn>
                        <p:tgtEl>
                          <p:spTgt spid="17"/>
                        </p:tgtEl>
                        <p:attrNameLst>
                          <p:attrName>style.visibility</p:attrName>
                        </p:attrNameLst>
                      </p:cBhvr>
                      <p:to>
                        <p:strVal val="visible"/>
                      </p:to>
                    </p:set>
                    <p:animEffect transition="in" filter="fade">
                      <p:cBhvr>
                        <p:cTn dur="950"/>
                        <p:tgtEl>
                          <p:spTgt spid="17"/>
                        </p:tgtEl>
                      </p:cBhvr>
                    </p:animEffect>
                  </p:childTnLst>
                </p:cTn>
              </p:par>
            </p:tnLst>
          </p:tmpl>
        </p:tmplLst>
      </p:bldP>
      <p:bldP spid="17" grpId="1"/>
      <p:bldP spid="17" grpId="2"/>
      <p:bldP spid="15" grpId="0">
        <p:tmplLst>
          <p:tmpl>
            <p:tnLst>
              <p:par>
                <p:cTn presetID="10" presetClass="entr" presetSubtype="0" fill="hold" nodeType="withEffect">
                  <p:stCondLst>
                    <p:cond delay="700"/>
                  </p:stCondLst>
                  <p:childTnLst>
                    <p:set>
                      <p:cBhvr>
                        <p:cTn dur="1" fill="hold">
                          <p:stCondLst>
                            <p:cond delay="0"/>
                          </p:stCondLst>
                        </p:cTn>
                        <p:tgtEl>
                          <p:spTgt spid="15"/>
                        </p:tgtEl>
                        <p:attrNameLst>
                          <p:attrName>style.visibility</p:attrName>
                        </p:attrNameLst>
                      </p:cBhvr>
                      <p:to>
                        <p:strVal val="visible"/>
                      </p:to>
                    </p:set>
                    <p:animEffect transition="in" filter="fade">
                      <p:cBhvr>
                        <p:cTn dur="950"/>
                        <p:tgtEl>
                          <p:spTgt spid="15"/>
                        </p:tgtEl>
                      </p:cBhvr>
                    </p:animEffect>
                  </p:childTnLst>
                </p:cTn>
              </p:par>
            </p:tnLst>
          </p:tmpl>
        </p:tmplLst>
      </p:bldP>
      <p:bldP spid="15" grpId="1"/>
      <p:bldP spid="15" grpId="2"/>
    </p:bldLst>
  </p:timing>
  <p:extLst>
    <p:ext uri="{DCECCB84-F9BA-43D5-87BE-67443E8EF086}">
      <p15:sldGuideLst xmlns:p15="http://schemas.microsoft.com/office/powerpoint/2012/main">
        <p15:guide id="1" orient="horz" pos="4406">
          <p15:clr>
            <a:srgbClr val="C35EA4"/>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Title Slide - STATIC">
    <p:bg>
      <p:bgPr>
        <a:solidFill>
          <a:schemeClr val="accent2"/>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3929328"/>
            <a:ext cx="6399213" cy="1818756"/>
          </a:xfrm>
          <a:noFill/>
        </p:spPr>
        <p:txBody>
          <a:bodyPr lIns="146304" tIns="109728" rIns="146304" bIns="109728">
            <a:noAutofit/>
          </a:bodyPr>
          <a:lstStyle>
            <a:lvl1pPr marL="0" indent="0">
              <a:spcBef>
                <a:spcPts val="0"/>
              </a:spcBef>
              <a:buNone/>
              <a:defRPr sz="3575"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60"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2"/>
            <a:ext cx="1552931" cy="330546"/>
          </a:xfrm>
          <a:prstGeom prst="rect">
            <a:avLst/>
          </a:prstGeom>
        </p:spPr>
      </p:pic>
      <p:sp>
        <p:nvSpPr>
          <p:cNvPr id="8" name="Rectangle 6"/>
          <p:cNvSpPr>
            <a:spLocks noChangeArrowheads="1"/>
          </p:cNvSpPr>
          <p:nvPr/>
        </p:nvSpPr>
        <p:spPr bwMode="auto">
          <a:xfrm>
            <a:off x="3177" y="4367855"/>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4"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
        <p:nvSpPr>
          <p:cNvPr id="15" name="Text Placeholder 16"/>
          <p:cNvSpPr>
            <a:spLocks noGrp="1"/>
          </p:cNvSpPr>
          <p:nvPr>
            <p:ph type="body" sz="quarter" idx="13" hasCustomPrompt="1"/>
          </p:nvPr>
        </p:nvSpPr>
        <p:spPr>
          <a:xfrm>
            <a:off x="274638" y="294978"/>
            <a:ext cx="3657600" cy="458731"/>
          </a:xfrm>
        </p:spPr>
        <p:txBody>
          <a:bodyPr/>
          <a:lstStyle>
            <a:lvl1pPr marL="0" indent="0">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Session Code</a:t>
            </a:r>
          </a:p>
        </p:txBody>
      </p:sp>
      <p:sp>
        <p:nvSpPr>
          <p:cNvPr id="10" name="Text Placeholder 16"/>
          <p:cNvSpPr>
            <a:spLocks noGrp="1"/>
          </p:cNvSpPr>
          <p:nvPr>
            <p:ph type="body" sz="quarter" idx="14" hasCustomPrompt="1"/>
          </p:nvPr>
        </p:nvSpPr>
        <p:spPr>
          <a:xfrm>
            <a:off x="8504241" y="294978"/>
            <a:ext cx="3657600" cy="458731"/>
          </a:xfrm>
        </p:spPr>
        <p:txBody>
          <a:bodyPr/>
          <a:lstStyle>
            <a:lvl1pPr marL="0" indent="0" algn="r">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Yammer hashtag</a:t>
            </a:r>
          </a:p>
        </p:txBody>
      </p:sp>
    </p:spTree>
    <p:extLst>
      <p:ext uri="{BB962C8B-B14F-4D97-AF65-F5344CB8AC3E}">
        <p14:creationId xmlns:p14="http://schemas.microsoft.com/office/powerpoint/2010/main" val="33612870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Confidentiality Slide">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p>
            <a:r>
              <a:rPr lang="en-US"/>
              <a:t>Click to edit Master title style</a:t>
            </a:r>
          </a:p>
        </p:txBody>
      </p:sp>
    </p:spTree>
    <p:extLst>
      <p:ext uri="{BB962C8B-B14F-4D97-AF65-F5344CB8AC3E}">
        <p14:creationId xmlns:p14="http://schemas.microsoft.com/office/powerpoint/2010/main" val="592529520"/>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Demo slide">
    <p:bg>
      <p:bgPr>
        <a:solidFill>
          <a:schemeClr val="accent2"/>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7757448" y="302259"/>
            <a:ext cx="4409440" cy="6360123"/>
          </a:xfrm>
          <a:prstGeom prst="rect">
            <a:avLst/>
          </a:prstGeom>
        </p:spPr>
      </p:pic>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66" tIns="145332" rIns="181666" bIns="145332" numCol="1" spcCol="0" rtlCol="0" fromWordArt="0" anchor="t" anchorCtr="0" forceAA="0" compatLnSpc="1">
            <a:prstTxWarp prst="textNoShape">
              <a:avLst/>
            </a:prstTxWarp>
            <a:noAutofit/>
          </a:bodyPr>
          <a:lstStyle/>
          <a:p>
            <a:pPr algn="ctr" defTabSz="926174"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9" y="1202284"/>
            <a:ext cx="7314044" cy="3453447"/>
          </a:xfrm>
          <a:noFill/>
        </p:spPr>
        <p:txBody>
          <a:bodyPr tIns="91440" bIns="91440" anchor="t" anchorCtr="0"/>
          <a:lstStyle>
            <a:lvl1pPr>
              <a:defRPr sz="7151" spc="-99" baseline="0">
                <a:gradFill>
                  <a:gsLst>
                    <a:gs pos="75912">
                      <a:schemeClr val="tx1"/>
                    </a:gs>
                    <a:gs pos="34307">
                      <a:schemeClr val="tx1"/>
                    </a:gs>
                    <a:gs pos="43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1" y="4655733"/>
            <a:ext cx="7315200" cy="1817966"/>
          </a:xfrm>
          <a:noFill/>
        </p:spPr>
        <p:txBody>
          <a:bodyPr lIns="182880" tIns="146304" rIns="182880" bIns="146304">
            <a:noAutofit/>
          </a:bodyPr>
          <a:lstStyle>
            <a:lvl1pPr marL="0" indent="0">
              <a:spcBef>
                <a:spcPts val="0"/>
              </a:spcBef>
              <a:buNone/>
              <a:defRPr sz="3575" spc="0" baseline="0">
                <a:gradFill>
                  <a:gsLst>
                    <a:gs pos="75912">
                      <a:schemeClr val="tx1"/>
                    </a:gs>
                    <a:gs pos="34307">
                      <a:schemeClr val="tx1"/>
                    </a:gs>
                    <a:gs pos="43000">
                      <a:schemeClr val="tx1"/>
                    </a:gs>
                  </a:gsLst>
                  <a:lin ang="5400000" scaled="0"/>
                </a:gradFill>
                <a:latin typeface="+mj-lt"/>
              </a:defRPr>
            </a:lvl1pPr>
          </a:lstStyle>
          <a:p>
            <a:pPr lvl="0"/>
            <a:r>
              <a:rPr lang="en-US"/>
              <a:t>Speaker Name</a:t>
            </a:r>
          </a:p>
        </p:txBody>
      </p:sp>
      <p:sp>
        <p:nvSpPr>
          <p:cNvPr id="7"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63369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Video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66" tIns="145332" rIns="181666" bIns="145332" numCol="1" spcCol="0" rtlCol="0" fromWordArt="0" anchor="t" anchorCtr="0" forceAA="0" compatLnSpc="1">
            <a:prstTxWarp prst="textNoShape">
              <a:avLst/>
            </a:prstTxWarp>
            <a:noAutofit/>
          </a:bodyPr>
          <a:lstStyle/>
          <a:p>
            <a:pPr algn="ctr" defTabSz="926174"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41" y="1202284"/>
            <a:ext cx="9143999" cy="2734211"/>
          </a:xfrm>
          <a:noFill/>
        </p:spPr>
        <p:txBody>
          <a:bodyPr tIns="91440" bIns="91440" anchor="t" anchorCtr="0"/>
          <a:lstStyle>
            <a:lvl1pPr>
              <a:defRPr sz="7151" spc="-99" baseline="0">
                <a:gradFill>
                  <a:gsLst>
                    <a:gs pos="75912">
                      <a:schemeClr val="tx1"/>
                    </a:gs>
                    <a:gs pos="34307">
                      <a:schemeClr val="tx1"/>
                    </a:gs>
                    <a:gs pos="43000">
                      <a:schemeClr val="tx1"/>
                    </a:gs>
                  </a:gsLst>
                  <a:lin ang="5400000" scaled="0"/>
                </a:gradFill>
              </a:defRPr>
            </a:lvl1pPr>
          </a:lstStyle>
          <a:p>
            <a:r>
              <a:rPr lang="en-US"/>
              <a:t>Video title</a:t>
            </a:r>
          </a:p>
        </p:txBody>
      </p:sp>
      <p:sp>
        <p:nvSpPr>
          <p:cNvPr id="5"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pic>
        <p:nvPicPr>
          <p:cNvPr id="11" name="Picture 10"/>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2" y="3056085"/>
            <a:ext cx="12436918" cy="3271204"/>
          </a:xfrm>
          <a:prstGeom prst="rect">
            <a:avLst/>
          </a:prstGeom>
        </p:spPr>
      </p:pic>
    </p:spTree>
    <p:extLst>
      <p:ext uri="{BB962C8B-B14F-4D97-AF65-F5344CB8AC3E}">
        <p14:creationId xmlns:p14="http://schemas.microsoft.com/office/powerpoint/2010/main" val="1544528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820333"/>
          </a:xfrm>
          <a:noFill/>
        </p:spPr>
        <p:txBody>
          <a:bodyPr tIns="91440" bIns="91440" anchor="t" anchorCtr="0"/>
          <a:lstStyle>
            <a:lvl1pPr>
              <a:defRPr sz="8742" spc="-99" baseline="0">
                <a:gradFill>
                  <a:gsLst>
                    <a:gs pos="75912">
                      <a:schemeClr val="tx1"/>
                    </a:gs>
                    <a:gs pos="34307">
                      <a:schemeClr val="tx1"/>
                    </a:gs>
                    <a:gs pos="43000">
                      <a:schemeClr val="tx1"/>
                    </a:gs>
                  </a:gsLst>
                  <a:lin ang="5400000" scaled="0"/>
                </a:gradFill>
              </a:defRPr>
            </a:lvl1pPr>
          </a:lstStyle>
          <a:p>
            <a:r>
              <a:rPr lang="en-US"/>
              <a:t>Section title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158454617"/>
      </p:ext>
    </p:extLst>
  </p:cSld>
  <p:clrMapOvr>
    <a:masterClrMapping/>
  </p:clrMapOvr>
  <p:transition>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820333"/>
          </a:xfrm>
          <a:noFill/>
        </p:spPr>
        <p:txBody>
          <a:bodyPr tIns="91440" bIns="91440" anchor="t" anchorCtr="0"/>
          <a:lstStyle>
            <a:lvl1pPr algn="l" defTabSz="926442" rtl="0" eaLnBrk="1" latinLnBrk="0" hangingPunct="1">
              <a:lnSpc>
                <a:spcPct val="90000"/>
              </a:lnSpc>
              <a:spcBef>
                <a:spcPct val="0"/>
              </a:spcBef>
              <a:buNone/>
              <a:defRPr lang="en-US" sz="8742" b="0" kern="1200" cap="none" spc="-99" baseline="0" dirty="0">
                <a:ln w="3175">
                  <a:noFill/>
                </a:ln>
                <a:gradFill>
                  <a:gsLst>
                    <a:gs pos="75912">
                      <a:schemeClr val="tx1"/>
                    </a:gs>
                    <a:gs pos="34307">
                      <a:schemeClr val="tx1"/>
                    </a:gs>
                    <a:gs pos="4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83218857"/>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ection Title Accent Color 3">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820333"/>
          </a:xfrm>
          <a:noFill/>
        </p:spPr>
        <p:txBody>
          <a:bodyPr tIns="91440" bIns="91440" anchor="t" anchorCtr="0"/>
          <a:lstStyle>
            <a:lvl1pPr algn="l" defTabSz="926442" rtl="0" eaLnBrk="1" latinLnBrk="0" hangingPunct="1">
              <a:lnSpc>
                <a:spcPct val="90000"/>
              </a:lnSpc>
              <a:spcBef>
                <a:spcPct val="0"/>
              </a:spcBef>
              <a:buNone/>
              <a:defRPr lang="en-US" sz="8742" b="0" kern="1200" cap="none" spc="-99" baseline="0" dirty="0">
                <a:ln w="3175">
                  <a:noFill/>
                </a:ln>
                <a:gradFill>
                  <a:gsLst>
                    <a:gs pos="83448">
                      <a:schemeClr val="tx1"/>
                    </a:gs>
                    <a:gs pos="5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416003284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1"/>
          </p:nvPr>
        </p:nvSpPr>
        <p:spPr>
          <a:xfrm>
            <a:off x="274639" y="1205143"/>
            <a:ext cx="11889564" cy="2045940"/>
          </a:xfrm>
        </p:spPr>
        <p:txBody>
          <a:bodyPr/>
          <a:lstStyle>
            <a:lvl1pPr marL="0" indent="0">
              <a:buNone/>
              <a:defRPr/>
            </a:lvl1pPr>
            <a:lvl2pPr marL="28381" indent="0">
              <a:buNone/>
              <a:defRPr sz="1987"/>
            </a:lvl2pPr>
            <a:lvl3pPr marL="222326" indent="0">
              <a:buNone/>
              <a:defRPr sz="1987"/>
            </a:lvl3pPr>
            <a:lvl4pPr marL="473034" indent="0">
              <a:buNone/>
              <a:defRPr sz="1789"/>
            </a:lvl4pPr>
            <a:lvl5pPr marL="734777" indent="0">
              <a:buNone/>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283261384"/>
      </p:ext>
    </p:extLst>
  </p:cSld>
  <p:clrMapOvr>
    <a:masterClrMapping/>
  </p:clrMapOvr>
  <p:transition>
    <p:fade/>
  </p:transition>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0" y="1205143"/>
            <a:ext cx="11887200" cy="2214141"/>
          </a:xfrm>
        </p:spPr>
        <p:txBody>
          <a:bodyPr>
            <a:spAutoFit/>
          </a:bodyPr>
          <a:lstStyle>
            <a:lvl3pPr>
              <a:defRPr sz="2385"/>
            </a:lvl3pPr>
            <a:lvl4pPr>
              <a:defRPr sz="1987"/>
            </a:lvl4pPr>
            <a:lvl5pPr>
              <a:defRPr sz="198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
        <p:nvSpPr>
          <p:cNvPr id="5"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695257126"/>
      </p:ext>
    </p:extLst>
  </p:cSld>
  <p:clrMapOvr>
    <a:masterClrMapping/>
  </p:clrMapOvr>
  <p:transition>
    <p:fade/>
  </p:transition>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1" y="1205142"/>
            <a:ext cx="5486399" cy="2523212"/>
          </a:xfrm>
        </p:spPr>
        <p:txBody>
          <a:bodyPr wrap="square">
            <a:spAutoFit/>
          </a:bodyPr>
          <a:lstStyle>
            <a:lvl1pPr marL="0" indent="0">
              <a:spcBef>
                <a:spcPts val="1216"/>
              </a:spcBef>
              <a:buClr>
                <a:schemeClr val="tx1"/>
              </a:buClr>
              <a:buFont typeface="Wingdings" pitchFamily="2" charset="2"/>
              <a:buNone/>
              <a:defRPr sz="3575"/>
            </a:lvl1pPr>
            <a:lvl2pPr marL="0" indent="0">
              <a:buNone/>
              <a:defRPr sz="1987"/>
            </a:lvl2pPr>
            <a:lvl3pPr marL="230209" indent="0">
              <a:buNone/>
              <a:tabLst/>
              <a:defRPr sz="1987"/>
            </a:lvl3pPr>
            <a:lvl4pPr marL="457265" indent="0">
              <a:buNone/>
              <a:defRPr/>
            </a:lvl4pPr>
            <a:lvl5pPr marL="68116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523212"/>
          </a:xfrm>
        </p:spPr>
        <p:txBody>
          <a:bodyPr wrap="square">
            <a:spAutoFit/>
          </a:bodyPr>
          <a:lstStyle>
            <a:lvl1pPr marL="0" indent="0">
              <a:spcBef>
                <a:spcPts val="1216"/>
              </a:spcBef>
              <a:buClr>
                <a:schemeClr val="tx1"/>
              </a:buClr>
              <a:buFont typeface="Wingdings" pitchFamily="2" charset="2"/>
              <a:buNone/>
              <a:defRPr sz="3575"/>
            </a:lvl1pPr>
            <a:lvl2pPr marL="0" indent="0">
              <a:buNone/>
              <a:defRPr sz="1987"/>
            </a:lvl2pPr>
            <a:lvl3pPr marL="230209" indent="0">
              <a:buNone/>
              <a:tabLst/>
              <a:defRPr sz="1987"/>
            </a:lvl3pPr>
            <a:lvl4pPr marL="457265" indent="0">
              <a:buNone/>
              <a:defRPr/>
            </a:lvl4pPr>
            <a:lvl5pPr marL="68116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4027469649"/>
      </p:ext>
    </p:extLst>
  </p:cSld>
  <p:clrMapOvr>
    <a:masterClrMapping/>
  </p:clrMapOvr>
  <p:transition>
    <p:fade/>
  </p:transition>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1" y="1205143"/>
            <a:ext cx="5486399" cy="2590468"/>
          </a:xfrm>
        </p:spPr>
        <p:txBody>
          <a:bodyPr wrap="square">
            <a:spAutoFit/>
          </a:bodyPr>
          <a:lstStyle>
            <a:lvl1pPr marL="285397" indent="-285397">
              <a:spcBef>
                <a:spcPts val="1216"/>
              </a:spcBef>
              <a:buClr>
                <a:schemeClr val="tx1"/>
              </a:buClr>
              <a:buFont typeface="Wingdings" panose="05000000000000000000" pitchFamily="2" charset="2"/>
              <a:buChar char="§"/>
              <a:defRPr sz="3575"/>
            </a:lvl1pPr>
            <a:lvl2pPr marL="527578" indent="-231620">
              <a:defRPr sz="2385"/>
            </a:lvl2pPr>
            <a:lvl3pPr marL="694859" indent="-167282">
              <a:tabLst/>
              <a:defRPr sz="1987"/>
            </a:lvl3pPr>
            <a:lvl4pPr marL="875007" indent="-180149">
              <a:defRPr/>
            </a:lvl4pPr>
            <a:lvl5pPr marL="1042288" indent="-167282">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3"/>
            <a:ext cx="5486399" cy="2590468"/>
          </a:xfrm>
        </p:spPr>
        <p:txBody>
          <a:bodyPr wrap="square">
            <a:spAutoFit/>
          </a:bodyPr>
          <a:lstStyle>
            <a:lvl1pPr marL="285397" indent="-285397">
              <a:spcBef>
                <a:spcPts val="1216"/>
              </a:spcBef>
              <a:buClr>
                <a:schemeClr val="tx1"/>
              </a:buClr>
              <a:buFont typeface="Wingdings" panose="05000000000000000000" pitchFamily="2" charset="2"/>
              <a:buChar char="§"/>
              <a:defRPr sz="3575"/>
            </a:lvl1pPr>
            <a:lvl2pPr marL="527578" indent="-231620">
              <a:defRPr sz="2385"/>
            </a:lvl2pPr>
            <a:lvl3pPr marL="694859" indent="-167282">
              <a:tabLst/>
              <a:defRPr sz="1987"/>
            </a:lvl3pPr>
            <a:lvl4pPr marL="875007" indent="-180149">
              <a:defRPr/>
            </a:lvl4pPr>
            <a:lvl5pPr marL="1042288" indent="-167282">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92281105"/>
      </p:ext>
    </p:extLst>
  </p:cSld>
  <p:clrMapOvr>
    <a:masterClrMapping/>
  </p:clrMapOvr>
  <p:transition>
    <p:fade/>
  </p:transition>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801242479"/>
      </p:ext>
    </p:extLst>
  </p:cSld>
  <p:clrMapOvr>
    <a:masterClrMapping/>
  </p:clrMapOvr>
  <p:transition>
    <p:fade/>
  </p:transition>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Big Idea Layout">
    <p:spTree>
      <p:nvGrpSpPr>
        <p:cNvPr id="1" name=""/>
        <p:cNvGrpSpPr/>
        <p:nvPr/>
      </p:nvGrpSpPr>
      <p:grpSpPr>
        <a:xfrm>
          <a:off x="0" y="0"/>
          <a:ext cx="0" cy="0"/>
          <a:chOff x="0" y="0"/>
          <a:chExt cx="0" cy="0"/>
        </a:xfrm>
      </p:grpSpPr>
      <p:sp>
        <p:nvSpPr>
          <p:cNvPr id="2" name="Title 1"/>
          <p:cNvSpPr>
            <a:spLocks noGrp="1"/>
          </p:cNvSpPr>
          <p:nvPr>
            <p:ph type="title"/>
          </p:nvPr>
        </p:nvSpPr>
        <p:spPr>
          <a:xfrm>
            <a:off x="282576" y="1203567"/>
            <a:ext cx="11889564" cy="911744"/>
          </a:xfrm>
        </p:spPr>
        <p:txBody>
          <a:bodyPr/>
          <a:lstStyle>
            <a:lvl1pPr>
              <a:defRPr sz="7151" baseline="0"/>
            </a:lvl1p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992766439"/>
      </p:ext>
    </p:extLst>
  </p:cSld>
  <p:clrMapOvr>
    <a:masterClrMapping/>
  </p:clrMapOvr>
  <p:transition>
    <p:fade/>
  </p:transition>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Fact Layout">
    <p:spTree>
      <p:nvGrpSpPr>
        <p:cNvPr id="1" name=""/>
        <p:cNvGrpSpPr/>
        <p:nvPr/>
      </p:nvGrpSpPr>
      <p:grpSpPr>
        <a:xfrm>
          <a:off x="0" y="0"/>
          <a:ext cx="0" cy="0"/>
          <a:chOff x="0" y="0"/>
          <a:chExt cx="0" cy="0"/>
        </a:xfrm>
      </p:grpSpPr>
      <p:sp>
        <p:nvSpPr>
          <p:cNvPr id="2" name="Title 1"/>
          <p:cNvSpPr>
            <a:spLocks noGrp="1"/>
          </p:cNvSpPr>
          <p:nvPr>
            <p:ph type="title"/>
          </p:nvPr>
        </p:nvSpPr>
        <p:spPr>
          <a:xfrm>
            <a:off x="2113227" y="2112155"/>
            <a:ext cx="8219813" cy="1817178"/>
          </a:xfrm>
        </p:spPr>
        <p:txBody>
          <a:bodyPr/>
          <a:lstStyle>
            <a:lvl1pPr>
              <a:defRPr sz="5960" baseline="0"/>
            </a:lvl1p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654989283"/>
      </p:ext>
    </p:extLst>
  </p:cSld>
  <p:clrMapOvr>
    <a:masterClrMapping/>
  </p:clrMapOvr>
  <p:transition>
    <p:fade/>
  </p:transition>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Fact Layout_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13227" y="2112155"/>
            <a:ext cx="8219813" cy="1817178"/>
          </a:xfrm>
        </p:spPr>
        <p:txBody>
          <a:bodyPr/>
          <a:lstStyle>
            <a:lvl1pPr>
              <a:defRPr sz="5960" baseline="0"/>
            </a:lvl1p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167719790"/>
      </p:ext>
    </p:extLst>
  </p:cSld>
  <p:clrMapOvr>
    <a:masterClrMapping/>
  </p:clrMapOvr>
  <p:transition>
    <p:fade/>
  </p:transition>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Quote Layout">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1194171"/>
            <a:ext cx="10058399" cy="911744"/>
          </a:xfrm>
        </p:spPr>
        <p:txBody>
          <a:bodyPr/>
          <a:lstStyle>
            <a:lvl1pPr marL="231787" indent="-231787">
              <a:defRPr sz="5960" baseline="0"/>
            </a:lvl1pPr>
          </a:lstStyle>
          <a:p>
            <a:r>
              <a:rPr lang="en-US"/>
              <a:t>“Sample quote goes here. Design is easier than it looks, and more important than it seems.”</a:t>
            </a:r>
          </a:p>
        </p:txBody>
      </p:sp>
      <p:sp>
        <p:nvSpPr>
          <p:cNvPr id="4" name="Text Placeholder 3"/>
          <p:cNvSpPr>
            <a:spLocks noGrp="1"/>
          </p:cNvSpPr>
          <p:nvPr>
            <p:ph type="body" sz="quarter" idx="10" hasCustomPrompt="1"/>
          </p:nvPr>
        </p:nvSpPr>
        <p:spPr>
          <a:xfrm>
            <a:off x="5761038" y="5093463"/>
            <a:ext cx="5486400" cy="1064255"/>
          </a:xfrm>
        </p:spPr>
        <p:txBody>
          <a:bodyPr/>
          <a:lstStyle>
            <a:lvl1pPr marL="0" indent="0">
              <a:spcBef>
                <a:spcPts val="0"/>
              </a:spcBef>
              <a:buNone/>
              <a:defRPr sz="3178" baseline="0">
                <a:latin typeface="+mj-lt"/>
              </a:defRPr>
            </a:lvl1pPr>
          </a:lstStyle>
          <a:p>
            <a:pPr lvl="0"/>
            <a:r>
              <a:rPr lang="en-US"/>
              <a:t>Author Name</a:t>
            </a:r>
          </a:p>
          <a:p>
            <a:pPr lvl="0"/>
            <a:r>
              <a:rPr lang="en-US"/>
              <a:t>Title</a:t>
            </a:r>
          </a:p>
        </p:txBody>
      </p:sp>
      <p:sp>
        <p:nvSpPr>
          <p:cNvPr id="5"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692752895"/>
      </p:ext>
    </p:extLst>
  </p:cSld>
  <p:clrMapOvr>
    <a:masterClrMapping/>
  </p:clrMapOvr>
  <p:transition>
    <p:fade/>
  </p:transition>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Quote Layout_Accent Color 2">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2112156"/>
            <a:ext cx="10058399" cy="911744"/>
          </a:xfrm>
        </p:spPr>
        <p:txBody>
          <a:bodyPr/>
          <a:lstStyle>
            <a:lvl1pPr marL="280665" indent="-280665">
              <a:tabLst>
                <a:tab pos="280665" algn="l"/>
              </a:tabLst>
              <a:defRPr sz="5960" baseline="0"/>
            </a:lvl1pPr>
          </a:lstStyle>
          <a:p>
            <a:r>
              <a:rPr lang="en-US"/>
              <a:t>“	Add a quote here. Design is easier than it looks, and more important than it seems.”</a:t>
            </a:r>
          </a:p>
        </p:txBody>
      </p:sp>
      <p:sp>
        <p:nvSpPr>
          <p:cNvPr id="4" name="Text Placeholder 3"/>
          <p:cNvSpPr>
            <a:spLocks noGrp="1"/>
          </p:cNvSpPr>
          <p:nvPr>
            <p:ph type="body" sz="quarter" idx="10" hasCustomPrompt="1"/>
          </p:nvPr>
        </p:nvSpPr>
        <p:spPr>
          <a:xfrm>
            <a:off x="5761038" y="4837906"/>
            <a:ext cx="5486400" cy="1064255"/>
          </a:xfrm>
        </p:spPr>
        <p:txBody>
          <a:bodyPr/>
          <a:lstStyle>
            <a:lvl1pPr marL="0" indent="0">
              <a:spcBef>
                <a:spcPts val="0"/>
              </a:spcBef>
              <a:buNone/>
              <a:defRPr sz="3178" baseline="0">
                <a:latin typeface="+mj-lt"/>
              </a:defRPr>
            </a:lvl1pPr>
          </a:lstStyle>
          <a:p>
            <a:pPr lvl="0"/>
            <a:r>
              <a:rPr lang="en-US"/>
              <a:t>Author’s Name</a:t>
            </a:r>
          </a:p>
          <a:p>
            <a:pPr lvl="0"/>
            <a:r>
              <a:rPr lang="en-US"/>
              <a:t>Title</a:t>
            </a:r>
          </a:p>
        </p:txBody>
      </p:sp>
      <p:sp>
        <p:nvSpPr>
          <p:cNvPr id="5"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894241390"/>
      </p:ext>
    </p:extLst>
  </p:cSld>
  <p:clrMapOvr>
    <a:masterClrMapping/>
  </p:clrMapOvr>
  <p:transition>
    <p:fade/>
  </p:transition>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Big Idea &amp; 3 Points">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282578" y="2415018"/>
            <a:ext cx="11887200" cy="926636"/>
          </a:xfrm>
        </p:spPr>
        <p:txBody>
          <a:bodyPr/>
          <a:lstStyle>
            <a:lvl1pPr marL="0" indent="0">
              <a:buNone/>
              <a:defRPr sz="5364">
                <a:gradFill>
                  <a:gsLst>
                    <a:gs pos="3333">
                      <a:schemeClr val="tx1"/>
                    </a:gs>
                    <a:gs pos="39000">
                      <a:schemeClr val="tx1"/>
                    </a:gs>
                  </a:gsLst>
                  <a:lin ang="5400000" scaled="0"/>
                </a:gradFill>
              </a:defRPr>
            </a:lvl1pPr>
            <a:lvl2pPr marL="0" indent="0">
              <a:buFontTx/>
              <a:buNone/>
              <a:defRPr sz="1987"/>
            </a:lvl2pPr>
            <a:lvl3pPr marL="227056" indent="0">
              <a:buNone/>
              <a:defRPr/>
            </a:lvl3pPr>
            <a:lvl4pPr marL="454112" indent="0">
              <a:buNone/>
              <a:defRPr/>
            </a:lvl4pPr>
            <a:lvl5pPr marL="681168" indent="0">
              <a:buNone/>
              <a:defRPr/>
            </a:lvl5pPr>
          </a:lstStyle>
          <a:p>
            <a:pPr lvl="0"/>
            <a:r>
              <a:rPr lang="en-US"/>
              <a:t>Click to edit Master text styles</a:t>
            </a:r>
          </a:p>
        </p:txBody>
      </p:sp>
      <p:sp>
        <p:nvSpPr>
          <p:cNvPr id="4" name="Title 1"/>
          <p:cNvSpPr>
            <a:spLocks noGrp="1"/>
          </p:cNvSpPr>
          <p:nvPr>
            <p:ph type="title"/>
          </p:nvPr>
        </p:nvSpPr>
        <p:spPr>
          <a:xfrm>
            <a:off x="282576" y="1203567"/>
            <a:ext cx="11889564" cy="911744"/>
          </a:xfrm>
        </p:spPr>
        <p:txBody>
          <a:bodyPr/>
          <a:lstStyle>
            <a:lvl1pPr>
              <a:defRPr sz="7151" baseline="0">
                <a:gradFill>
                  <a:gsLst>
                    <a:gs pos="1250">
                      <a:schemeClr val="tx1"/>
                    </a:gs>
                    <a:gs pos="100000">
                      <a:schemeClr val="tx1"/>
                    </a:gs>
                  </a:gsLst>
                  <a:lin ang="5400000" scaled="0"/>
                </a:gradFill>
              </a:defRPr>
            </a:lvl1pPr>
          </a:lstStyle>
          <a:p>
            <a:r>
              <a:rPr lang="en-US"/>
              <a:t>Click to edit Master title style</a:t>
            </a:r>
          </a:p>
        </p:txBody>
      </p:sp>
      <p:sp>
        <p:nvSpPr>
          <p:cNvPr id="5"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792146947"/>
      </p:ext>
    </p:extLst>
  </p:cSld>
  <p:clrMapOvr>
    <a:masterClrMapping/>
  </p:clrMapOvr>
  <p:transition>
    <p:fade/>
  </p:transition>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1233537"/>
            <a:ext cx="5486399" cy="1787207"/>
          </a:xfrm>
        </p:spPr>
        <p:txBody>
          <a:bodyPr/>
          <a:lstStyle>
            <a:lvl1pPr>
              <a:defRPr sz="6556"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8"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428089396"/>
      </p:ext>
    </p:extLst>
  </p:cSld>
  <p:clrMapOvr>
    <a:masterClrMapping/>
  </p:clrMapOvr>
  <p:transition>
    <p:fade/>
  </p:transition>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p:cSld name="50-50 Left Photo Layout">
    <p:spTree>
      <p:nvGrpSpPr>
        <p:cNvPr id="1" name=""/>
        <p:cNvGrpSpPr/>
        <p:nvPr/>
      </p:nvGrpSpPr>
      <p:grpSpPr>
        <a:xfrm>
          <a:off x="0" y="0"/>
          <a:ext cx="0" cy="0"/>
          <a:chOff x="0" y="0"/>
          <a:chExt cx="0" cy="0"/>
        </a:xfrm>
      </p:grpSpPr>
      <p:sp>
        <p:nvSpPr>
          <p:cNvPr id="2" name="Title 1"/>
          <p:cNvSpPr>
            <a:spLocks noGrp="1"/>
          </p:cNvSpPr>
          <p:nvPr>
            <p:ph type="title"/>
          </p:nvPr>
        </p:nvSpPr>
        <p:spPr>
          <a:xfrm>
            <a:off x="6675439" y="1233538"/>
            <a:ext cx="5486399" cy="911744"/>
          </a:xfrm>
        </p:spPr>
        <p:txBody>
          <a:bodyPr/>
          <a:lstStyle>
            <a:lvl1pPr>
              <a:defRPr sz="6556" baseline="0">
                <a:gradFill>
                  <a:gsLst>
                    <a:gs pos="1250">
                      <a:schemeClr val="tx1"/>
                    </a:gs>
                    <a:gs pos="100000">
                      <a:schemeClr val="tx1"/>
                    </a:gs>
                  </a:gsLst>
                  <a:lin ang="5400000" scaled="0"/>
                </a:gradFill>
              </a:defRPr>
            </a:lvl1pPr>
          </a:lstStyle>
          <a:p>
            <a:r>
              <a:rPr lang="en-US"/>
              <a:t>Click to edit Master title style</a:t>
            </a:r>
          </a:p>
        </p:txBody>
      </p:sp>
      <p:sp>
        <p:nvSpPr>
          <p:cNvPr id="4" name="Picture Placeholder 4"/>
          <p:cNvSpPr>
            <a:spLocks noGrp="1"/>
          </p:cNvSpPr>
          <p:nvPr>
            <p:ph type="pic" sz="quarter" idx="10"/>
          </p:nvPr>
        </p:nvSpPr>
        <p:spPr bwMode="ltGray">
          <a:xfrm>
            <a:off x="0" y="1"/>
            <a:ext cx="6216650" cy="6944147"/>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389" b="1">
                <a:gradFill>
                  <a:gsLst>
                    <a:gs pos="13139">
                      <a:srgbClr val="FFFFFF"/>
                    </a:gs>
                    <a:gs pos="38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1071718086"/>
      </p:ext>
    </p:extLst>
  </p:cSld>
  <p:clrMapOvr>
    <a:masterClrMapping/>
  </p:clrMapOvr>
  <p:transition>
    <p:fade/>
  </p:transition>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p:cSld name="Blank Accent Color 1">
    <p:bg>
      <p:bgPr>
        <a:solidFill>
          <a:schemeClr val="accent1"/>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94184716"/>
      </p:ext>
    </p:extLst>
  </p:cSld>
  <p:clrMapOvr>
    <a:masterClrMapping/>
  </p:clrMapOvr>
  <p:transition>
    <p:fade/>
  </p:transition>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p:cSld name="Blank Accent Color 2">
    <p:spTree>
      <p:nvGrpSpPr>
        <p:cNvPr id="1" name=""/>
        <p:cNvGrpSpPr/>
        <p:nvPr/>
      </p:nvGrpSpPr>
      <p:grpSpPr>
        <a:xfrm>
          <a:off x="0" y="0"/>
          <a:ext cx="0" cy="0"/>
          <a:chOff x="0" y="0"/>
          <a:chExt cx="0" cy="0"/>
        </a:xfrm>
      </p:grpSpPr>
      <p:sp>
        <p:nvSpPr>
          <p:cNvPr id="2"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49428917"/>
      </p:ext>
    </p:extLst>
  </p:cSld>
  <p:clrMapOvr>
    <a:masterClrMapping/>
  </p:clrMapOvr>
  <p:transition>
    <p:fade/>
  </p:transition>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p:cSld name="Blank Accent Color 3">
    <p:bg>
      <p:bgPr>
        <a:solidFill>
          <a:schemeClr val="accent3"/>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2891416439"/>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29" tIns="46329" rIns="46329" bIns="46329" numCol="1" spcCol="0" rtlCol="0" fromWordArt="0" anchor="ctr" anchorCtr="0" forceAA="0" compatLnSpc="1">
            <a:prstTxWarp prst="textNoShape">
              <a:avLst/>
            </a:prstTxWarp>
            <a:noAutofit/>
          </a:bodyPr>
          <a:lstStyle/>
          <a:p>
            <a:pPr algn="ctr" defTabSz="926174"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08426"/>
            <a:ext cx="11887199" cy="2117808"/>
          </a:xfrm>
        </p:spPr>
        <p:txBody>
          <a:bodyPr/>
          <a:lstStyle>
            <a:lvl1pPr marL="0" indent="0">
              <a:buNone/>
              <a:defRPr sz="3277">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212"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65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9060"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389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1395819"/>
      </p:ext>
    </p:extLst>
  </p:cSld>
  <p:clrMapOvr>
    <a:masterClrMapping/>
  </p:clrMapOvr>
  <p:transition>
    <p:fade/>
  </p:transition>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40" y="1205144"/>
            <a:ext cx="11887200" cy="2428216"/>
          </a:xfrm>
          <a:prstGeom prst="rect">
            <a:avLst/>
          </a:prstGeom>
        </p:spPr>
        <p:txBody>
          <a:bodyPr/>
          <a:lstStyle>
            <a:lvl1pPr marL="288550" indent="-288550">
              <a:buClr>
                <a:schemeClr val="tx1"/>
              </a:buClr>
              <a:buSzPct val="90000"/>
              <a:buFont typeface="Wingdings" panose="05000000000000000000" pitchFamily="2" charset="2"/>
              <a:buChar char="§"/>
              <a:defRPr sz="3575">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640" indent="-279091">
              <a:buClr>
                <a:schemeClr val="tx1"/>
              </a:buClr>
              <a:buSzPct val="90000"/>
              <a:buFont typeface="Wingdings" panose="05000000000000000000" pitchFamily="2" charset="2"/>
              <a:buChar char="§"/>
              <a:defRPr sz="3178">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190" indent="-288550">
              <a:buClr>
                <a:schemeClr val="tx1"/>
              </a:buClr>
              <a:buSzPct val="90000"/>
              <a:buFont typeface="Wingdings" panose="05000000000000000000" pitchFamily="2" charset="2"/>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247" indent="-227056">
              <a:buClr>
                <a:schemeClr val="tx1"/>
              </a:buClr>
              <a:buSzPct val="90000"/>
              <a:buFont typeface="Wingdings" panose="05000000000000000000" pitchFamily="2" charset="2"/>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302" indent="-227056">
              <a:buClr>
                <a:schemeClr val="tx1"/>
              </a:buClr>
              <a:buSzPct val="90000"/>
              <a:buFont typeface="Wingdings" panose="05000000000000000000" pitchFamily="2" charset="2"/>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3" y="6322639"/>
            <a:ext cx="12436476" cy="627437"/>
          </a:xfrm>
          <a:prstGeom prst="rect">
            <a:avLst/>
          </a:prstGeom>
          <a:solidFill>
            <a:srgbClr val="FFFC9E"/>
          </a:solidFill>
        </p:spPr>
        <p:txBody>
          <a:bodyPr wrap="square" lIns="155457" tIns="77729" rIns="155457" bIns="77729" anchor="b" anchorCtr="0">
            <a:noAutofit/>
          </a:bodyPr>
          <a:lstStyle>
            <a:lvl1pPr algn="r">
              <a:buFont typeface="Arial" pitchFamily="34" charset="0"/>
              <a:buNone/>
              <a:defRPr sz="3675"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73992152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itle slide - 2">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5746510"/>
            <a:ext cx="9142098" cy="896872"/>
          </a:xfrm>
          <a:noFill/>
        </p:spPr>
        <p:txBody>
          <a:bodyPr lIns="146304" tIns="109728" rIns="146304" bIns="109728" anchor="b">
            <a:noAutofit/>
          </a:bodyPr>
          <a:lstStyle>
            <a:lvl1pPr marL="0" indent="0">
              <a:spcBef>
                <a:spcPts val="0"/>
              </a:spcBef>
              <a:buNone/>
              <a:defRPr sz="1987" spc="0" baseline="0">
                <a:gradFill>
                  <a:gsLst>
                    <a:gs pos="0">
                      <a:schemeClr val="tx1"/>
                    </a:gs>
                    <a:gs pos="100000">
                      <a:schemeClr val="tx1"/>
                    </a:gs>
                  </a:gsLst>
                  <a:lin ang="5400000" scaled="0"/>
                </a:gradFill>
                <a:latin typeface="+mn-lt"/>
              </a:defRPr>
            </a:lvl1pPr>
          </a:lstStyle>
          <a:p>
            <a:pPr lvl="0"/>
            <a:r>
              <a:rPr lang="en-US"/>
              <a:t>Speaker Name</a:t>
            </a:r>
          </a:p>
        </p:txBody>
      </p:sp>
      <p:sp>
        <p:nvSpPr>
          <p:cNvPr id="9" name="Title 1"/>
          <p:cNvSpPr>
            <a:spLocks noGrp="1"/>
          </p:cNvSpPr>
          <p:nvPr>
            <p:ph type="title" hasCustomPrompt="1"/>
          </p:nvPr>
        </p:nvSpPr>
        <p:spPr>
          <a:xfrm>
            <a:off x="274704" y="2103710"/>
            <a:ext cx="11887135" cy="1825622"/>
          </a:xfrm>
          <a:noFill/>
        </p:spPr>
        <p:txBody>
          <a:bodyPr lIns="146304" tIns="91440" rIns="146304" bIns="91440" anchor="t" anchorCtr="0"/>
          <a:lstStyle>
            <a:lvl1pPr>
              <a:defRPr sz="5364" spc="-99" baseline="0">
                <a:gradFill>
                  <a:gsLst>
                    <a:gs pos="3333">
                      <a:schemeClr val="tx1"/>
                    </a:gs>
                    <a:gs pos="39000">
                      <a:schemeClr val="tx1"/>
                    </a:gs>
                  </a:gsLst>
                  <a:lin ang="5400000" scaled="0"/>
                </a:gradFill>
              </a:defRPr>
            </a:lvl1pPr>
          </a:lstStyle>
          <a:p>
            <a:r>
              <a:rPr lang="en-US"/>
              <a:t>Presentation title</a:t>
            </a:r>
          </a:p>
        </p:txBody>
      </p:sp>
      <p:sp>
        <p:nvSpPr>
          <p:cNvPr id="4" name="Freeform 3"/>
          <p:cNvSpPr>
            <a:spLocks noChangeAspect="1" noEditPoints="1"/>
          </p:cNvSpPr>
          <p:nvPr userDrawn="1"/>
        </p:nvSpPr>
        <p:spPr bwMode="black">
          <a:xfrm>
            <a:off x="10332995" y="6064482"/>
            <a:ext cx="1639861" cy="408865"/>
          </a:xfrm>
          <a:custGeom>
            <a:avLst/>
            <a:gdLst>
              <a:gd name="T0" fmla="*/ 336 w 2176"/>
              <a:gd name="T1" fmla="*/ 2 h 546"/>
              <a:gd name="T2" fmla="*/ 269 w 2176"/>
              <a:gd name="T3" fmla="*/ 2 h 546"/>
              <a:gd name="T4" fmla="*/ 48 w 2176"/>
              <a:gd name="T5" fmla="*/ 538 h 546"/>
              <a:gd name="T6" fmla="*/ 2128 w 2176"/>
              <a:gd name="T7" fmla="*/ 2 h 546"/>
              <a:gd name="T8" fmla="*/ 2176 w 2176"/>
              <a:gd name="T9" fmla="*/ 2 h 546"/>
              <a:gd name="T10" fmla="*/ 1049 w 2176"/>
              <a:gd name="T11" fmla="*/ 175 h 546"/>
              <a:gd name="T12" fmla="*/ 1025 w 2176"/>
              <a:gd name="T13" fmla="*/ 454 h 546"/>
              <a:gd name="T14" fmla="*/ 937 w 2176"/>
              <a:gd name="T15" fmla="*/ 473 h 546"/>
              <a:gd name="T16" fmla="*/ 892 w 2176"/>
              <a:gd name="T17" fmla="*/ 384 h 546"/>
              <a:gd name="T18" fmla="*/ 809 w 2176"/>
              <a:gd name="T19" fmla="*/ 394 h 546"/>
              <a:gd name="T20" fmla="*/ 975 w 2176"/>
              <a:gd name="T21" fmla="*/ 540 h 546"/>
              <a:gd name="T22" fmla="*/ 1048 w 2176"/>
              <a:gd name="T23" fmla="*/ 482 h 546"/>
              <a:gd name="T24" fmla="*/ 1131 w 2176"/>
              <a:gd name="T25" fmla="*/ 536 h 546"/>
              <a:gd name="T26" fmla="*/ 1293 w 2176"/>
              <a:gd name="T27" fmla="*/ 14 h 546"/>
              <a:gd name="T28" fmla="*/ 1238 w 2176"/>
              <a:gd name="T29" fmla="*/ 3 h 546"/>
              <a:gd name="T30" fmla="*/ 1207 w 2176"/>
              <a:gd name="T31" fmla="*/ 48 h 546"/>
              <a:gd name="T32" fmla="*/ 1237 w 2176"/>
              <a:gd name="T33" fmla="*/ 91 h 546"/>
              <a:gd name="T34" fmla="*/ 1293 w 2176"/>
              <a:gd name="T35" fmla="*/ 81 h 546"/>
              <a:gd name="T36" fmla="*/ 1216 w 2176"/>
              <a:gd name="T37" fmla="*/ 536 h 546"/>
              <a:gd name="T38" fmla="*/ 1216 w 2176"/>
              <a:gd name="T39" fmla="*/ 175 h 546"/>
              <a:gd name="T40" fmla="*/ 1457 w 2176"/>
              <a:gd name="T41" fmla="*/ 536 h 546"/>
              <a:gd name="T42" fmla="*/ 1376 w 2176"/>
              <a:gd name="T43" fmla="*/ 536 h 546"/>
              <a:gd name="T44" fmla="*/ 729 w 2176"/>
              <a:gd name="T45" fmla="*/ 213 h 546"/>
              <a:gd name="T46" fmla="*/ 573 w 2176"/>
              <a:gd name="T47" fmla="*/ 163 h 546"/>
              <a:gd name="T48" fmla="*/ 491 w 2176"/>
              <a:gd name="T49" fmla="*/ 226 h 546"/>
              <a:gd name="T50" fmla="*/ 460 w 2176"/>
              <a:gd name="T51" fmla="*/ 2 h 546"/>
              <a:gd name="T52" fmla="*/ 489 w 2176"/>
              <a:gd name="T53" fmla="*/ 537 h 546"/>
              <a:gd name="T54" fmla="*/ 509 w 2176"/>
              <a:gd name="T55" fmla="*/ 512 h 546"/>
              <a:gd name="T56" fmla="*/ 596 w 2176"/>
              <a:gd name="T57" fmla="*/ 546 h 546"/>
              <a:gd name="T58" fmla="*/ 754 w 2176"/>
              <a:gd name="T59" fmla="*/ 423 h 546"/>
              <a:gd name="T60" fmla="*/ 671 w 2176"/>
              <a:gd name="T61" fmla="*/ 400 h 546"/>
              <a:gd name="T62" fmla="*/ 578 w 2176"/>
              <a:gd name="T63" fmla="*/ 478 h 546"/>
              <a:gd name="T64" fmla="*/ 495 w 2176"/>
              <a:gd name="T65" fmla="*/ 421 h 546"/>
              <a:gd name="T66" fmla="*/ 496 w 2176"/>
              <a:gd name="T67" fmla="*/ 291 h 546"/>
              <a:gd name="T68" fmla="*/ 586 w 2176"/>
              <a:gd name="T69" fmla="*/ 226 h 546"/>
              <a:gd name="T70" fmla="*/ 672 w 2176"/>
              <a:gd name="T71" fmla="*/ 293 h 546"/>
              <a:gd name="T72" fmla="*/ 1866 w 2176"/>
              <a:gd name="T73" fmla="*/ 2 h 546"/>
              <a:gd name="T74" fmla="*/ 1783 w 2176"/>
              <a:gd name="T75" fmla="*/ 220 h 546"/>
              <a:gd name="T76" fmla="*/ 1716 w 2176"/>
              <a:gd name="T77" fmla="*/ 171 h 546"/>
              <a:gd name="T78" fmla="*/ 1561 w 2176"/>
              <a:gd name="T79" fmla="*/ 220 h 546"/>
              <a:gd name="T80" fmla="*/ 1526 w 2176"/>
              <a:gd name="T81" fmla="*/ 443 h 546"/>
              <a:gd name="T82" fmla="*/ 1665 w 2176"/>
              <a:gd name="T83" fmla="*/ 546 h 546"/>
              <a:gd name="T84" fmla="*/ 1763 w 2176"/>
              <a:gd name="T85" fmla="*/ 507 h 546"/>
              <a:gd name="T86" fmla="*/ 1785 w 2176"/>
              <a:gd name="T87" fmla="*/ 537 h 546"/>
              <a:gd name="T88" fmla="*/ 1778 w 2176"/>
              <a:gd name="T89" fmla="*/ 413 h 546"/>
              <a:gd name="T90" fmla="*/ 1692 w 2176"/>
              <a:gd name="T91" fmla="*/ 479 h 546"/>
              <a:gd name="T92" fmla="*/ 1607 w 2176"/>
              <a:gd name="T93" fmla="*/ 414 h 546"/>
              <a:gd name="T94" fmla="*/ 1624 w 2176"/>
              <a:gd name="T95" fmla="*/ 269 h 546"/>
              <a:gd name="T96" fmla="*/ 1732 w 2176"/>
              <a:gd name="T97" fmla="*/ 241 h 546"/>
              <a:gd name="T98" fmla="*/ 1786 w 2176"/>
              <a:gd name="T99" fmla="*/ 326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176" h="546">
                <a:moveTo>
                  <a:pt x="163" y="538"/>
                </a:moveTo>
                <a:cubicBezTo>
                  <a:pt x="116" y="538"/>
                  <a:pt x="116" y="538"/>
                  <a:pt x="116" y="538"/>
                </a:cubicBezTo>
                <a:cubicBezTo>
                  <a:pt x="336" y="2"/>
                  <a:pt x="336" y="2"/>
                  <a:pt x="336" y="2"/>
                </a:cubicBezTo>
                <a:cubicBezTo>
                  <a:pt x="384" y="2"/>
                  <a:pt x="384" y="2"/>
                  <a:pt x="384" y="2"/>
                </a:cubicBezTo>
                <a:lnTo>
                  <a:pt x="163" y="538"/>
                </a:lnTo>
                <a:close/>
                <a:moveTo>
                  <a:pt x="269" y="2"/>
                </a:moveTo>
                <a:cubicBezTo>
                  <a:pt x="221" y="2"/>
                  <a:pt x="221" y="2"/>
                  <a:pt x="221" y="2"/>
                </a:cubicBezTo>
                <a:cubicBezTo>
                  <a:pt x="0" y="538"/>
                  <a:pt x="0" y="538"/>
                  <a:pt x="0" y="538"/>
                </a:cubicBezTo>
                <a:cubicBezTo>
                  <a:pt x="48" y="538"/>
                  <a:pt x="48" y="538"/>
                  <a:pt x="48" y="538"/>
                </a:cubicBezTo>
                <a:lnTo>
                  <a:pt x="269" y="2"/>
                </a:lnTo>
                <a:close/>
                <a:moveTo>
                  <a:pt x="2176" y="2"/>
                </a:moveTo>
                <a:cubicBezTo>
                  <a:pt x="2128" y="2"/>
                  <a:pt x="2128" y="2"/>
                  <a:pt x="2128" y="2"/>
                </a:cubicBezTo>
                <a:cubicBezTo>
                  <a:pt x="1908" y="538"/>
                  <a:pt x="1908" y="538"/>
                  <a:pt x="1908" y="538"/>
                </a:cubicBezTo>
                <a:cubicBezTo>
                  <a:pt x="1955" y="538"/>
                  <a:pt x="1955" y="538"/>
                  <a:pt x="1955" y="538"/>
                </a:cubicBezTo>
                <a:lnTo>
                  <a:pt x="2176" y="2"/>
                </a:lnTo>
                <a:close/>
                <a:moveTo>
                  <a:pt x="1131" y="536"/>
                </a:moveTo>
                <a:cubicBezTo>
                  <a:pt x="1131" y="175"/>
                  <a:pt x="1131" y="175"/>
                  <a:pt x="1131" y="175"/>
                </a:cubicBezTo>
                <a:cubicBezTo>
                  <a:pt x="1049" y="175"/>
                  <a:pt x="1049" y="175"/>
                  <a:pt x="1049" y="175"/>
                </a:cubicBezTo>
                <a:cubicBezTo>
                  <a:pt x="1049" y="384"/>
                  <a:pt x="1049" y="384"/>
                  <a:pt x="1049" y="384"/>
                </a:cubicBezTo>
                <a:cubicBezTo>
                  <a:pt x="1049" y="399"/>
                  <a:pt x="1047" y="412"/>
                  <a:pt x="1042" y="424"/>
                </a:cubicBezTo>
                <a:cubicBezTo>
                  <a:pt x="1038" y="436"/>
                  <a:pt x="1032" y="446"/>
                  <a:pt x="1025" y="454"/>
                </a:cubicBezTo>
                <a:cubicBezTo>
                  <a:pt x="1017" y="462"/>
                  <a:pt x="1009" y="468"/>
                  <a:pt x="999" y="472"/>
                </a:cubicBezTo>
                <a:cubicBezTo>
                  <a:pt x="989" y="476"/>
                  <a:pt x="978" y="478"/>
                  <a:pt x="967" y="478"/>
                </a:cubicBezTo>
                <a:cubicBezTo>
                  <a:pt x="956" y="478"/>
                  <a:pt x="946" y="476"/>
                  <a:pt x="937" y="473"/>
                </a:cubicBezTo>
                <a:cubicBezTo>
                  <a:pt x="927" y="470"/>
                  <a:pt x="920" y="464"/>
                  <a:pt x="913" y="457"/>
                </a:cubicBezTo>
                <a:cubicBezTo>
                  <a:pt x="906" y="449"/>
                  <a:pt x="901" y="440"/>
                  <a:pt x="897" y="428"/>
                </a:cubicBezTo>
                <a:cubicBezTo>
                  <a:pt x="894" y="416"/>
                  <a:pt x="892" y="401"/>
                  <a:pt x="892" y="384"/>
                </a:cubicBezTo>
                <a:cubicBezTo>
                  <a:pt x="892" y="175"/>
                  <a:pt x="892" y="175"/>
                  <a:pt x="892" y="175"/>
                </a:cubicBezTo>
                <a:cubicBezTo>
                  <a:pt x="809" y="175"/>
                  <a:pt x="809" y="175"/>
                  <a:pt x="809" y="175"/>
                </a:cubicBezTo>
                <a:cubicBezTo>
                  <a:pt x="809" y="394"/>
                  <a:pt x="809" y="394"/>
                  <a:pt x="809" y="394"/>
                </a:cubicBezTo>
                <a:cubicBezTo>
                  <a:pt x="809" y="444"/>
                  <a:pt x="821" y="482"/>
                  <a:pt x="843" y="507"/>
                </a:cubicBezTo>
                <a:cubicBezTo>
                  <a:pt x="865" y="532"/>
                  <a:pt x="897" y="545"/>
                  <a:pt x="939" y="545"/>
                </a:cubicBezTo>
                <a:cubicBezTo>
                  <a:pt x="951" y="545"/>
                  <a:pt x="963" y="543"/>
                  <a:pt x="975" y="540"/>
                </a:cubicBezTo>
                <a:cubicBezTo>
                  <a:pt x="986" y="537"/>
                  <a:pt x="996" y="532"/>
                  <a:pt x="1005" y="526"/>
                </a:cubicBezTo>
                <a:cubicBezTo>
                  <a:pt x="1014" y="521"/>
                  <a:pt x="1022" y="514"/>
                  <a:pt x="1029" y="506"/>
                </a:cubicBezTo>
                <a:cubicBezTo>
                  <a:pt x="1037" y="499"/>
                  <a:pt x="1043" y="490"/>
                  <a:pt x="1048" y="482"/>
                </a:cubicBezTo>
                <a:cubicBezTo>
                  <a:pt x="1049" y="482"/>
                  <a:pt x="1049" y="482"/>
                  <a:pt x="1049" y="482"/>
                </a:cubicBezTo>
                <a:cubicBezTo>
                  <a:pt x="1049" y="536"/>
                  <a:pt x="1049" y="536"/>
                  <a:pt x="1049" y="536"/>
                </a:cubicBezTo>
                <a:lnTo>
                  <a:pt x="1131" y="536"/>
                </a:lnTo>
                <a:close/>
                <a:moveTo>
                  <a:pt x="1307" y="48"/>
                </a:moveTo>
                <a:cubicBezTo>
                  <a:pt x="1307" y="41"/>
                  <a:pt x="1306" y="35"/>
                  <a:pt x="1303" y="29"/>
                </a:cubicBezTo>
                <a:cubicBezTo>
                  <a:pt x="1301" y="23"/>
                  <a:pt x="1297" y="18"/>
                  <a:pt x="1293" y="14"/>
                </a:cubicBezTo>
                <a:cubicBezTo>
                  <a:pt x="1288" y="9"/>
                  <a:pt x="1283" y="6"/>
                  <a:pt x="1277" y="3"/>
                </a:cubicBezTo>
                <a:cubicBezTo>
                  <a:pt x="1271" y="1"/>
                  <a:pt x="1264" y="0"/>
                  <a:pt x="1257" y="0"/>
                </a:cubicBezTo>
                <a:cubicBezTo>
                  <a:pt x="1250" y="0"/>
                  <a:pt x="1244" y="1"/>
                  <a:pt x="1238" y="3"/>
                </a:cubicBezTo>
                <a:cubicBezTo>
                  <a:pt x="1232" y="6"/>
                  <a:pt x="1226" y="9"/>
                  <a:pt x="1222" y="13"/>
                </a:cubicBezTo>
                <a:cubicBezTo>
                  <a:pt x="1217" y="18"/>
                  <a:pt x="1214" y="23"/>
                  <a:pt x="1211" y="29"/>
                </a:cubicBezTo>
                <a:cubicBezTo>
                  <a:pt x="1209" y="34"/>
                  <a:pt x="1207" y="41"/>
                  <a:pt x="1207" y="48"/>
                </a:cubicBezTo>
                <a:cubicBezTo>
                  <a:pt x="1207" y="54"/>
                  <a:pt x="1209" y="60"/>
                  <a:pt x="1211" y="66"/>
                </a:cubicBezTo>
                <a:cubicBezTo>
                  <a:pt x="1214" y="72"/>
                  <a:pt x="1217" y="77"/>
                  <a:pt x="1221" y="81"/>
                </a:cubicBezTo>
                <a:cubicBezTo>
                  <a:pt x="1226" y="85"/>
                  <a:pt x="1231" y="88"/>
                  <a:pt x="1237" y="91"/>
                </a:cubicBezTo>
                <a:cubicBezTo>
                  <a:pt x="1243" y="93"/>
                  <a:pt x="1250" y="95"/>
                  <a:pt x="1257" y="95"/>
                </a:cubicBezTo>
                <a:cubicBezTo>
                  <a:pt x="1264" y="95"/>
                  <a:pt x="1271" y="93"/>
                  <a:pt x="1277" y="91"/>
                </a:cubicBezTo>
                <a:cubicBezTo>
                  <a:pt x="1283" y="88"/>
                  <a:pt x="1289" y="85"/>
                  <a:pt x="1293" y="81"/>
                </a:cubicBezTo>
                <a:cubicBezTo>
                  <a:pt x="1297" y="77"/>
                  <a:pt x="1301" y="72"/>
                  <a:pt x="1303" y="66"/>
                </a:cubicBezTo>
                <a:cubicBezTo>
                  <a:pt x="1306" y="60"/>
                  <a:pt x="1307" y="54"/>
                  <a:pt x="1307" y="48"/>
                </a:cubicBezTo>
                <a:moveTo>
                  <a:pt x="1216" y="536"/>
                </a:moveTo>
                <a:cubicBezTo>
                  <a:pt x="1297" y="536"/>
                  <a:pt x="1297" y="536"/>
                  <a:pt x="1297" y="536"/>
                </a:cubicBezTo>
                <a:cubicBezTo>
                  <a:pt x="1297" y="175"/>
                  <a:pt x="1297" y="175"/>
                  <a:pt x="1297" y="175"/>
                </a:cubicBezTo>
                <a:cubicBezTo>
                  <a:pt x="1216" y="175"/>
                  <a:pt x="1216" y="175"/>
                  <a:pt x="1216" y="175"/>
                </a:cubicBezTo>
                <a:lnTo>
                  <a:pt x="1216" y="536"/>
                </a:lnTo>
                <a:close/>
                <a:moveTo>
                  <a:pt x="1376" y="536"/>
                </a:moveTo>
                <a:cubicBezTo>
                  <a:pt x="1457" y="536"/>
                  <a:pt x="1457" y="536"/>
                  <a:pt x="1457" y="536"/>
                </a:cubicBezTo>
                <a:cubicBezTo>
                  <a:pt x="1457" y="2"/>
                  <a:pt x="1457" y="2"/>
                  <a:pt x="1457" y="2"/>
                </a:cubicBezTo>
                <a:cubicBezTo>
                  <a:pt x="1376" y="2"/>
                  <a:pt x="1376" y="2"/>
                  <a:pt x="1376" y="2"/>
                </a:cubicBezTo>
                <a:lnTo>
                  <a:pt x="1376" y="536"/>
                </a:lnTo>
                <a:close/>
                <a:moveTo>
                  <a:pt x="765" y="342"/>
                </a:moveTo>
                <a:cubicBezTo>
                  <a:pt x="765" y="317"/>
                  <a:pt x="762" y="294"/>
                  <a:pt x="756" y="272"/>
                </a:cubicBezTo>
                <a:cubicBezTo>
                  <a:pt x="750" y="249"/>
                  <a:pt x="741" y="230"/>
                  <a:pt x="729" y="213"/>
                </a:cubicBezTo>
                <a:cubicBezTo>
                  <a:pt x="717" y="196"/>
                  <a:pt x="701" y="183"/>
                  <a:pt x="682" y="173"/>
                </a:cubicBezTo>
                <a:cubicBezTo>
                  <a:pt x="663" y="163"/>
                  <a:pt x="640" y="158"/>
                  <a:pt x="613" y="158"/>
                </a:cubicBezTo>
                <a:cubicBezTo>
                  <a:pt x="599" y="158"/>
                  <a:pt x="585" y="160"/>
                  <a:pt x="573" y="163"/>
                </a:cubicBezTo>
                <a:cubicBezTo>
                  <a:pt x="561" y="166"/>
                  <a:pt x="549" y="171"/>
                  <a:pt x="539" y="177"/>
                </a:cubicBezTo>
                <a:cubicBezTo>
                  <a:pt x="529" y="183"/>
                  <a:pt x="520" y="190"/>
                  <a:pt x="512" y="199"/>
                </a:cubicBezTo>
                <a:cubicBezTo>
                  <a:pt x="504" y="207"/>
                  <a:pt x="497" y="216"/>
                  <a:pt x="491" y="226"/>
                </a:cubicBezTo>
                <a:cubicBezTo>
                  <a:pt x="489" y="226"/>
                  <a:pt x="489" y="226"/>
                  <a:pt x="489" y="226"/>
                </a:cubicBezTo>
                <a:cubicBezTo>
                  <a:pt x="489" y="2"/>
                  <a:pt x="489" y="2"/>
                  <a:pt x="489" y="2"/>
                </a:cubicBezTo>
                <a:cubicBezTo>
                  <a:pt x="460" y="2"/>
                  <a:pt x="460" y="2"/>
                  <a:pt x="460" y="2"/>
                </a:cubicBezTo>
                <a:cubicBezTo>
                  <a:pt x="406" y="133"/>
                  <a:pt x="406" y="133"/>
                  <a:pt x="406" y="133"/>
                </a:cubicBezTo>
                <a:cubicBezTo>
                  <a:pt x="406" y="537"/>
                  <a:pt x="406" y="537"/>
                  <a:pt x="406" y="537"/>
                </a:cubicBezTo>
                <a:cubicBezTo>
                  <a:pt x="489" y="537"/>
                  <a:pt x="489" y="537"/>
                  <a:pt x="489" y="537"/>
                </a:cubicBezTo>
                <a:cubicBezTo>
                  <a:pt x="489" y="490"/>
                  <a:pt x="489" y="490"/>
                  <a:pt x="489" y="490"/>
                </a:cubicBezTo>
                <a:cubicBezTo>
                  <a:pt x="491" y="490"/>
                  <a:pt x="491" y="490"/>
                  <a:pt x="491" y="490"/>
                </a:cubicBezTo>
                <a:cubicBezTo>
                  <a:pt x="496" y="498"/>
                  <a:pt x="502" y="505"/>
                  <a:pt x="509" y="512"/>
                </a:cubicBezTo>
                <a:cubicBezTo>
                  <a:pt x="515" y="519"/>
                  <a:pt x="523" y="525"/>
                  <a:pt x="532" y="530"/>
                </a:cubicBezTo>
                <a:cubicBezTo>
                  <a:pt x="540" y="535"/>
                  <a:pt x="550" y="539"/>
                  <a:pt x="561" y="542"/>
                </a:cubicBezTo>
                <a:cubicBezTo>
                  <a:pt x="571" y="544"/>
                  <a:pt x="583" y="546"/>
                  <a:pt x="596" y="546"/>
                </a:cubicBezTo>
                <a:cubicBezTo>
                  <a:pt x="623" y="546"/>
                  <a:pt x="647" y="541"/>
                  <a:pt x="668" y="530"/>
                </a:cubicBezTo>
                <a:cubicBezTo>
                  <a:pt x="689" y="520"/>
                  <a:pt x="707" y="506"/>
                  <a:pt x="721" y="488"/>
                </a:cubicBezTo>
                <a:cubicBezTo>
                  <a:pt x="736" y="470"/>
                  <a:pt x="747" y="448"/>
                  <a:pt x="754" y="423"/>
                </a:cubicBezTo>
                <a:cubicBezTo>
                  <a:pt x="761" y="398"/>
                  <a:pt x="765" y="371"/>
                  <a:pt x="765" y="342"/>
                </a:cubicBezTo>
                <a:moveTo>
                  <a:pt x="678" y="341"/>
                </a:moveTo>
                <a:cubicBezTo>
                  <a:pt x="678" y="363"/>
                  <a:pt x="676" y="383"/>
                  <a:pt x="671" y="400"/>
                </a:cubicBezTo>
                <a:cubicBezTo>
                  <a:pt x="667" y="418"/>
                  <a:pt x="660" y="432"/>
                  <a:pt x="651" y="443"/>
                </a:cubicBezTo>
                <a:cubicBezTo>
                  <a:pt x="643" y="455"/>
                  <a:pt x="632" y="463"/>
                  <a:pt x="620" y="469"/>
                </a:cubicBezTo>
                <a:cubicBezTo>
                  <a:pt x="607" y="475"/>
                  <a:pt x="593" y="478"/>
                  <a:pt x="578" y="478"/>
                </a:cubicBezTo>
                <a:cubicBezTo>
                  <a:pt x="565" y="478"/>
                  <a:pt x="553" y="475"/>
                  <a:pt x="542" y="470"/>
                </a:cubicBezTo>
                <a:cubicBezTo>
                  <a:pt x="531" y="466"/>
                  <a:pt x="522" y="459"/>
                  <a:pt x="514" y="450"/>
                </a:cubicBezTo>
                <a:cubicBezTo>
                  <a:pt x="506" y="442"/>
                  <a:pt x="500" y="432"/>
                  <a:pt x="495" y="421"/>
                </a:cubicBezTo>
                <a:cubicBezTo>
                  <a:pt x="491" y="410"/>
                  <a:pt x="488" y="397"/>
                  <a:pt x="488" y="384"/>
                </a:cubicBezTo>
                <a:cubicBezTo>
                  <a:pt x="488" y="336"/>
                  <a:pt x="488" y="336"/>
                  <a:pt x="488" y="336"/>
                </a:cubicBezTo>
                <a:cubicBezTo>
                  <a:pt x="488" y="319"/>
                  <a:pt x="491" y="304"/>
                  <a:pt x="496" y="291"/>
                </a:cubicBezTo>
                <a:cubicBezTo>
                  <a:pt x="500" y="278"/>
                  <a:pt x="507" y="266"/>
                  <a:pt x="516" y="257"/>
                </a:cubicBezTo>
                <a:cubicBezTo>
                  <a:pt x="524" y="247"/>
                  <a:pt x="534" y="240"/>
                  <a:pt x="546" y="234"/>
                </a:cubicBezTo>
                <a:cubicBezTo>
                  <a:pt x="558" y="229"/>
                  <a:pt x="571" y="226"/>
                  <a:pt x="586" y="226"/>
                </a:cubicBezTo>
                <a:cubicBezTo>
                  <a:pt x="601" y="226"/>
                  <a:pt x="614" y="229"/>
                  <a:pt x="625" y="234"/>
                </a:cubicBezTo>
                <a:cubicBezTo>
                  <a:pt x="636" y="240"/>
                  <a:pt x="646" y="247"/>
                  <a:pt x="654" y="257"/>
                </a:cubicBezTo>
                <a:cubicBezTo>
                  <a:pt x="662" y="267"/>
                  <a:pt x="668" y="279"/>
                  <a:pt x="672" y="293"/>
                </a:cubicBezTo>
                <a:cubicBezTo>
                  <a:pt x="676" y="307"/>
                  <a:pt x="678" y="323"/>
                  <a:pt x="678" y="341"/>
                </a:cubicBezTo>
                <a:moveTo>
                  <a:pt x="1866" y="537"/>
                </a:moveTo>
                <a:cubicBezTo>
                  <a:pt x="1866" y="2"/>
                  <a:pt x="1866" y="2"/>
                  <a:pt x="1866" y="2"/>
                </a:cubicBezTo>
                <a:cubicBezTo>
                  <a:pt x="1785" y="2"/>
                  <a:pt x="1785" y="2"/>
                  <a:pt x="1785" y="2"/>
                </a:cubicBezTo>
                <a:cubicBezTo>
                  <a:pt x="1785" y="220"/>
                  <a:pt x="1785" y="220"/>
                  <a:pt x="1785" y="220"/>
                </a:cubicBezTo>
                <a:cubicBezTo>
                  <a:pt x="1783" y="220"/>
                  <a:pt x="1783" y="220"/>
                  <a:pt x="1783" y="220"/>
                </a:cubicBezTo>
                <a:cubicBezTo>
                  <a:pt x="1779" y="213"/>
                  <a:pt x="1773" y="206"/>
                  <a:pt x="1767" y="199"/>
                </a:cubicBezTo>
                <a:cubicBezTo>
                  <a:pt x="1760" y="192"/>
                  <a:pt x="1753" y="187"/>
                  <a:pt x="1744" y="182"/>
                </a:cubicBezTo>
                <a:cubicBezTo>
                  <a:pt x="1736" y="177"/>
                  <a:pt x="1726" y="173"/>
                  <a:pt x="1716" y="171"/>
                </a:cubicBezTo>
                <a:cubicBezTo>
                  <a:pt x="1705" y="168"/>
                  <a:pt x="1693" y="167"/>
                  <a:pt x="1681" y="167"/>
                </a:cubicBezTo>
                <a:cubicBezTo>
                  <a:pt x="1656" y="167"/>
                  <a:pt x="1633" y="171"/>
                  <a:pt x="1613" y="181"/>
                </a:cubicBezTo>
                <a:cubicBezTo>
                  <a:pt x="1592" y="190"/>
                  <a:pt x="1575" y="203"/>
                  <a:pt x="1561" y="220"/>
                </a:cubicBezTo>
                <a:cubicBezTo>
                  <a:pt x="1546" y="238"/>
                  <a:pt x="1535" y="259"/>
                  <a:pt x="1527" y="283"/>
                </a:cubicBezTo>
                <a:cubicBezTo>
                  <a:pt x="1519" y="308"/>
                  <a:pt x="1515" y="335"/>
                  <a:pt x="1515" y="365"/>
                </a:cubicBezTo>
                <a:cubicBezTo>
                  <a:pt x="1515" y="394"/>
                  <a:pt x="1519" y="420"/>
                  <a:pt x="1526" y="443"/>
                </a:cubicBezTo>
                <a:cubicBezTo>
                  <a:pt x="1534" y="465"/>
                  <a:pt x="1544" y="484"/>
                  <a:pt x="1558" y="500"/>
                </a:cubicBezTo>
                <a:cubicBezTo>
                  <a:pt x="1571" y="515"/>
                  <a:pt x="1587" y="526"/>
                  <a:pt x="1605" y="534"/>
                </a:cubicBezTo>
                <a:cubicBezTo>
                  <a:pt x="1624" y="542"/>
                  <a:pt x="1643" y="546"/>
                  <a:pt x="1665" y="546"/>
                </a:cubicBezTo>
                <a:cubicBezTo>
                  <a:pt x="1679" y="546"/>
                  <a:pt x="1693" y="544"/>
                  <a:pt x="1705" y="541"/>
                </a:cubicBezTo>
                <a:cubicBezTo>
                  <a:pt x="1717" y="538"/>
                  <a:pt x="1728" y="533"/>
                  <a:pt x="1737" y="528"/>
                </a:cubicBezTo>
                <a:cubicBezTo>
                  <a:pt x="1747" y="522"/>
                  <a:pt x="1756" y="515"/>
                  <a:pt x="1763" y="507"/>
                </a:cubicBezTo>
                <a:cubicBezTo>
                  <a:pt x="1771" y="499"/>
                  <a:pt x="1778" y="490"/>
                  <a:pt x="1783" y="480"/>
                </a:cubicBezTo>
                <a:cubicBezTo>
                  <a:pt x="1785" y="480"/>
                  <a:pt x="1785" y="480"/>
                  <a:pt x="1785" y="480"/>
                </a:cubicBezTo>
                <a:cubicBezTo>
                  <a:pt x="1785" y="537"/>
                  <a:pt x="1785" y="537"/>
                  <a:pt x="1785" y="537"/>
                </a:cubicBezTo>
                <a:lnTo>
                  <a:pt x="1866" y="537"/>
                </a:lnTo>
                <a:close/>
                <a:moveTo>
                  <a:pt x="1786" y="366"/>
                </a:moveTo>
                <a:cubicBezTo>
                  <a:pt x="1786" y="384"/>
                  <a:pt x="1783" y="399"/>
                  <a:pt x="1778" y="413"/>
                </a:cubicBezTo>
                <a:cubicBezTo>
                  <a:pt x="1773" y="427"/>
                  <a:pt x="1767" y="439"/>
                  <a:pt x="1758" y="449"/>
                </a:cubicBezTo>
                <a:cubicBezTo>
                  <a:pt x="1750" y="458"/>
                  <a:pt x="1740" y="466"/>
                  <a:pt x="1728" y="471"/>
                </a:cubicBezTo>
                <a:cubicBezTo>
                  <a:pt x="1717" y="476"/>
                  <a:pt x="1705" y="479"/>
                  <a:pt x="1692" y="479"/>
                </a:cubicBezTo>
                <a:cubicBezTo>
                  <a:pt x="1679" y="479"/>
                  <a:pt x="1667" y="477"/>
                  <a:pt x="1656" y="472"/>
                </a:cubicBezTo>
                <a:cubicBezTo>
                  <a:pt x="1644" y="467"/>
                  <a:pt x="1635" y="460"/>
                  <a:pt x="1626" y="450"/>
                </a:cubicBezTo>
                <a:cubicBezTo>
                  <a:pt x="1618" y="440"/>
                  <a:pt x="1612" y="428"/>
                  <a:pt x="1607" y="414"/>
                </a:cubicBezTo>
                <a:cubicBezTo>
                  <a:pt x="1602" y="399"/>
                  <a:pt x="1600" y="382"/>
                  <a:pt x="1600" y="363"/>
                </a:cubicBezTo>
                <a:cubicBezTo>
                  <a:pt x="1600" y="343"/>
                  <a:pt x="1602" y="325"/>
                  <a:pt x="1606" y="309"/>
                </a:cubicBezTo>
                <a:cubicBezTo>
                  <a:pt x="1610" y="294"/>
                  <a:pt x="1616" y="280"/>
                  <a:pt x="1624" y="269"/>
                </a:cubicBezTo>
                <a:cubicBezTo>
                  <a:pt x="1632" y="257"/>
                  <a:pt x="1642" y="249"/>
                  <a:pt x="1654" y="242"/>
                </a:cubicBezTo>
                <a:cubicBezTo>
                  <a:pt x="1667" y="236"/>
                  <a:pt x="1681" y="233"/>
                  <a:pt x="1697" y="233"/>
                </a:cubicBezTo>
                <a:cubicBezTo>
                  <a:pt x="1709" y="233"/>
                  <a:pt x="1721" y="236"/>
                  <a:pt x="1732" y="241"/>
                </a:cubicBezTo>
                <a:cubicBezTo>
                  <a:pt x="1743" y="245"/>
                  <a:pt x="1752" y="252"/>
                  <a:pt x="1760" y="260"/>
                </a:cubicBezTo>
                <a:cubicBezTo>
                  <a:pt x="1768" y="269"/>
                  <a:pt x="1774" y="279"/>
                  <a:pt x="1779" y="290"/>
                </a:cubicBezTo>
                <a:cubicBezTo>
                  <a:pt x="1783" y="301"/>
                  <a:pt x="1786" y="313"/>
                  <a:pt x="1786" y="326"/>
                </a:cubicBezTo>
                <a:lnTo>
                  <a:pt x="1786" y="366"/>
                </a:lnTo>
                <a:close/>
              </a:path>
            </a:pathLst>
          </a:custGeom>
          <a:solidFill>
            <a:schemeClr val="tx1"/>
          </a:solidFill>
          <a:ln>
            <a:noFill/>
          </a:ln>
        </p:spPr>
        <p:txBody>
          <a:bodyPr vert="horz" wrap="square" lIns="90833" tIns="45416" rIns="90833" bIns="45416" numCol="1" anchor="t" anchorCtr="0" compatLnSpc="1">
            <a:prstTxWarp prst="textNoShape">
              <a:avLst/>
            </a:prstTxWarp>
          </a:bodyPr>
          <a:lstStyle/>
          <a:p>
            <a:pPr defTabSz="926476"/>
            <a:endParaRPr lang="en-US" sz="1789">
              <a:solidFill>
                <a:srgbClr val="404040"/>
              </a:solidFill>
            </a:endParaRPr>
          </a:p>
        </p:txBody>
      </p:sp>
      <p:sp>
        <p:nvSpPr>
          <p:cNvPr id="6" name="Text Placeholder 2"/>
          <p:cNvSpPr>
            <a:spLocks noGrp="1"/>
          </p:cNvSpPr>
          <p:nvPr>
            <p:ph type="body" sz="quarter" idx="13" hasCustomPrompt="1"/>
          </p:nvPr>
        </p:nvSpPr>
        <p:spPr>
          <a:xfrm>
            <a:off x="274704" y="305668"/>
            <a:ext cx="3656013" cy="574628"/>
          </a:xfrm>
        </p:spPr>
        <p:txBody>
          <a:bodyPr lIns="182880" tIns="146304" rIns="182880" bIns="146304"/>
          <a:lstStyle>
            <a:lvl1pPr marL="0" indent="0">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Session Code Here</a:t>
            </a:r>
          </a:p>
        </p:txBody>
      </p:sp>
    </p:spTree>
    <p:extLst>
      <p:ext uri="{BB962C8B-B14F-4D97-AF65-F5344CB8AC3E}">
        <p14:creationId xmlns:p14="http://schemas.microsoft.com/office/powerpoint/2010/main" val="2887223828"/>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55010" y="6441692"/>
            <a:ext cx="2798207" cy="370027"/>
          </a:xfrm>
          <a:prstGeom prst="rect">
            <a:avLst/>
          </a:prstGeom>
        </p:spPr>
        <p:txBody>
          <a:bodyPr/>
          <a:lstStyle/>
          <a:p>
            <a:pPr defTabSz="926476"/>
            <a:fld id="{6ACB18F0-DF26-45CE-A95B-41AF64012CEA}" type="datetimeFigureOut">
              <a:rPr lang="en-US" smtClean="0">
                <a:solidFill>
                  <a:srgbClr val="FFFFFF"/>
                </a:solidFill>
              </a:rPr>
              <a:pPr defTabSz="926476"/>
              <a:t>8/30/2026</a:t>
            </a:fld>
            <a:endParaRPr lang="en-US">
              <a:solidFill>
                <a:srgbClr val="FFFFFF"/>
              </a:solidFill>
            </a:endParaRPr>
          </a:p>
        </p:txBody>
      </p:sp>
      <p:sp>
        <p:nvSpPr>
          <p:cNvPr id="3" name="Footer Placeholder 2"/>
          <p:cNvSpPr>
            <a:spLocks noGrp="1"/>
          </p:cNvSpPr>
          <p:nvPr>
            <p:ph type="ftr" sz="quarter" idx="11"/>
          </p:nvPr>
        </p:nvSpPr>
        <p:spPr>
          <a:xfrm>
            <a:off x="4119583" y="6441692"/>
            <a:ext cx="4197310" cy="370027"/>
          </a:xfrm>
          <a:prstGeom prst="rect">
            <a:avLst/>
          </a:prstGeom>
        </p:spPr>
        <p:txBody>
          <a:bodyPr/>
          <a:lstStyle/>
          <a:p>
            <a:pPr defTabSz="926476"/>
            <a:endParaRPr lang="en-US">
              <a:solidFill>
                <a:srgbClr val="FFFFFF"/>
              </a:solidFill>
            </a:endParaRPr>
          </a:p>
        </p:txBody>
      </p:sp>
      <p:sp>
        <p:nvSpPr>
          <p:cNvPr id="4" name="Slide Number Placeholder 3"/>
          <p:cNvSpPr>
            <a:spLocks noGrp="1"/>
          </p:cNvSpPr>
          <p:nvPr>
            <p:ph type="sldNum" sz="quarter" idx="12"/>
          </p:nvPr>
        </p:nvSpPr>
        <p:spPr>
          <a:xfrm>
            <a:off x="8783260" y="6441692"/>
            <a:ext cx="2798207" cy="370027"/>
          </a:xfrm>
          <a:prstGeom prst="rect">
            <a:avLst/>
          </a:prstGeom>
        </p:spPr>
        <p:txBody>
          <a:bodyPr/>
          <a:lstStyle/>
          <a:p>
            <a:pPr defTabSz="926476"/>
            <a:fld id="{BA000595-9FA3-4385-96B3-634BC7316D14}" type="slidenum">
              <a:rPr lang="en-US" smtClean="0">
                <a:solidFill>
                  <a:srgbClr val="FFFFFF"/>
                </a:solidFill>
              </a:rPr>
              <a:pPr defTabSz="926476"/>
              <a:t>‹#›</a:t>
            </a:fld>
            <a:endParaRPr lang="en-US">
              <a:solidFill>
                <a:srgbClr val="FFFFFF"/>
              </a:solidFill>
            </a:endParaRPr>
          </a:p>
        </p:txBody>
      </p:sp>
    </p:spTree>
    <p:extLst>
      <p:ext uri="{BB962C8B-B14F-4D97-AF65-F5344CB8AC3E}">
        <p14:creationId xmlns:p14="http://schemas.microsoft.com/office/powerpoint/2010/main" val="1744708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07274" y="463338"/>
            <a:ext cx="11607377" cy="849454"/>
          </a:xfrm>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sz="half" idx="1"/>
          </p:nvPr>
        </p:nvSpPr>
        <p:spPr>
          <a:xfrm>
            <a:off x="207276" y="1621686"/>
            <a:ext cx="5700051" cy="1948906"/>
          </a:xfrm>
        </p:spPr>
        <p:txBody>
          <a:bodyPr/>
          <a:lstStyle>
            <a:lvl1pPr marL="0" indent="0">
              <a:buClr>
                <a:srgbClr val="C00000"/>
              </a:buClr>
              <a:buFont typeface="Wingdings" pitchFamily="2" charset="2"/>
              <a:buNone/>
              <a:defRPr sz="2838" spc="-152">
                <a:solidFill>
                  <a:schemeClr val="bg1"/>
                </a:solidFill>
              </a:defRPr>
            </a:lvl1pPr>
            <a:lvl2pPr marL="636951" indent="-275048">
              <a:buClr>
                <a:schemeClr val="bg1"/>
              </a:buClr>
              <a:buFont typeface="Wingdings" pitchFamily="2" charset="2"/>
              <a:buChar char="§"/>
              <a:defRPr sz="2432" spc="-152">
                <a:solidFill>
                  <a:schemeClr val="bg1"/>
                </a:solidFill>
              </a:defRPr>
            </a:lvl2pPr>
            <a:lvl3pPr marL="998857" indent="-273440">
              <a:buClr>
                <a:schemeClr val="bg1"/>
              </a:buClr>
              <a:buFont typeface="Wingdings" pitchFamily="2" charset="2"/>
              <a:buChar char="§"/>
              <a:defRPr sz="2027" spc="-152">
                <a:solidFill>
                  <a:schemeClr val="bg1"/>
                </a:solidFill>
              </a:defRPr>
            </a:lvl3pPr>
            <a:lvl4pPr marL="1272295" indent="-184974">
              <a:buClr>
                <a:schemeClr val="bg1"/>
              </a:buClr>
              <a:buFont typeface="Wingdings" pitchFamily="2" charset="2"/>
              <a:buChar char="§"/>
              <a:defRPr sz="1824" spc="-152">
                <a:solidFill>
                  <a:schemeClr val="bg1"/>
                </a:solidFill>
              </a:defRPr>
            </a:lvl4pPr>
            <a:lvl5pPr marL="1635808" indent="-184974">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14600" y="1621686"/>
            <a:ext cx="5700051" cy="1948906"/>
          </a:xfrm>
        </p:spPr>
        <p:txBody>
          <a:bodyPr/>
          <a:lstStyle>
            <a:lvl1pPr marL="0" indent="0">
              <a:buClr>
                <a:srgbClr val="C00000"/>
              </a:buClr>
              <a:buFont typeface="Wingdings" pitchFamily="2" charset="2"/>
              <a:buNone/>
              <a:defRPr sz="2838" spc="-152">
                <a:solidFill>
                  <a:schemeClr val="bg1"/>
                </a:solidFill>
              </a:defRPr>
            </a:lvl1pPr>
            <a:lvl2pPr marL="636951" indent="-275048">
              <a:buClr>
                <a:schemeClr val="bg1"/>
              </a:buClr>
              <a:buFont typeface="Wingdings" pitchFamily="2" charset="2"/>
              <a:buChar char="§"/>
              <a:defRPr sz="2432" spc="-152">
                <a:solidFill>
                  <a:schemeClr val="bg1"/>
                </a:solidFill>
              </a:defRPr>
            </a:lvl2pPr>
            <a:lvl3pPr marL="997247" indent="-231619">
              <a:buClr>
                <a:schemeClr val="bg1"/>
              </a:buClr>
              <a:buFont typeface="Wingdings" pitchFamily="2" charset="2"/>
              <a:buChar char="§"/>
              <a:defRPr sz="2027" spc="-152">
                <a:solidFill>
                  <a:schemeClr val="bg1"/>
                </a:solidFill>
              </a:defRPr>
            </a:lvl3pPr>
            <a:lvl4pPr marL="1272295" indent="-184974">
              <a:buClr>
                <a:schemeClr val="bg1"/>
              </a:buClr>
              <a:buFont typeface="Wingdings" pitchFamily="2" charset="2"/>
              <a:buChar char="§"/>
              <a:defRPr sz="1824" spc="-152">
                <a:solidFill>
                  <a:schemeClr val="bg1"/>
                </a:solidFill>
              </a:defRPr>
            </a:lvl4pPr>
            <a:lvl5pPr marL="1635808" indent="-184974">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7"/>
          <p:cNvSpPr>
            <a:spLocks noGrp="1"/>
          </p:cNvSpPr>
          <p:nvPr>
            <p:ph type="body" sz="quarter" idx="13" hasCustomPrompt="1"/>
          </p:nvPr>
        </p:nvSpPr>
        <p:spPr>
          <a:xfrm>
            <a:off x="207274" y="154447"/>
            <a:ext cx="11607377" cy="386115"/>
          </a:xfrm>
        </p:spPr>
        <p:txBody>
          <a:bodyPr>
            <a:normAutofit/>
          </a:bodyPr>
          <a:lstStyle>
            <a:lvl1pPr marL="0" indent="0">
              <a:buNone/>
              <a:defRPr sz="2027" b="0" cap="all" spc="-152" baseline="0">
                <a:solidFill>
                  <a:schemeClr val="bg1"/>
                </a:solidFill>
              </a:defRPr>
            </a:lvl1pPr>
          </a:lstStyle>
          <a:p>
            <a:pPr lvl="0"/>
            <a:r>
              <a:rPr lang="pt-PT"/>
              <a:t>CLICK TO EDIT SECTION TITLE</a:t>
            </a:r>
          </a:p>
        </p:txBody>
      </p:sp>
    </p:spTree>
    <p:extLst>
      <p:ext uri="{BB962C8B-B14F-4D97-AF65-F5344CB8AC3E}">
        <p14:creationId xmlns:p14="http://schemas.microsoft.com/office/powerpoint/2010/main" val="1415545348"/>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937900391"/>
      </p:ext>
    </p:extLst>
  </p:cSld>
  <p:clrMapOvr>
    <a:masterClrMapping/>
  </p:clrMapOvr>
  <p:transition>
    <p:fade/>
  </p:transition>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29664" y="2264110"/>
            <a:ext cx="8543652" cy="1377444"/>
          </a:xfrm>
        </p:spPr>
        <p:txBody>
          <a:bodyPr anchor="ctr" anchorCtr="0">
            <a:noAutofit/>
          </a:bodyPr>
          <a:lstStyle>
            <a:lvl1pPr>
              <a:lnSpc>
                <a:spcPct val="90000"/>
              </a:lnSpc>
              <a:defRPr sz="6790" baseline="0">
                <a:solidFill>
                  <a:schemeClr val="bg1">
                    <a:alpha val="99000"/>
                  </a:schemeClr>
                </a:solidFill>
                <a:latin typeface="Segoe UI Light" pitchFamily="34" charset="0"/>
              </a:defRPr>
            </a:lvl1pPr>
          </a:lstStyle>
          <a:p>
            <a:r>
              <a:rPr lang="en-US"/>
              <a:t>Title Here</a:t>
            </a:r>
          </a:p>
        </p:txBody>
      </p:sp>
      <p:sp>
        <p:nvSpPr>
          <p:cNvPr id="7" name="Text Placeholder 6"/>
          <p:cNvSpPr>
            <a:spLocks noGrp="1"/>
          </p:cNvSpPr>
          <p:nvPr>
            <p:ph type="body" sz="quarter" idx="11" hasCustomPrompt="1"/>
          </p:nvPr>
        </p:nvSpPr>
        <p:spPr>
          <a:xfrm>
            <a:off x="529665" y="4674271"/>
            <a:ext cx="5565153" cy="1160301"/>
          </a:xfrm>
        </p:spPr>
        <p:txBody>
          <a:bodyPr/>
          <a:lstStyle>
            <a:lvl1pPr marL="0" indent="0">
              <a:buFont typeface="Arial" pitchFamily="34" charset="0"/>
              <a:buNone/>
              <a:defRPr sz="2432">
                <a:solidFill>
                  <a:schemeClr val="bg1">
                    <a:alpha val="98000"/>
                  </a:schemeClr>
                </a:solidFill>
                <a:latin typeface="+mj-lt"/>
              </a:defRPr>
            </a:lvl1pPr>
            <a:lvl2pPr marL="466483" indent="0">
              <a:buFont typeface="Arial" pitchFamily="34" charset="0"/>
              <a:buNone/>
              <a:defRPr/>
            </a:lvl2pPr>
            <a:lvl3pPr marL="867021" indent="0">
              <a:buFont typeface="Arial" pitchFamily="34" charset="0"/>
              <a:buNone/>
              <a:defRPr/>
            </a:lvl3pPr>
            <a:lvl4pPr marL="1275599" indent="0">
              <a:buFont typeface="Arial" pitchFamily="34" charset="0"/>
              <a:buNone/>
              <a:defRPr/>
            </a:lvl4pPr>
            <a:lvl5pPr marL="1626264" indent="0">
              <a:buFont typeface="Arial" pitchFamily="34" charset="0"/>
              <a:buNone/>
              <a:defRPr/>
            </a:lvl5pPr>
          </a:lstStyle>
          <a:p>
            <a:pPr lvl="0"/>
            <a:r>
              <a:rPr lang="en-US"/>
              <a:t>Name</a:t>
            </a:r>
          </a:p>
          <a:p>
            <a:pPr lvl="0"/>
            <a:r>
              <a:rPr lang="en-US"/>
              <a:t>Title</a:t>
            </a:r>
          </a:p>
          <a:p>
            <a:pPr lvl="0"/>
            <a:r>
              <a:rPr lang="en-US"/>
              <a:t>Microsoft Corporation</a:t>
            </a:r>
          </a:p>
        </p:txBody>
      </p:sp>
    </p:spTree>
    <p:extLst>
      <p:ext uri="{BB962C8B-B14F-4D97-AF65-F5344CB8AC3E}">
        <p14:creationId xmlns:p14="http://schemas.microsoft.com/office/powerpoint/2010/main" val="3620432932"/>
      </p:ext>
    </p:extLst>
  </p:cSld>
  <p:clrMapOvr>
    <a:masterClrMapping/>
  </p:clrMapOvr>
  <p:transition>
    <p:fade/>
  </p:transition>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sp>
        <p:nvSpPr>
          <p:cNvPr id="5" name="Text Placeholder 4"/>
          <p:cNvSpPr>
            <a:spLocks noGrp="1"/>
          </p:cNvSpPr>
          <p:nvPr>
            <p:ph type="body" sz="quarter" idx="10"/>
          </p:nvPr>
        </p:nvSpPr>
        <p:spPr>
          <a:xfrm>
            <a:off x="529662" y="1467239"/>
            <a:ext cx="11375536" cy="959119"/>
          </a:xfrm>
        </p:spPr>
        <p:txBody>
          <a:bodyPr/>
          <a:lstStyle>
            <a:lvl1pPr marL="3218" indent="0">
              <a:spcBef>
                <a:spcPts val="0"/>
              </a:spcBef>
              <a:spcAft>
                <a:spcPts val="912"/>
              </a:spcAft>
              <a:buSzPct val="80000"/>
              <a:buFont typeface="Arial" pitchFamily="34" charset="0"/>
              <a:buNone/>
              <a:defRPr sz="4054" spc="-101" baseline="0">
                <a:gradFill>
                  <a:gsLst>
                    <a:gs pos="0">
                      <a:srgbClr val="595959"/>
                    </a:gs>
                    <a:gs pos="86000">
                      <a:srgbClr val="595959"/>
                    </a:gs>
                  </a:gsLst>
                  <a:lin ang="5400000" scaled="0"/>
                </a:gradFill>
                <a:latin typeface="Segoe UI Light" pitchFamily="34" charset="0"/>
              </a:defRPr>
            </a:lvl1pPr>
            <a:lvl2pPr marL="3218" indent="0">
              <a:spcBef>
                <a:spcPts val="0"/>
              </a:spcBef>
              <a:buSzPct val="80000"/>
              <a:buFont typeface="Arial" pitchFamily="34" charset="0"/>
              <a:buNone/>
              <a:defRPr sz="2027" spc="-52" baseline="0">
                <a:gradFill>
                  <a:gsLst>
                    <a:gs pos="0">
                      <a:srgbClr val="595959"/>
                    </a:gs>
                    <a:gs pos="86000">
                      <a:srgbClr val="595959"/>
                    </a:gs>
                  </a:gsLst>
                  <a:lin ang="5400000" scaled="0"/>
                </a:gradFill>
              </a:defRPr>
            </a:lvl2pPr>
            <a:lvl3pPr marL="1275599" indent="-408578">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3pPr>
            <a:lvl4pPr marL="1626264" indent="-350668">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4pPr>
            <a:lvl5pPr marL="1967283" indent="-341017">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176274532"/>
      </p:ext>
    </p:extLst>
  </p:cSld>
  <p:clrMapOvr>
    <a:masterClrMapping/>
  </p:clrMapOvr>
  <p:transition>
    <p:fade/>
  </p:transition>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lgn="l" defTabSz="926500" rtl="0" eaLnBrk="1" latinLnBrk="0" hangingPunct="1">
              <a:lnSpc>
                <a:spcPct val="90000"/>
              </a:lnSpc>
              <a:spcBef>
                <a:spcPct val="0"/>
              </a:spcBef>
              <a:buNone/>
              <a:defRPr lang="en-US" sz="5574" b="0" kern="1200" cap="none" spc="-101" baseline="0" dirty="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a:lstStyle>
          <a:p>
            <a:r>
              <a:rPr lang="en-US"/>
              <a:t>Click to edit Master title style</a:t>
            </a:r>
          </a:p>
        </p:txBody>
      </p:sp>
      <p:sp>
        <p:nvSpPr>
          <p:cNvPr id="5" name="Text Placeholder 4"/>
          <p:cNvSpPr>
            <a:spLocks noGrp="1"/>
          </p:cNvSpPr>
          <p:nvPr>
            <p:ph type="body" sz="quarter" idx="10"/>
          </p:nvPr>
        </p:nvSpPr>
        <p:spPr>
          <a:xfrm>
            <a:off x="529662" y="1467237"/>
            <a:ext cx="11375536" cy="2127218"/>
          </a:xfrm>
        </p:spPr>
        <p:txBody>
          <a:bodyPr/>
          <a:lstStyle>
            <a:lvl1pPr marL="0" indent="0">
              <a:spcBef>
                <a:spcPts val="0"/>
              </a:spcBef>
              <a:spcAft>
                <a:spcPts val="0"/>
              </a:spcAft>
              <a:buFont typeface="Arial" pitchFamily="34" charset="0"/>
              <a:buNone/>
              <a:defRPr lang="en-US" sz="3243" kern="1200" dirty="0" smtClean="0">
                <a:gradFill>
                  <a:gsLst>
                    <a:gs pos="0">
                      <a:srgbClr val="595959"/>
                    </a:gs>
                    <a:gs pos="86000">
                      <a:srgbClr val="595959"/>
                    </a:gs>
                  </a:gsLst>
                  <a:lin ang="5400000" scaled="0"/>
                </a:gradFill>
                <a:latin typeface="+mn-lt"/>
                <a:ea typeface="+mn-ea"/>
                <a:cs typeface="+mn-cs"/>
              </a:defRPr>
            </a:lvl1pPr>
            <a:lvl2pPr marL="698120" indent="-347451">
              <a:spcBef>
                <a:spcPts val="0"/>
              </a:spcBef>
              <a:spcAft>
                <a:spcPts val="0"/>
              </a:spcAft>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2pPr>
            <a:lvl3pPr marL="0" indent="0">
              <a:spcBef>
                <a:spcPts val="0"/>
              </a:spcBef>
              <a:spcAft>
                <a:spcPts val="405"/>
              </a:spcAft>
              <a:buNone/>
              <a:defRPr sz="2027"/>
            </a:lvl3pPr>
            <a:lvl4pPr marL="0" indent="0">
              <a:spcBef>
                <a:spcPts val="0"/>
              </a:spcBef>
              <a:spcAft>
                <a:spcPts val="405"/>
              </a:spcAft>
              <a:buNone/>
              <a:defRPr/>
            </a:lvl4pPr>
            <a:lvl5pPr marL="347451" indent="-347451">
              <a:spcBef>
                <a:spcPts val="0"/>
              </a:spcBef>
              <a:spcAft>
                <a:spcPts val="405"/>
              </a:spcAft>
              <a:buFont typeface="Arial" pitchFamily="34" charset="0"/>
              <a:buChar char="•"/>
              <a:defRPr/>
            </a:lvl5pPr>
            <a:lvl6pPr marL="1047179" indent="-347451">
              <a:buFont typeface="Arial" pitchFamily="34" charset="0"/>
              <a:buChar char="•"/>
              <a:defRPr sz="2432">
                <a:gradFill>
                  <a:gsLst>
                    <a:gs pos="0">
                      <a:srgbClr val="595959"/>
                    </a:gs>
                    <a:gs pos="86000">
                      <a:srgbClr val="595959"/>
                    </a:gs>
                  </a:gsLst>
                  <a:lin ang="5400000" scaled="0"/>
                </a:gradFill>
              </a:defRPr>
            </a:lvl6pPr>
            <a:lvl7pPr marL="1272380" indent="-228417">
              <a:defRPr>
                <a:gradFill>
                  <a:gsLst>
                    <a:gs pos="0">
                      <a:srgbClr val="595959"/>
                    </a:gs>
                    <a:gs pos="86000">
                      <a:srgbClr val="595959"/>
                    </a:gs>
                  </a:gsLst>
                  <a:lin ang="5400000" scaled="0"/>
                </a:gradFill>
              </a:defRPr>
            </a:lvl7pPr>
            <a:lvl8pPr marL="1507232" indent="-234850">
              <a:defRPr>
                <a:gradFill>
                  <a:gsLst>
                    <a:gs pos="0">
                      <a:srgbClr val="595959"/>
                    </a:gs>
                    <a:gs pos="86000">
                      <a:srgbClr val="595959"/>
                    </a:gs>
                  </a:gsLst>
                  <a:lin ang="5400000" scaled="0"/>
                </a:gradFill>
              </a:defRPr>
            </a:lvl8pPr>
          </a:lstStyle>
          <a:p>
            <a:pPr marL="350668" lvl="0" indent="-350668" algn="l" defTabSz="926500" rtl="0" eaLnBrk="1" latinLnBrk="0" hangingPunct="1">
              <a:lnSpc>
                <a:spcPct val="90000"/>
              </a:lnSpc>
              <a:spcBef>
                <a:spcPct val="20000"/>
              </a:spcBef>
              <a:buSzPct val="90000"/>
              <a:buFont typeface="Arial" pitchFamily="34" charset="0"/>
              <a:buChar char="•"/>
            </a:pPr>
            <a:r>
              <a:rPr lang="en-US"/>
              <a:t>Click to edit Master text styles</a:t>
            </a:r>
          </a:p>
          <a:p>
            <a:pPr marL="350668" lvl="1" indent="-350668" algn="l" defTabSz="926500" rtl="0" eaLnBrk="1" latinLnBrk="0" hangingPunct="1">
              <a:lnSpc>
                <a:spcPct val="90000"/>
              </a:lnSpc>
              <a:spcBef>
                <a:spcPct val="20000"/>
              </a:spcBef>
              <a:buSzPct val="90000"/>
              <a:buFont typeface="Arial" pitchFamily="34" charset="0"/>
              <a:buChar char="•"/>
            </a:pPr>
            <a:r>
              <a:rPr lang="en-US"/>
              <a:t>Second level</a:t>
            </a:r>
          </a:p>
          <a:p>
            <a:pPr marL="350668" lvl="2" indent="-350668" algn="l" defTabSz="926500" rtl="0" eaLnBrk="1" latinLnBrk="0" hangingPunct="1">
              <a:lnSpc>
                <a:spcPct val="90000"/>
              </a:lnSpc>
              <a:spcBef>
                <a:spcPct val="20000"/>
              </a:spcBef>
              <a:buSzPct val="90000"/>
              <a:buFont typeface="Arial" pitchFamily="34" charset="0"/>
              <a:buChar char="•"/>
            </a:pPr>
            <a:r>
              <a:rPr lang="en-US"/>
              <a:t>Third level</a:t>
            </a:r>
          </a:p>
          <a:p>
            <a:pPr marL="350668" lvl="3" indent="-350668" algn="l" defTabSz="926500" rtl="0" eaLnBrk="1" latinLnBrk="0" hangingPunct="1">
              <a:lnSpc>
                <a:spcPct val="90000"/>
              </a:lnSpc>
              <a:spcBef>
                <a:spcPct val="20000"/>
              </a:spcBef>
              <a:buSzPct val="90000"/>
              <a:buFont typeface="Arial" pitchFamily="34" charset="0"/>
              <a:buChar char="•"/>
            </a:pPr>
            <a:r>
              <a:rPr lang="en-US"/>
              <a:t>Fourth level</a:t>
            </a:r>
          </a:p>
          <a:p>
            <a:pPr marL="350668" lvl="4" indent="-350668" algn="l" defTabSz="926500" rtl="0" eaLnBrk="1" latinLnBrk="0" hangingPunct="1">
              <a:lnSpc>
                <a:spcPct val="90000"/>
              </a:lnSpc>
              <a:spcBef>
                <a:spcPct val="20000"/>
              </a:spcBef>
              <a:buSzPct val="90000"/>
              <a:buFont typeface="Arial" pitchFamily="34" charset="0"/>
              <a:buChar char="•"/>
            </a:pPr>
            <a:r>
              <a:rPr lang="en-US"/>
              <a:t>Fifth level</a:t>
            </a:r>
          </a:p>
        </p:txBody>
      </p:sp>
      <p:pic>
        <p:nvPicPr>
          <p:cNvPr id="4" name="Picture 3"/>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1644123422"/>
      </p:ext>
    </p:extLst>
  </p:cSld>
  <p:clrMapOvr>
    <a:masterClrMapping/>
  </p:clrMapOvr>
  <p:transition>
    <p:fade/>
  </p:transition>
</p:sldLayout>
</file>

<file path=ppt/slideLayouts/slideLayout1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sp>
        <p:nvSpPr>
          <p:cNvPr id="3" name="Content Placeholder 2"/>
          <p:cNvSpPr>
            <a:spLocks noGrp="1"/>
          </p:cNvSpPr>
          <p:nvPr>
            <p:ph sz="half" idx="1"/>
          </p:nvPr>
        </p:nvSpPr>
        <p:spPr>
          <a:xfrm>
            <a:off x="529661" y="1467239"/>
            <a:ext cx="5597871" cy="2476557"/>
          </a:xfrm>
        </p:spPr>
        <p:txBody>
          <a:bodyPr/>
          <a:lstStyle>
            <a:lvl1pPr marL="345843" indent="-345843">
              <a:lnSpc>
                <a:spcPct val="90000"/>
              </a:lnSpc>
              <a:buSzPct val="80000"/>
              <a:buFont typeface="Arial" pitchFamily="34" charset="0"/>
              <a:buChar char="•"/>
              <a:defRPr sz="3243"/>
            </a:lvl1pPr>
            <a:lvl2pPr marL="635386" indent="-289543">
              <a:lnSpc>
                <a:spcPct val="90000"/>
              </a:lnSpc>
              <a:buSzPct val="80000"/>
              <a:buFont typeface="Arial" pitchFamily="34" charset="0"/>
              <a:buChar char="•"/>
              <a:defRPr sz="2838"/>
            </a:lvl2pPr>
            <a:lvl3pPr marL="926536" indent="-291152">
              <a:lnSpc>
                <a:spcPct val="90000"/>
              </a:lnSpc>
              <a:buSzPct val="80000"/>
              <a:buFont typeface="Arial" pitchFamily="34" charset="0"/>
              <a:buChar char="•"/>
              <a:defRPr sz="2432"/>
            </a:lvl3pPr>
            <a:lvl4pPr marL="1735650" indent="-228417">
              <a:lnSpc>
                <a:spcPct val="90000"/>
              </a:lnSpc>
              <a:buSzPct val="80000"/>
              <a:buFont typeface="Arial" pitchFamily="34" charset="0"/>
              <a:buChar char="•"/>
              <a:defRPr sz="2027"/>
            </a:lvl4pPr>
            <a:lvl5pPr marL="1970500" indent="-234850">
              <a:lnSpc>
                <a:spcPct val="90000"/>
              </a:lnSpc>
              <a:buSzPct val="80000"/>
              <a:buFont typeface="Arial" pitchFamily="34" charset="0"/>
              <a:buChar char="•"/>
              <a:defRPr sz="2027"/>
            </a:lvl5pPr>
            <a:lvl6pPr>
              <a:defRPr sz="1925"/>
            </a:lvl6pPr>
            <a:lvl7pPr>
              <a:defRPr sz="1925"/>
            </a:lvl7pPr>
            <a:lvl8pPr>
              <a:defRPr sz="1925"/>
            </a:lvl8pPr>
            <a:lvl9pPr>
              <a:defRPr sz="19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307324" y="1467239"/>
            <a:ext cx="5597871" cy="2509956"/>
          </a:xfrm>
        </p:spPr>
        <p:txBody>
          <a:bodyPr/>
          <a:lstStyle>
            <a:lvl1pPr marL="463267" indent="-463267">
              <a:lnSpc>
                <a:spcPct val="90000"/>
              </a:lnSpc>
              <a:buSzPct val="80000"/>
              <a:buFont typeface="Arial" pitchFamily="34" charset="0"/>
              <a:buChar char="•"/>
              <a:defRPr lang="en-US" sz="3243" kern="1200" dirty="0" smtClean="0">
                <a:gradFill>
                  <a:gsLst>
                    <a:gs pos="0">
                      <a:srgbClr val="595959"/>
                    </a:gs>
                    <a:gs pos="86000">
                      <a:srgbClr val="595959"/>
                    </a:gs>
                  </a:gsLst>
                  <a:lin ang="5400000" scaled="0"/>
                </a:gradFill>
                <a:latin typeface="+mn-lt"/>
                <a:ea typeface="+mn-ea"/>
                <a:cs typeface="+mn-cs"/>
              </a:defRPr>
            </a:lvl1pPr>
            <a:lvl2pPr marL="809113" indent="-463267">
              <a:lnSpc>
                <a:spcPct val="90000"/>
              </a:lnSpc>
              <a:buSzPct val="80000"/>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2pPr>
            <a:lvl3pPr marL="982837" indent="-347451">
              <a:lnSpc>
                <a:spcPct val="90000"/>
              </a:lnSpc>
              <a:buSzPct val="80000"/>
              <a:buFont typeface="Arial" pitchFamily="34" charset="0"/>
              <a:buChar char="•"/>
              <a:defRPr lang="en-US" sz="2432" kern="1200" dirty="0" smtClean="0">
                <a:gradFill>
                  <a:gsLst>
                    <a:gs pos="0">
                      <a:srgbClr val="595959"/>
                    </a:gs>
                    <a:gs pos="86000">
                      <a:srgbClr val="595959"/>
                    </a:gs>
                  </a:gsLst>
                  <a:lin ang="5400000" scaled="0"/>
                </a:gradFill>
                <a:latin typeface="+mn-lt"/>
                <a:ea typeface="+mn-ea"/>
                <a:cs typeface="+mn-cs"/>
              </a:defRPr>
            </a:lvl3pPr>
            <a:lvl4pPr marL="1854684" indent="-347451">
              <a:lnSpc>
                <a:spcPct val="90000"/>
              </a:lnSpc>
              <a:buSzPct val="80000"/>
              <a:buFont typeface="Arial" pitchFamily="34" charset="0"/>
              <a:buChar char="•"/>
              <a:defRPr lang="en-US" sz="2027" kern="1200" dirty="0" smtClean="0">
                <a:gradFill>
                  <a:gsLst>
                    <a:gs pos="0">
                      <a:srgbClr val="595959"/>
                    </a:gs>
                    <a:gs pos="86000">
                      <a:srgbClr val="595959"/>
                    </a:gs>
                  </a:gsLst>
                  <a:lin ang="5400000" scaled="0"/>
                </a:gradFill>
                <a:latin typeface="+mn-lt"/>
                <a:ea typeface="+mn-ea"/>
                <a:cs typeface="+mn-cs"/>
              </a:defRPr>
            </a:lvl4pPr>
            <a:lvl5pPr marL="2083100" indent="-347451">
              <a:lnSpc>
                <a:spcPct val="90000"/>
              </a:lnSpc>
              <a:buSzPct val="80000"/>
              <a:buFont typeface="Arial" pitchFamily="34" charset="0"/>
              <a:buChar char="•"/>
              <a:defRPr lang="en-US" sz="2027" kern="1200" dirty="0">
                <a:gradFill>
                  <a:gsLst>
                    <a:gs pos="0">
                      <a:srgbClr val="595959"/>
                    </a:gs>
                    <a:gs pos="86000">
                      <a:srgbClr val="595959"/>
                    </a:gs>
                  </a:gsLst>
                  <a:lin ang="5400000" scaled="0"/>
                </a:gradFill>
                <a:latin typeface="+mn-lt"/>
                <a:ea typeface="+mn-ea"/>
                <a:cs typeface="+mn-cs"/>
              </a:defRPr>
            </a:lvl5pPr>
            <a:lvl6pPr>
              <a:defRPr sz="1925"/>
            </a:lvl6pPr>
            <a:lvl7pPr>
              <a:defRPr sz="1925"/>
            </a:lvl7pPr>
            <a:lvl8pPr>
              <a:defRPr sz="1925"/>
            </a:lvl8pPr>
            <a:lvl9pPr>
              <a:defRPr sz="1925"/>
            </a:lvl9pPr>
          </a:lstStyle>
          <a:p>
            <a:pPr marL="345843" lvl="0" indent="-345843" algn="l" defTabSz="926500" rtl="0" eaLnBrk="1" latinLnBrk="0" hangingPunct="1">
              <a:lnSpc>
                <a:spcPct val="90000"/>
              </a:lnSpc>
              <a:spcBef>
                <a:spcPct val="20000"/>
              </a:spcBef>
              <a:buSzPct val="80000"/>
              <a:buFont typeface="Arial" pitchFamily="34" charset="0"/>
              <a:buChar char="•"/>
            </a:pPr>
            <a:r>
              <a:rPr lang="en-US"/>
              <a:t>Click to edit Master text styles</a:t>
            </a:r>
          </a:p>
          <a:p>
            <a:pPr marL="345843" lvl="1" indent="-345843" algn="l" defTabSz="926500" rtl="0" eaLnBrk="1" latinLnBrk="0" hangingPunct="1">
              <a:lnSpc>
                <a:spcPct val="90000"/>
              </a:lnSpc>
              <a:spcBef>
                <a:spcPct val="20000"/>
              </a:spcBef>
              <a:buSzPct val="80000"/>
              <a:buFont typeface="Arial" pitchFamily="34" charset="0"/>
              <a:buChar char="•"/>
            </a:pPr>
            <a:r>
              <a:rPr lang="en-US"/>
              <a:t>Second level</a:t>
            </a:r>
          </a:p>
          <a:p>
            <a:pPr marL="345843" lvl="2" indent="-345843" algn="l" defTabSz="926500" rtl="0" eaLnBrk="1" latinLnBrk="0" hangingPunct="1">
              <a:lnSpc>
                <a:spcPct val="90000"/>
              </a:lnSpc>
              <a:spcBef>
                <a:spcPct val="20000"/>
              </a:spcBef>
              <a:buSzPct val="80000"/>
              <a:buFont typeface="Arial" pitchFamily="34" charset="0"/>
              <a:buChar char="•"/>
            </a:pPr>
            <a:r>
              <a:rPr lang="en-US"/>
              <a:t>Third level</a:t>
            </a:r>
          </a:p>
          <a:p>
            <a:pPr marL="345843" lvl="3" indent="-345843" algn="l" defTabSz="926500" rtl="0" eaLnBrk="1" latinLnBrk="0" hangingPunct="1">
              <a:lnSpc>
                <a:spcPct val="90000"/>
              </a:lnSpc>
              <a:spcBef>
                <a:spcPct val="20000"/>
              </a:spcBef>
              <a:buSzPct val="80000"/>
              <a:buFont typeface="Arial" pitchFamily="34" charset="0"/>
              <a:buChar char="•"/>
            </a:pPr>
            <a:r>
              <a:rPr lang="en-US"/>
              <a:t>Fourth level</a:t>
            </a:r>
          </a:p>
          <a:p>
            <a:pPr marL="345843" lvl="4" indent="-345843" algn="l" defTabSz="926500" rtl="0" eaLnBrk="1" latinLnBrk="0" hangingPunct="1">
              <a:lnSpc>
                <a:spcPct val="90000"/>
              </a:lnSpc>
              <a:spcBef>
                <a:spcPct val="20000"/>
              </a:spcBef>
              <a:buSzPct val="80000"/>
              <a:buFont typeface="Arial" pitchFamily="34" charset="0"/>
              <a:buChar char="•"/>
            </a:pPr>
            <a:r>
              <a:rPr lang="en-US"/>
              <a:t>Fifth level</a:t>
            </a:r>
          </a:p>
        </p:txBody>
      </p:sp>
      <p:pic>
        <p:nvPicPr>
          <p:cNvPr id="5" name="Picture 4"/>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734688949"/>
      </p:ext>
    </p:extLst>
  </p:cSld>
  <p:clrMapOvr>
    <a:masterClrMapping/>
  </p:clrMapOvr>
  <p:transition>
    <p:fade/>
  </p:transition>
</p:sldLayout>
</file>

<file path=ppt/slideLayouts/slideLayout1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sp>
        <p:nvSpPr>
          <p:cNvPr id="3" name="Text Placeholder 2"/>
          <p:cNvSpPr>
            <a:spLocks noGrp="1"/>
          </p:cNvSpPr>
          <p:nvPr>
            <p:ph type="body" idx="1"/>
          </p:nvPr>
        </p:nvSpPr>
        <p:spPr>
          <a:xfrm>
            <a:off x="529661" y="1467243"/>
            <a:ext cx="5597871" cy="449149"/>
          </a:xfrm>
        </p:spPr>
        <p:txBody>
          <a:bodyPr anchor="b"/>
          <a:lstStyle>
            <a:lvl1pPr marL="0" indent="0">
              <a:lnSpc>
                <a:spcPct val="90000"/>
              </a:lnSpc>
              <a:spcBef>
                <a:spcPts val="0"/>
              </a:spcBef>
              <a:buNone/>
              <a:defRPr sz="3243" b="0">
                <a:latin typeface="Segoe UI Light" pitchFamily="34" charset="0"/>
              </a:defRPr>
            </a:lvl1pPr>
            <a:lvl2pPr marL="463250" indent="0">
              <a:buNone/>
              <a:defRPr sz="2027" b="1"/>
            </a:lvl2pPr>
            <a:lvl3pPr marL="926500" indent="0">
              <a:buNone/>
              <a:defRPr sz="1925" b="1"/>
            </a:lvl3pPr>
            <a:lvl4pPr marL="1389749" indent="0">
              <a:buNone/>
              <a:defRPr sz="1621" b="1"/>
            </a:lvl4pPr>
            <a:lvl5pPr marL="1853001" indent="0">
              <a:buNone/>
              <a:defRPr sz="1621" b="1"/>
            </a:lvl5pPr>
            <a:lvl6pPr marL="2316248" indent="0">
              <a:buNone/>
              <a:defRPr sz="1621" b="1"/>
            </a:lvl6pPr>
            <a:lvl7pPr marL="2779500" indent="0">
              <a:buNone/>
              <a:defRPr sz="1621" b="1"/>
            </a:lvl7pPr>
            <a:lvl8pPr marL="3242750" indent="0">
              <a:buNone/>
              <a:defRPr sz="1621" b="1"/>
            </a:lvl8pPr>
            <a:lvl9pPr marL="3706000" indent="0">
              <a:buNone/>
              <a:defRPr sz="1621" b="1"/>
            </a:lvl9pPr>
          </a:lstStyle>
          <a:p>
            <a:pPr lvl="0"/>
            <a:r>
              <a:rPr lang="en-US"/>
              <a:t>Click to edit Master text styles</a:t>
            </a:r>
          </a:p>
        </p:txBody>
      </p:sp>
      <p:sp>
        <p:nvSpPr>
          <p:cNvPr id="4" name="Content Placeholder 3"/>
          <p:cNvSpPr>
            <a:spLocks noGrp="1"/>
          </p:cNvSpPr>
          <p:nvPr>
            <p:ph sz="half" idx="2"/>
          </p:nvPr>
        </p:nvSpPr>
        <p:spPr>
          <a:xfrm>
            <a:off x="518188" y="2297233"/>
            <a:ext cx="5596414" cy="1971263"/>
          </a:xfrm>
        </p:spPr>
        <p:txBody>
          <a:bodyPr/>
          <a:lstStyle>
            <a:lvl1pPr marL="408578" indent="-408578">
              <a:buSzPct val="80000"/>
              <a:buFont typeface="Arial" pitchFamily="34" charset="0"/>
              <a:buChar char="•"/>
              <a:defRPr sz="2838"/>
            </a:lvl1pPr>
            <a:lvl2pPr marL="754420" indent="-326540">
              <a:buSzPct val="80000"/>
              <a:buFont typeface="Arial" pitchFamily="34" charset="0"/>
              <a:buChar char="•"/>
              <a:defRPr sz="2838"/>
            </a:lvl2pPr>
            <a:lvl3pPr marL="1040746" indent="-286326" defTabSz="1043964">
              <a:buSzPct val="80000"/>
              <a:buFont typeface="Arial" pitchFamily="34" charset="0"/>
              <a:buChar char="•"/>
              <a:defRPr sz="2432"/>
            </a:lvl3pPr>
            <a:lvl4pPr marL="1335115" indent="-291152">
              <a:buSzPct val="80000"/>
              <a:buFont typeface="Arial" pitchFamily="34" charset="0"/>
              <a:buChar char="•"/>
              <a:defRPr sz="2027"/>
            </a:lvl4pPr>
            <a:lvl5pPr marL="1561923" indent="-226809">
              <a:buSzPct val="80000"/>
              <a:buFont typeface="Arial" pitchFamily="34" charset="0"/>
              <a:buChar char="•"/>
              <a:defRPr sz="2027"/>
            </a:lvl5pPr>
            <a:lvl6pPr>
              <a:defRPr sz="1621"/>
            </a:lvl6pPr>
            <a:lvl7pPr>
              <a:defRPr sz="1621"/>
            </a:lvl7pPr>
            <a:lvl8pPr>
              <a:defRPr sz="1621"/>
            </a:lvl8pPr>
            <a:lvl9pPr>
              <a:defRPr sz="162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307324" y="1467243"/>
            <a:ext cx="5597871" cy="449149"/>
          </a:xfrm>
        </p:spPr>
        <p:txBody>
          <a:bodyPr anchor="b"/>
          <a:lstStyle>
            <a:lvl1pPr marL="0" indent="0">
              <a:lnSpc>
                <a:spcPct val="90000"/>
              </a:lnSpc>
              <a:spcBef>
                <a:spcPts val="0"/>
              </a:spcBef>
              <a:buNone/>
              <a:defRPr sz="3243" b="0">
                <a:latin typeface="Segoe UI Light" pitchFamily="34" charset="0"/>
              </a:defRPr>
            </a:lvl1pPr>
            <a:lvl2pPr marL="463250" indent="0">
              <a:buNone/>
              <a:defRPr sz="2027" b="1"/>
            </a:lvl2pPr>
            <a:lvl3pPr marL="926500" indent="0">
              <a:buNone/>
              <a:defRPr sz="1925" b="1"/>
            </a:lvl3pPr>
            <a:lvl4pPr marL="1389749" indent="0">
              <a:buNone/>
              <a:defRPr sz="1621" b="1"/>
            </a:lvl4pPr>
            <a:lvl5pPr marL="1853001" indent="0">
              <a:buNone/>
              <a:defRPr sz="1621" b="1"/>
            </a:lvl5pPr>
            <a:lvl6pPr marL="2316248" indent="0">
              <a:buNone/>
              <a:defRPr sz="1621" b="1"/>
            </a:lvl6pPr>
            <a:lvl7pPr marL="2779500" indent="0">
              <a:buNone/>
              <a:defRPr sz="1621" b="1"/>
            </a:lvl7pPr>
            <a:lvl8pPr marL="3242750" indent="0">
              <a:buNone/>
              <a:defRPr sz="1621" b="1"/>
            </a:lvl8pPr>
            <a:lvl9pPr marL="3706000" indent="0">
              <a:buNone/>
              <a:defRPr sz="1621" b="1"/>
            </a:lvl9pPr>
          </a:lstStyle>
          <a:p>
            <a:pPr lvl="0"/>
            <a:r>
              <a:rPr lang="en-US"/>
              <a:t>Click to edit Master text styles</a:t>
            </a:r>
          </a:p>
        </p:txBody>
      </p:sp>
      <p:sp>
        <p:nvSpPr>
          <p:cNvPr id="6" name="Content Placeholder 5"/>
          <p:cNvSpPr>
            <a:spLocks noGrp="1"/>
          </p:cNvSpPr>
          <p:nvPr>
            <p:ph sz="quarter" idx="4"/>
          </p:nvPr>
        </p:nvSpPr>
        <p:spPr>
          <a:xfrm>
            <a:off x="6307324" y="2297234"/>
            <a:ext cx="5597871" cy="1997905"/>
          </a:xfrm>
        </p:spPr>
        <p:txBody>
          <a:bodyPr/>
          <a:lstStyle>
            <a:lvl1pPr marL="300254" indent="-300254">
              <a:buSzPct val="80000"/>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1pPr>
            <a:lvl2pPr marL="463267" indent="-463267">
              <a:buSzPct val="80000"/>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2pPr>
            <a:lvl3pPr marL="775331" indent="-347451">
              <a:buSzPct val="80000"/>
              <a:buFont typeface="Arial" pitchFamily="34" charset="0"/>
              <a:buChar char="•"/>
              <a:defRPr lang="en-US" sz="2432" kern="1200" dirty="0" smtClean="0">
                <a:gradFill>
                  <a:gsLst>
                    <a:gs pos="0">
                      <a:srgbClr val="595959"/>
                    </a:gs>
                    <a:gs pos="86000">
                      <a:srgbClr val="595959"/>
                    </a:gs>
                  </a:gsLst>
                  <a:lin ang="5400000" scaled="0"/>
                </a:gradFill>
                <a:latin typeface="+mn-lt"/>
                <a:ea typeface="+mn-ea"/>
                <a:cs typeface="+mn-cs"/>
              </a:defRPr>
            </a:lvl3pPr>
            <a:lvl4pPr marL="1391414" indent="-347451">
              <a:buSzPct val="80000"/>
              <a:buFont typeface="Arial" pitchFamily="34" charset="0"/>
              <a:buChar char="•"/>
              <a:defRPr lang="en-US" sz="2027" kern="1200" dirty="0" smtClean="0">
                <a:gradFill>
                  <a:gsLst>
                    <a:gs pos="0">
                      <a:srgbClr val="595959"/>
                    </a:gs>
                    <a:gs pos="86000">
                      <a:srgbClr val="595959"/>
                    </a:gs>
                  </a:gsLst>
                  <a:lin ang="5400000" scaled="0"/>
                </a:gradFill>
                <a:latin typeface="+mn-lt"/>
                <a:ea typeface="+mn-ea"/>
                <a:cs typeface="+mn-cs"/>
              </a:defRPr>
            </a:lvl4pPr>
            <a:lvl5pPr marL="1101872" indent="-347451">
              <a:buSzPct val="80000"/>
              <a:buFont typeface="Arial" pitchFamily="34" charset="0"/>
              <a:buChar char="•"/>
              <a:defRPr lang="en-US" sz="2027" kern="1200" dirty="0">
                <a:gradFill>
                  <a:gsLst>
                    <a:gs pos="0">
                      <a:srgbClr val="595959"/>
                    </a:gs>
                    <a:gs pos="86000">
                      <a:srgbClr val="595959"/>
                    </a:gs>
                  </a:gsLst>
                  <a:lin ang="5400000" scaled="0"/>
                </a:gradFill>
                <a:latin typeface="+mn-lt"/>
                <a:ea typeface="+mn-ea"/>
                <a:cs typeface="+mn-cs"/>
              </a:defRPr>
            </a:lvl5pPr>
            <a:lvl6pPr marL="1391414" indent="-347451">
              <a:defRPr sz="1621"/>
            </a:lvl6pPr>
            <a:lvl7pPr marL="1624658" indent="-289543">
              <a:defRPr sz="1621"/>
            </a:lvl7pPr>
            <a:lvl8pPr>
              <a:defRPr sz="1621"/>
            </a:lvl8pPr>
            <a:lvl9pPr>
              <a:defRPr sz="1621"/>
            </a:lvl9pPr>
          </a:lstStyle>
          <a:p>
            <a:pPr marL="408578" lvl="0" indent="-408578" algn="l" defTabSz="926500" rtl="0" eaLnBrk="1" latinLnBrk="0" hangingPunct="1">
              <a:lnSpc>
                <a:spcPct val="90000"/>
              </a:lnSpc>
              <a:spcBef>
                <a:spcPct val="20000"/>
              </a:spcBef>
              <a:buSzPct val="80000"/>
            </a:pPr>
            <a:r>
              <a:rPr lang="en-US"/>
              <a:t>Click to edit Master text styles</a:t>
            </a:r>
          </a:p>
          <a:p>
            <a:pPr marL="408578" lvl="1" indent="-408578" algn="l" defTabSz="926500" rtl="0" eaLnBrk="1" latinLnBrk="0" hangingPunct="1">
              <a:lnSpc>
                <a:spcPct val="90000"/>
              </a:lnSpc>
              <a:spcBef>
                <a:spcPct val="20000"/>
              </a:spcBef>
              <a:buSzPct val="80000"/>
            </a:pPr>
            <a:r>
              <a:rPr lang="en-US"/>
              <a:t>Second level</a:t>
            </a:r>
          </a:p>
          <a:p>
            <a:pPr marL="408578" lvl="2" indent="-408578" algn="l" defTabSz="926500" rtl="0" eaLnBrk="1" latinLnBrk="0" hangingPunct="1">
              <a:lnSpc>
                <a:spcPct val="90000"/>
              </a:lnSpc>
              <a:spcBef>
                <a:spcPct val="20000"/>
              </a:spcBef>
              <a:buSzPct val="80000"/>
            </a:pPr>
            <a:r>
              <a:rPr lang="en-US"/>
              <a:t>Third level</a:t>
            </a:r>
          </a:p>
          <a:p>
            <a:pPr marL="408578" lvl="3" indent="-408578" algn="l" defTabSz="926500" rtl="0" eaLnBrk="1" latinLnBrk="0" hangingPunct="1">
              <a:lnSpc>
                <a:spcPct val="90000"/>
              </a:lnSpc>
              <a:spcBef>
                <a:spcPct val="20000"/>
              </a:spcBef>
              <a:buSzPct val="80000"/>
            </a:pPr>
            <a:r>
              <a:rPr lang="en-US"/>
              <a:t>Fourth level</a:t>
            </a:r>
          </a:p>
          <a:p>
            <a:pPr marL="408578" lvl="4" indent="-408578" algn="l" defTabSz="926500" rtl="0" eaLnBrk="1" latinLnBrk="0" hangingPunct="1">
              <a:lnSpc>
                <a:spcPct val="90000"/>
              </a:lnSpc>
              <a:spcBef>
                <a:spcPct val="20000"/>
              </a:spcBef>
              <a:buSzPct val="80000"/>
            </a:pPr>
            <a:r>
              <a:rPr lang="en-US"/>
              <a:t>Fifth level</a:t>
            </a:r>
          </a:p>
        </p:txBody>
      </p:sp>
      <p:pic>
        <p:nvPicPr>
          <p:cNvPr id="7" name="Picture 6"/>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3081049947"/>
      </p:ext>
    </p:extLst>
  </p:cSld>
  <p:clrMapOvr>
    <a:masterClrMapping/>
  </p:clrMapOvr>
  <p:transition>
    <p:fade/>
  </p:transition>
</p:sldLayout>
</file>

<file path=ppt/slideLayouts/slideLayout1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pic>
        <p:nvPicPr>
          <p:cNvPr id="3" name="Picture 2"/>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2131549949"/>
      </p:ext>
    </p:extLst>
  </p:cSld>
  <p:clrMapOvr>
    <a:masterClrMapping/>
  </p:clrMapOvr>
  <p:transition>
    <p:fade/>
  </p:transition>
</p:sldLayout>
</file>

<file path=ppt/slideLayouts/slideLayout1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8944202"/>
      </p:ext>
    </p:extLst>
  </p:cSld>
  <p:clrMapOvr>
    <a:masterClrMapping/>
  </p:clrMapOvr>
  <p:transition>
    <p:fade/>
  </p:transition>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solidFill>
        <a:effectLst/>
      </p:bgPr>
    </p:bg>
    <p:spTree>
      <p:nvGrpSpPr>
        <p:cNvPr id="1" name=""/>
        <p:cNvGrpSpPr/>
        <p:nvPr/>
      </p:nvGrpSpPr>
      <p:grpSpPr>
        <a:xfrm>
          <a:off x="0" y="0"/>
          <a:ext cx="0" cy="0"/>
          <a:chOff x="0" y="0"/>
          <a:chExt cx="0" cy="0"/>
        </a:xfrm>
      </p:grpSpPr>
      <p:sp>
        <p:nvSpPr>
          <p:cNvPr id="19" name="Rectangle 18"/>
          <p:cNvSpPr/>
          <p:nvPr userDrawn="1"/>
        </p:nvSpPr>
        <p:spPr bwMode="auto">
          <a:xfrm>
            <a:off x="529660" y="1467238"/>
            <a:ext cx="11375535" cy="5251168"/>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2619" tIns="46311" rIns="92619" bIns="46311" numCol="1" spcCol="0" rtlCol="0" anchor="ctr" anchorCtr="0" compatLnSpc="1">
            <a:prstTxWarp prst="textNoShape">
              <a:avLst/>
            </a:prstTxWarp>
          </a:bodyPr>
          <a:lstStyle/>
          <a:p>
            <a:pPr algn="ctr" defTabSz="925916" fontAlgn="base">
              <a:spcBef>
                <a:spcPct val="0"/>
              </a:spcBef>
              <a:spcAft>
                <a:spcPct val="0"/>
              </a:spcAft>
            </a:pPr>
            <a:endParaRPr lang="en-US" sz="2331">
              <a:gradFill>
                <a:gsLst>
                  <a:gs pos="0">
                    <a:srgbClr val="FFFFFF"/>
                  </a:gs>
                  <a:gs pos="100000">
                    <a:srgbClr val="FFFFFF"/>
                  </a:gs>
                </a:gsLst>
                <a:lin ang="5400000" scaled="0"/>
              </a:gradFill>
            </a:endParaRPr>
          </a:p>
        </p:txBody>
      </p:sp>
      <p:sp>
        <p:nvSpPr>
          <p:cNvPr id="2" name="Title 1"/>
          <p:cNvSpPr>
            <a:spLocks noGrp="1"/>
          </p:cNvSpPr>
          <p:nvPr>
            <p:ph type="title"/>
          </p:nvPr>
        </p:nvSpPr>
        <p:spPr/>
        <p:txBody>
          <a:bodyPr/>
          <a:lstStyle>
            <a:lvl1pPr algn="l" defTabSz="926500" rtl="0" eaLnBrk="1" latinLnBrk="0" hangingPunct="1">
              <a:lnSpc>
                <a:spcPct val="90000"/>
              </a:lnSpc>
              <a:spcBef>
                <a:spcPct val="0"/>
              </a:spcBef>
              <a:buNone/>
              <a:defRPr lang="en-US" sz="5574" b="0" kern="1200" cap="none" spc="-101" baseline="0" dirty="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a:lstStyle>
          <a:p>
            <a:r>
              <a:rPr lang="en-US"/>
              <a:t>Click to edit Master title style</a:t>
            </a:r>
          </a:p>
        </p:txBody>
      </p:sp>
      <p:sp>
        <p:nvSpPr>
          <p:cNvPr id="5" name="Text Placeholder 4"/>
          <p:cNvSpPr>
            <a:spLocks noGrp="1"/>
          </p:cNvSpPr>
          <p:nvPr>
            <p:ph type="body" sz="quarter" idx="11"/>
          </p:nvPr>
        </p:nvSpPr>
        <p:spPr>
          <a:xfrm>
            <a:off x="3544386" y="3457163"/>
            <a:ext cx="7086425" cy="1271329"/>
          </a:xfrm>
        </p:spPr>
        <p:txBody>
          <a:bodyPr lIns="182856" tIns="182856" anchor="ctr" anchorCtr="0"/>
          <a:lstStyle>
            <a:lvl1pPr marL="582303" indent="-579085">
              <a:spcAft>
                <a:spcPts val="1216"/>
              </a:spcAft>
              <a:buNone/>
              <a:defRPr lang="en-US" sz="4459" kern="1200" spc="-101" baseline="0" dirty="0" smtClean="0">
                <a:gradFill>
                  <a:gsLst>
                    <a:gs pos="0">
                      <a:srgbClr val="595959"/>
                    </a:gs>
                    <a:gs pos="86000">
                      <a:srgbClr val="595959"/>
                    </a:gs>
                  </a:gsLst>
                  <a:lin ang="5400000" scaled="0"/>
                </a:gradFill>
                <a:latin typeface="Segoe UI Light" pitchFamily="34" charset="0"/>
                <a:ea typeface="+mn-ea"/>
                <a:cs typeface="+mn-cs"/>
              </a:defRPr>
            </a:lvl1pPr>
            <a:lvl2pPr>
              <a:defRPr lang="en-US" sz="2432" kern="1200" spc="-52" baseline="0" dirty="0">
                <a:gradFill>
                  <a:gsLst>
                    <a:gs pos="0">
                      <a:srgbClr val="595959"/>
                    </a:gs>
                    <a:gs pos="86000">
                      <a:srgbClr val="595959"/>
                    </a:gs>
                  </a:gsLst>
                  <a:lin ang="5400000" scaled="0"/>
                </a:gradFill>
                <a:latin typeface="+mn-lt"/>
                <a:ea typeface="+mn-ea"/>
                <a:cs typeface="+mn-cs"/>
              </a:defRPr>
            </a:lvl2pPr>
          </a:lstStyle>
          <a:p>
            <a:pPr marL="3218" lvl="0" indent="0" algn="l" defTabSz="926500" rtl="0" eaLnBrk="1" latinLnBrk="0" hangingPunct="1">
              <a:lnSpc>
                <a:spcPct val="90000"/>
              </a:lnSpc>
              <a:spcBef>
                <a:spcPts val="0"/>
              </a:spcBef>
              <a:spcAft>
                <a:spcPts val="912"/>
              </a:spcAft>
              <a:buSzPct val="80000"/>
            </a:pPr>
            <a:r>
              <a:rPr lang="en-US"/>
              <a:t>Click to edit Master text styles</a:t>
            </a:r>
          </a:p>
          <a:p>
            <a:pPr marL="3218" lvl="1" indent="0" algn="l" defTabSz="926500" rtl="0" eaLnBrk="1" latinLnBrk="0" hangingPunct="1">
              <a:lnSpc>
                <a:spcPct val="90000"/>
              </a:lnSpc>
              <a:spcBef>
                <a:spcPts val="0"/>
              </a:spcBef>
              <a:spcAft>
                <a:spcPts val="912"/>
              </a:spcAft>
              <a:buSzPct val="80000"/>
            </a:pPr>
            <a:r>
              <a:rPr lang="en-US"/>
              <a:t>Second level</a:t>
            </a:r>
          </a:p>
        </p:txBody>
      </p:sp>
      <p:sp>
        <p:nvSpPr>
          <p:cNvPr id="18" name="Freeform 105"/>
          <p:cNvSpPr>
            <a:spLocks/>
          </p:cNvSpPr>
          <p:nvPr userDrawn="1"/>
        </p:nvSpPr>
        <p:spPr bwMode="black">
          <a:xfrm>
            <a:off x="1224558" y="2162245"/>
            <a:ext cx="1902954" cy="3861153"/>
          </a:xfrm>
          <a:custGeom>
            <a:avLst/>
            <a:gdLst>
              <a:gd name="T0" fmla="*/ 38 w 42"/>
              <a:gd name="T1" fmla="*/ 23 h 86"/>
              <a:gd name="T2" fmla="*/ 35 w 42"/>
              <a:gd name="T3" fmla="*/ 27 h 86"/>
              <a:gd name="T4" fmla="*/ 35 w 42"/>
              <a:gd name="T5" fmla="*/ 65 h 86"/>
              <a:gd name="T6" fmla="*/ 21 w 42"/>
              <a:gd name="T7" fmla="*/ 79 h 86"/>
              <a:gd name="T8" fmla="*/ 7 w 42"/>
              <a:gd name="T9" fmla="*/ 65 h 86"/>
              <a:gd name="T10" fmla="*/ 7 w 42"/>
              <a:gd name="T11" fmla="*/ 16 h 86"/>
              <a:gd name="T12" fmla="*/ 16 w 42"/>
              <a:gd name="T13" fmla="*/ 7 h 86"/>
              <a:gd name="T14" fmla="*/ 25 w 42"/>
              <a:gd name="T15" fmla="*/ 16 h 86"/>
              <a:gd name="T16" fmla="*/ 25 w 42"/>
              <a:gd name="T17" fmla="*/ 16 h 86"/>
              <a:gd name="T18" fmla="*/ 25 w 42"/>
              <a:gd name="T19" fmla="*/ 54 h 86"/>
              <a:gd name="T20" fmla="*/ 22 w 42"/>
              <a:gd name="T21" fmla="*/ 58 h 86"/>
              <a:gd name="T22" fmla="*/ 18 w 42"/>
              <a:gd name="T23" fmla="*/ 54 h 86"/>
              <a:gd name="T24" fmla="*/ 18 w 42"/>
              <a:gd name="T25" fmla="*/ 25 h 86"/>
              <a:gd name="T26" fmla="*/ 14 w 42"/>
              <a:gd name="T27" fmla="*/ 22 h 86"/>
              <a:gd name="T28" fmla="*/ 11 w 42"/>
              <a:gd name="T29" fmla="*/ 25 h 86"/>
              <a:gd name="T30" fmla="*/ 11 w 42"/>
              <a:gd name="T31" fmla="*/ 54 h 86"/>
              <a:gd name="T32" fmla="*/ 22 w 42"/>
              <a:gd name="T33" fmla="*/ 65 h 86"/>
              <a:gd name="T34" fmla="*/ 32 w 42"/>
              <a:gd name="T35" fmla="*/ 54 h 86"/>
              <a:gd name="T36" fmla="*/ 32 w 42"/>
              <a:gd name="T37" fmla="*/ 16 h 86"/>
              <a:gd name="T38" fmla="*/ 32 w 42"/>
              <a:gd name="T39" fmla="*/ 16 h 86"/>
              <a:gd name="T40" fmla="*/ 16 w 42"/>
              <a:gd name="T41" fmla="*/ 0 h 86"/>
              <a:gd name="T42" fmla="*/ 0 w 42"/>
              <a:gd name="T43" fmla="*/ 16 h 86"/>
              <a:gd name="T44" fmla="*/ 0 w 42"/>
              <a:gd name="T45" fmla="*/ 65 h 86"/>
              <a:gd name="T46" fmla="*/ 21 w 42"/>
              <a:gd name="T47" fmla="*/ 86 h 86"/>
              <a:gd name="T48" fmla="*/ 42 w 42"/>
              <a:gd name="T49" fmla="*/ 65 h 86"/>
              <a:gd name="T50" fmla="*/ 42 w 42"/>
              <a:gd name="T51" fmla="*/ 65 h 86"/>
              <a:gd name="T52" fmla="*/ 42 w 42"/>
              <a:gd name="T53" fmla="*/ 27 h 86"/>
              <a:gd name="T54" fmla="*/ 38 w 42"/>
              <a:gd name="T55" fmla="*/ 2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 h="86">
                <a:moveTo>
                  <a:pt x="38" y="23"/>
                </a:moveTo>
                <a:cubicBezTo>
                  <a:pt x="36" y="23"/>
                  <a:pt x="35" y="25"/>
                  <a:pt x="35" y="27"/>
                </a:cubicBezTo>
                <a:cubicBezTo>
                  <a:pt x="35" y="65"/>
                  <a:pt x="35" y="65"/>
                  <a:pt x="35" y="65"/>
                </a:cubicBezTo>
                <a:cubicBezTo>
                  <a:pt x="35" y="73"/>
                  <a:pt x="29" y="79"/>
                  <a:pt x="21" y="79"/>
                </a:cubicBezTo>
                <a:cubicBezTo>
                  <a:pt x="13" y="79"/>
                  <a:pt x="7" y="73"/>
                  <a:pt x="7" y="65"/>
                </a:cubicBezTo>
                <a:cubicBezTo>
                  <a:pt x="7" y="16"/>
                  <a:pt x="7" y="16"/>
                  <a:pt x="7" y="16"/>
                </a:cubicBezTo>
                <a:cubicBezTo>
                  <a:pt x="7" y="11"/>
                  <a:pt x="11" y="7"/>
                  <a:pt x="16" y="7"/>
                </a:cubicBezTo>
                <a:cubicBezTo>
                  <a:pt x="21" y="7"/>
                  <a:pt x="25" y="11"/>
                  <a:pt x="25" y="16"/>
                </a:cubicBezTo>
                <a:cubicBezTo>
                  <a:pt x="25" y="16"/>
                  <a:pt x="25" y="16"/>
                  <a:pt x="25" y="16"/>
                </a:cubicBezTo>
                <a:cubicBezTo>
                  <a:pt x="25" y="54"/>
                  <a:pt x="25" y="54"/>
                  <a:pt x="25" y="54"/>
                </a:cubicBezTo>
                <a:cubicBezTo>
                  <a:pt x="25" y="56"/>
                  <a:pt x="23" y="58"/>
                  <a:pt x="22" y="58"/>
                </a:cubicBezTo>
                <a:cubicBezTo>
                  <a:pt x="20" y="58"/>
                  <a:pt x="18" y="56"/>
                  <a:pt x="18" y="54"/>
                </a:cubicBezTo>
                <a:cubicBezTo>
                  <a:pt x="18" y="25"/>
                  <a:pt x="18" y="25"/>
                  <a:pt x="18" y="25"/>
                </a:cubicBezTo>
                <a:cubicBezTo>
                  <a:pt x="18" y="23"/>
                  <a:pt x="16" y="22"/>
                  <a:pt x="14" y="22"/>
                </a:cubicBezTo>
                <a:cubicBezTo>
                  <a:pt x="12" y="22"/>
                  <a:pt x="11" y="23"/>
                  <a:pt x="11" y="25"/>
                </a:cubicBezTo>
                <a:cubicBezTo>
                  <a:pt x="11" y="54"/>
                  <a:pt x="11" y="54"/>
                  <a:pt x="11" y="54"/>
                </a:cubicBezTo>
                <a:cubicBezTo>
                  <a:pt x="11" y="60"/>
                  <a:pt x="16" y="65"/>
                  <a:pt x="22" y="65"/>
                </a:cubicBezTo>
                <a:cubicBezTo>
                  <a:pt x="27" y="65"/>
                  <a:pt x="32" y="60"/>
                  <a:pt x="32" y="54"/>
                </a:cubicBezTo>
                <a:cubicBezTo>
                  <a:pt x="32" y="16"/>
                  <a:pt x="32" y="16"/>
                  <a:pt x="32" y="16"/>
                </a:cubicBezTo>
                <a:cubicBezTo>
                  <a:pt x="32" y="16"/>
                  <a:pt x="32" y="16"/>
                  <a:pt x="32" y="16"/>
                </a:cubicBezTo>
                <a:cubicBezTo>
                  <a:pt x="32" y="7"/>
                  <a:pt x="25" y="0"/>
                  <a:pt x="16" y="0"/>
                </a:cubicBezTo>
                <a:cubicBezTo>
                  <a:pt x="7" y="0"/>
                  <a:pt x="0" y="7"/>
                  <a:pt x="0" y="16"/>
                </a:cubicBezTo>
                <a:cubicBezTo>
                  <a:pt x="0" y="65"/>
                  <a:pt x="0" y="65"/>
                  <a:pt x="0" y="65"/>
                </a:cubicBezTo>
                <a:cubicBezTo>
                  <a:pt x="0" y="77"/>
                  <a:pt x="10" y="86"/>
                  <a:pt x="21" y="86"/>
                </a:cubicBezTo>
                <a:cubicBezTo>
                  <a:pt x="33" y="86"/>
                  <a:pt x="42" y="77"/>
                  <a:pt x="42" y="65"/>
                </a:cubicBezTo>
                <a:cubicBezTo>
                  <a:pt x="42" y="65"/>
                  <a:pt x="42" y="65"/>
                  <a:pt x="42" y="65"/>
                </a:cubicBezTo>
                <a:cubicBezTo>
                  <a:pt x="42" y="27"/>
                  <a:pt x="42" y="27"/>
                  <a:pt x="42" y="27"/>
                </a:cubicBezTo>
                <a:cubicBezTo>
                  <a:pt x="42" y="25"/>
                  <a:pt x="40" y="23"/>
                  <a:pt x="38" y="23"/>
                </a:cubicBezTo>
              </a:path>
            </a:pathLst>
          </a:custGeom>
          <a:solidFill>
            <a:schemeClr val="accent2"/>
          </a:solidFill>
          <a:ln>
            <a:noFill/>
          </a:ln>
        </p:spPr>
        <p:txBody>
          <a:bodyPr vert="horz" wrap="square" lIns="83400" tIns="41699" rIns="83400" bIns="41699" numCol="1" anchor="t" anchorCtr="0" compatLnSpc="1">
            <a:prstTxWarp prst="textNoShape">
              <a:avLst/>
            </a:prstTxWarp>
          </a:bodyPr>
          <a:lstStyle/>
          <a:p>
            <a:pPr lvl="0" defTabSz="1235167"/>
            <a:endParaRPr lang="en-US" sz="1621">
              <a:solidFill>
                <a:srgbClr val="292929"/>
              </a:solidFill>
            </a:endParaRPr>
          </a:p>
        </p:txBody>
      </p:sp>
    </p:spTree>
    <p:extLst>
      <p:ext uri="{BB962C8B-B14F-4D97-AF65-F5344CB8AC3E}">
        <p14:creationId xmlns:p14="http://schemas.microsoft.com/office/powerpoint/2010/main" val="3251820380"/>
      </p:ext>
    </p:extLst>
  </p:cSld>
  <p:clrMapOvr>
    <a:masterClrMapping/>
  </p:clrMapOvr>
  <p:transition>
    <p:fade/>
  </p:transition>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1_Demo, Video etc. &quot;special&quot; slides">
    <p:bg>
      <p:bgPr>
        <a:solidFill>
          <a:schemeClr val="accent1">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1">
                    <a:lumMod val="40000"/>
                    <a:lumOff val="60000"/>
                    <a:alpha val="99000"/>
                  </a:schemeClr>
                </a:solidFill>
                <a:effectLst/>
                <a:uLnTx/>
                <a:uFillTx/>
                <a:latin typeface="Segoe UI Light" pitchFamily="34" charset="0"/>
                <a:ea typeface="+mn-ea"/>
                <a:cs typeface="+mn-cs"/>
              </a:defRPr>
            </a:lvl1pPr>
          </a:lstStyle>
          <a:p>
            <a:pPr lvl="0"/>
            <a:r>
              <a:rPr lang="en-US"/>
              <a:t>click to…</a:t>
            </a:r>
          </a:p>
        </p:txBody>
      </p:sp>
      <p:grpSp>
        <p:nvGrpSpPr>
          <p:cNvPr id="9" name="Group 8"/>
          <p:cNvGrpSpPr/>
          <p:nvPr userDrawn="1"/>
        </p:nvGrpSpPr>
        <p:grpSpPr>
          <a:xfrm>
            <a:off x="7870104" y="2164729"/>
            <a:ext cx="3570223" cy="2142442"/>
            <a:chOff x="1411369" y="3975421"/>
            <a:chExt cx="1714604" cy="1035908"/>
          </a:xfrm>
        </p:grpSpPr>
        <p:sp>
          <p:nvSpPr>
            <p:cNvPr id="12" name="Freeform 6"/>
            <p:cNvSpPr>
              <a:spLocks/>
            </p:cNvSpPr>
            <p:nvPr userDrawn="1"/>
          </p:nvSpPr>
          <p:spPr bwMode="auto">
            <a:xfrm>
              <a:off x="1900471" y="3975421"/>
              <a:ext cx="1225502" cy="656717"/>
            </a:xfrm>
            <a:custGeom>
              <a:avLst/>
              <a:gdLst>
                <a:gd name="T0" fmla="*/ 138 w 189"/>
                <a:gd name="T1" fmla="*/ 0 h 101"/>
                <a:gd name="T2" fmla="*/ 94 w 189"/>
                <a:gd name="T3" fmla="*/ 26 h 101"/>
                <a:gd name="T4" fmla="*/ 75 w 189"/>
                <a:gd name="T5" fmla="*/ 21 h 101"/>
                <a:gd name="T6" fmla="*/ 40 w 189"/>
                <a:gd name="T7" fmla="*/ 42 h 101"/>
                <a:gd name="T8" fmla="*/ 29 w 189"/>
                <a:gd name="T9" fmla="*/ 40 h 101"/>
                <a:gd name="T10" fmla="*/ 0 w 189"/>
                <a:gd name="T11" fmla="*/ 64 h 101"/>
                <a:gd name="T12" fmla="*/ 11 w 189"/>
                <a:gd name="T13" fmla="*/ 62 h 101"/>
                <a:gd name="T14" fmla="*/ 30 w 189"/>
                <a:gd name="T15" fmla="*/ 66 h 101"/>
                <a:gd name="T16" fmla="*/ 82 w 189"/>
                <a:gd name="T17" fmla="*/ 39 h 101"/>
                <a:gd name="T18" fmla="*/ 145 w 189"/>
                <a:gd name="T19" fmla="*/ 101 h 101"/>
                <a:gd name="T20" fmla="*/ 189 w 189"/>
                <a:gd name="T21" fmla="*/ 51 h 101"/>
                <a:gd name="T22" fmla="*/ 138 w 189"/>
                <a:gd name="T23" fmla="*/ 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9" h="101">
                  <a:moveTo>
                    <a:pt x="138" y="0"/>
                  </a:moveTo>
                  <a:cubicBezTo>
                    <a:pt x="119" y="0"/>
                    <a:pt x="103" y="10"/>
                    <a:pt x="94" y="26"/>
                  </a:cubicBezTo>
                  <a:cubicBezTo>
                    <a:pt x="89" y="23"/>
                    <a:pt x="82" y="21"/>
                    <a:pt x="75" y="21"/>
                  </a:cubicBezTo>
                  <a:cubicBezTo>
                    <a:pt x="60" y="21"/>
                    <a:pt x="46" y="30"/>
                    <a:pt x="40" y="42"/>
                  </a:cubicBezTo>
                  <a:cubicBezTo>
                    <a:pt x="36" y="41"/>
                    <a:pt x="33" y="40"/>
                    <a:pt x="29" y="40"/>
                  </a:cubicBezTo>
                  <a:cubicBezTo>
                    <a:pt x="15" y="40"/>
                    <a:pt x="3" y="50"/>
                    <a:pt x="0" y="64"/>
                  </a:cubicBezTo>
                  <a:cubicBezTo>
                    <a:pt x="3" y="63"/>
                    <a:pt x="7" y="62"/>
                    <a:pt x="11" y="62"/>
                  </a:cubicBezTo>
                  <a:cubicBezTo>
                    <a:pt x="17" y="62"/>
                    <a:pt x="24" y="64"/>
                    <a:pt x="30" y="66"/>
                  </a:cubicBezTo>
                  <a:cubicBezTo>
                    <a:pt x="42" y="49"/>
                    <a:pt x="61" y="39"/>
                    <a:pt x="82" y="39"/>
                  </a:cubicBezTo>
                  <a:cubicBezTo>
                    <a:pt x="117" y="39"/>
                    <a:pt x="145" y="67"/>
                    <a:pt x="145" y="101"/>
                  </a:cubicBezTo>
                  <a:cubicBezTo>
                    <a:pt x="170" y="98"/>
                    <a:pt x="189" y="77"/>
                    <a:pt x="189" y="51"/>
                  </a:cubicBezTo>
                  <a:cubicBezTo>
                    <a:pt x="189" y="22"/>
                    <a:pt x="167" y="0"/>
                    <a:pt x="138" y="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824"/>
            </a:p>
          </p:txBody>
        </p:sp>
        <p:sp>
          <p:nvSpPr>
            <p:cNvPr id="15" name="Freeform 7"/>
            <p:cNvSpPr>
              <a:spLocks/>
            </p:cNvSpPr>
            <p:nvPr userDrawn="1"/>
          </p:nvSpPr>
          <p:spPr bwMode="auto">
            <a:xfrm>
              <a:off x="1411369" y="4269433"/>
              <a:ext cx="1390368" cy="741896"/>
            </a:xfrm>
            <a:custGeom>
              <a:avLst/>
              <a:gdLst>
                <a:gd name="T0" fmla="*/ 157 w 214"/>
                <a:gd name="T1" fmla="*/ 0 h 114"/>
                <a:gd name="T2" fmla="*/ 107 w 214"/>
                <a:gd name="T3" fmla="*/ 29 h 114"/>
                <a:gd name="T4" fmla="*/ 86 w 214"/>
                <a:gd name="T5" fmla="*/ 23 h 114"/>
                <a:gd name="T6" fmla="*/ 46 w 214"/>
                <a:gd name="T7" fmla="*/ 48 h 114"/>
                <a:gd name="T8" fmla="*/ 34 w 214"/>
                <a:gd name="T9" fmla="*/ 45 h 114"/>
                <a:gd name="T10" fmla="*/ 0 w 214"/>
                <a:gd name="T11" fmla="*/ 80 h 114"/>
                <a:gd name="T12" fmla="*/ 34 w 214"/>
                <a:gd name="T13" fmla="*/ 114 h 114"/>
                <a:gd name="T14" fmla="*/ 86 w 214"/>
                <a:gd name="T15" fmla="*/ 114 h 114"/>
                <a:gd name="T16" fmla="*/ 157 w 214"/>
                <a:gd name="T17" fmla="*/ 114 h 114"/>
                <a:gd name="T18" fmla="*/ 214 w 214"/>
                <a:gd name="T19" fmla="*/ 57 h 114"/>
                <a:gd name="T20" fmla="*/ 157 w 214"/>
                <a:gd name="T21"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14" h="114">
                  <a:moveTo>
                    <a:pt x="157" y="0"/>
                  </a:moveTo>
                  <a:cubicBezTo>
                    <a:pt x="136" y="0"/>
                    <a:pt x="117" y="11"/>
                    <a:pt x="107" y="29"/>
                  </a:cubicBezTo>
                  <a:cubicBezTo>
                    <a:pt x="101" y="25"/>
                    <a:pt x="94" y="23"/>
                    <a:pt x="86" y="23"/>
                  </a:cubicBezTo>
                  <a:cubicBezTo>
                    <a:pt x="69" y="23"/>
                    <a:pt x="54" y="33"/>
                    <a:pt x="46" y="48"/>
                  </a:cubicBezTo>
                  <a:cubicBezTo>
                    <a:pt x="42" y="46"/>
                    <a:pt x="38" y="45"/>
                    <a:pt x="34" y="45"/>
                  </a:cubicBezTo>
                  <a:cubicBezTo>
                    <a:pt x="15" y="45"/>
                    <a:pt x="0" y="61"/>
                    <a:pt x="0" y="80"/>
                  </a:cubicBezTo>
                  <a:cubicBezTo>
                    <a:pt x="0" y="99"/>
                    <a:pt x="15" y="114"/>
                    <a:pt x="34" y="114"/>
                  </a:cubicBezTo>
                  <a:cubicBezTo>
                    <a:pt x="86" y="114"/>
                    <a:pt x="86" y="114"/>
                    <a:pt x="86" y="114"/>
                  </a:cubicBezTo>
                  <a:cubicBezTo>
                    <a:pt x="157" y="114"/>
                    <a:pt x="157" y="114"/>
                    <a:pt x="157" y="114"/>
                  </a:cubicBezTo>
                  <a:cubicBezTo>
                    <a:pt x="189" y="114"/>
                    <a:pt x="214" y="89"/>
                    <a:pt x="214" y="57"/>
                  </a:cubicBezTo>
                  <a:cubicBezTo>
                    <a:pt x="214" y="25"/>
                    <a:pt x="189" y="0"/>
                    <a:pt x="157" y="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824"/>
            </a:p>
          </p:txBody>
        </p:sp>
      </p:grpSp>
    </p:spTree>
    <p:extLst>
      <p:ext uri="{BB962C8B-B14F-4D97-AF65-F5344CB8AC3E}">
        <p14:creationId xmlns:p14="http://schemas.microsoft.com/office/powerpoint/2010/main" val="2242663736"/>
      </p:ext>
    </p:extLst>
  </p:cSld>
  <p:clrMapOvr>
    <a:masterClrMapping/>
  </p:clrMapOvr>
  <p:transition>
    <p:fade/>
  </p:transition>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_Demo, Video etc. &quot;special&quot; slides">
    <p:bg>
      <p:bgPr>
        <a:solidFill>
          <a:srgbClr val="8CC600">
            <a:alpha val="99000"/>
          </a:srgb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4">
                    <a:lumMod val="40000"/>
                    <a:lumOff val="60000"/>
                    <a:alpha val="99000"/>
                  </a:schemeClr>
                </a:solidFill>
                <a:effectLst/>
                <a:uLnTx/>
                <a:uFillTx/>
                <a:latin typeface="Segoe UI Light" pitchFamily="34" charset="0"/>
                <a:ea typeface="+mn-ea"/>
                <a:cs typeface="+mn-cs"/>
              </a:defRPr>
            </a:lvl1pPr>
          </a:lstStyle>
          <a:p>
            <a:pPr lvl="0"/>
            <a:r>
              <a:rPr lang="en-US"/>
              <a:t>click to…</a:t>
            </a:r>
          </a:p>
        </p:txBody>
      </p:sp>
      <p:sp>
        <p:nvSpPr>
          <p:cNvPr id="8" name="Freeform 6"/>
          <p:cNvSpPr>
            <a:spLocks noEditPoints="1"/>
          </p:cNvSpPr>
          <p:nvPr userDrawn="1"/>
        </p:nvSpPr>
        <p:spPr bwMode="auto">
          <a:xfrm>
            <a:off x="8460431" y="2035055"/>
            <a:ext cx="2315180" cy="2198740"/>
          </a:xfrm>
          <a:custGeom>
            <a:avLst/>
            <a:gdLst>
              <a:gd name="T0" fmla="*/ 150 w 154"/>
              <a:gd name="T1" fmla="*/ 40 h 148"/>
              <a:gd name="T2" fmla="*/ 91 w 154"/>
              <a:gd name="T3" fmla="*/ 40 h 148"/>
              <a:gd name="T4" fmla="*/ 124 w 154"/>
              <a:gd name="T5" fmla="*/ 3 h 148"/>
              <a:gd name="T6" fmla="*/ 120 w 154"/>
              <a:gd name="T7" fmla="*/ 0 h 148"/>
              <a:gd name="T8" fmla="*/ 77 w 154"/>
              <a:gd name="T9" fmla="*/ 39 h 148"/>
              <a:gd name="T10" fmla="*/ 36 w 154"/>
              <a:gd name="T11" fmla="*/ 0 h 148"/>
              <a:gd name="T12" fmla="*/ 32 w 154"/>
              <a:gd name="T13" fmla="*/ 3 h 148"/>
              <a:gd name="T14" fmla="*/ 66 w 154"/>
              <a:gd name="T15" fmla="*/ 40 h 148"/>
              <a:gd name="T16" fmla="*/ 4 w 154"/>
              <a:gd name="T17" fmla="*/ 40 h 148"/>
              <a:gd name="T18" fmla="*/ 0 w 154"/>
              <a:gd name="T19" fmla="*/ 44 h 148"/>
              <a:gd name="T20" fmla="*/ 0 w 154"/>
              <a:gd name="T21" fmla="*/ 144 h 148"/>
              <a:gd name="T22" fmla="*/ 4 w 154"/>
              <a:gd name="T23" fmla="*/ 148 h 148"/>
              <a:gd name="T24" fmla="*/ 150 w 154"/>
              <a:gd name="T25" fmla="*/ 148 h 148"/>
              <a:gd name="T26" fmla="*/ 154 w 154"/>
              <a:gd name="T27" fmla="*/ 144 h 148"/>
              <a:gd name="T28" fmla="*/ 154 w 154"/>
              <a:gd name="T29" fmla="*/ 44 h 148"/>
              <a:gd name="T30" fmla="*/ 150 w 154"/>
              <a:gd name="T31" fmla="*/ 40 h 148"/>
              <a:gd name="T32" fmla="*/ 145 w 154"/>
              <a:gd name="T33" fmla="*/ 135 h 148"/>
              <a:gd name="T34" fmla="*/ 141 w 154"/>
              <a:gd name="T35" fmla="*/ 139 h 148"/>
              <a:gd name="T36" fmla="*/ 13 w 154"/>
              <a:gd name="T37" fmla="*/ 139 h 148"/>
              <a:gd name="T38" fmla="*/ 9 w 154"/>
              <a:gd name="T39" fmla="*/ 135 h 148"/>
              <a:gd name="T40" fmla="*/ 9 w 154"/>
              <a:gd name="T41" fmla="*/ 52 h 148"/>
              <a:gd name="T42" fmla="*/ 13 w 154"/>
              <a:gd name="T43" fmla="*/ 48 h 148"/>
              <a:gd name="T44" fmla="*/ 141 w 154"/>
              <a:gd name="T45" fmla="*/ 48 h 148"/>
              <a:gd name="T46" fmla="*/ 145 w 154"/>
              <a:gd name="T47" fmla="*/ 52 h 148"/>
              <a:gd name="T48" fmla="*/ 145 w 154"/>
              <a:gd name="T49" fmla="*/ 135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54" h="148">
                <a:moveTo>
                  <a:pt x="150" y="40"/>
                </a:moveTo>
                <a:cubicBezTo>
                  <a:pt x="91" y="40"/>
                  <a:pt x="91" y="40"/>
                  <a:pt x="91" y="40"/>
                </a:cubicBezTo>
                <a:cubicBezTo>
                  <a:pt x="124" y="3"/>
                  <a:pt x="124" y="3"/>
                  <a:pt x="124" y="3"/>
                </a:cubicBezTo>
                <a:cubicBezTo>
                  <a:pt x="120" y="0"/>
                  <a:pt x="120" y="0"/>
                  <a:pt x="120" y="0"/>
                </a:cubicBezTo>
                <a:cubicBezTo>
                  <a:pt x="77" y="39"/>
                  <a:pt x="77" y="39"/>
                  <a:pt x="77" y="39"/>
                </a:cubicBezTo>
                <a:cubicBezTo>
                  <a:pt x="36" y="0"/>
                  <a:pt x="36" y="0"/>
                  <a:pt x="36" y="0"/>
                </a:cubicBezTo>
                <a:cubicBezTo>
                  <a:pt x="32" y="3"/>
                  <a:pt x="32" y="3"/>
                  <a:pt x="32" y="3"/>
                </a:cubicBezTo>
                <a:cubicBezTo>
                  <a:pt x="66" y="40"/>
                  <a:pt x="66" y="40"/>
                  <a:pt x="66" y="40"/>
                </a:cubicBezTo>
                <a:cubicBezTo>
                  <a:pt x="4" y="40"/>
                  <a:pt x="4" y="40"/>
                  <a:pt x="4" y="40"/>
                </a:cubicBezTo>
                <a:cubicBezTo>
                  <a:pt x="2" y="40"/>
                  <a:pt x="0" y="42"/>
                  <a:pt x="0" y="44"/>
                </a:cubicBezTo>
                <a:cubicBezTo>
                  <a:pt x="0" y="144"/>
                  <a:pt x="0" y="144"/>
                  <a:pt x="0" y="144"/>
                </a:cubicBezTo>
                <a:cubicBezTo>
                  <a:pt x="0" y="146"/>
                  <a:pt x="2" y="148"/>
                  <a:pt x="4" y="148"/>
                </a:cubicBezTo>
                <a:cubicBezTo>
                  <a:pt x="150" y="148"/>
                  <a:pt x="150" y="148"/>
                  <a:pt x="150" y="148"/>
                </a:cubicBezTo>
                <a:cubicBezTo>
                  <a:pt x="152" y="148"/>
                  <a:pt x="154" y="146"/>
                  <a:pt x="154" y="144"/>
                </a:cubicBezTo>
                <a:cubicBezTo>
                  <a:pt x="154" y="44"/>
                  <a:pt x="154" y="44"/>
                  <a:pt x="154" y="44"/>
                </a:cubicBezTo>
                <a:cubicBezTo>
                  <a:pt x="154" y="42"/>
                  <a:pt x="152" y="40"/>
                  <a:pt x="150" y="40"/>
                </a:cubicBezTo>
                <a:close/>
                <a:moveTo>
                  <a:pt x="145" y="135"/>
                </a:moveTo>
                <a:cubicBezTo>
                  <a:pt x="145" y="137"/>
                  <a:pt x="143" y="139"/>
                  <a:pt x="141" y="139"/>
                </a:cubicBezTo>
                <a:cubicBezTo>
                  <a:pt x="13" y="139"/>
                  <a:pt x="13" y="139"/>
                  <a:pt x="13" y="139"/>
                </a:cubicBezTo>
                <a:cubicBezTo>
                  <a:pt x="11" y="139"/>
                  <a:pt x="9" y="137"/>
                  <a:pt x="9" y="135"/>
                </a:cubicBezTo>
                <a:cubicBezTo>
                  <a:pt x="9" y="52"/>
                  <a:pt x="9" y="52"/>
                  <a:pt x="9" y="52"/>
                </a:cubicBezTo>
                <a:cubicBezTo>
                  <a:pt x="9" y="50"/>
                  <a:pt x="11" y="48"/>
                  <a:pt x="13" y="48"/>
                </a:cubicBezTo>
                <a:cubicBezTo>
                  <a:pt x="141" y="48"/>
                  <a:pt x="141" y="48"/>
                  <a:pt x="141" y="48"/>
                </a:cubicBezTo>
                <a:cubicBezTo>
                  <a:pt x="143" y="48"/>
                  <a:pt x="145" y="50"/>
                  <a:pt x="145" y="52"/>
                </a:cubicBezTo>
                <a:lnTo>
                  <a:pt x="145" y="13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2656" tIns="46329" rIns="92656" bIns="46329" numCol="1" anchor="t" anchorCtr="0" compatLnSpc="1">
            <a:prstTxWarp prst="textNoShape">
              <a:avLst/>
            </a:prstTxWarp>
          </a:bodyPr>
          <a:lstStyle/>
          <a:p>
            <a:endParaRPr lang="en-US" sz="1824"/>
          </a:p>
        </p:txBody>
      </p:sp>
    </p:spTree>
    <p:extLst>
      <p:ext uri="{BB962C8B-B14F-4D97-AF65-F5344CB8AC3E}">
        <p14:creationId xmlns:p14="http://schemas.microsoft.com/office/powerpoint/2010/main" val="1954387628"/>
      </p:ext>
    </p:extLst>
  </p:cSld>
  <p:clrMapOvr>
    <a:masterClrMapping/>
  </p:clrMapOvr>
  <p:transition>
    <p:fade/>
  </p:transition>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3_Demo, Video etc. &quot;special&quot; slides">
    <p:bg>
      <p:bgPr>
        <a:solidFill>
          <a:schemeClr val="accent2">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2">
                    <a:lumMod val="40000"/>
                    <a:lumOff val="60000"/>
                    <a:alpha val="99000"/>
                  </a:schemeClr>
                </a:solidFill>
                <a:effectLst/>
                <a:uLnTx/>
                <a:uFillTx/>
                <a:latin typeface="Segoe UI Light" pitchFamily="34" charset="0"/>
                <a:ea typeface="+mn-ea"/>
                <a:cs typeface="+mn-cs"/>
              </a:defRPr>
            </a:lvl1pPr>
          </a:lstStyle>
          <a:p>
            <a:pPr lvl="0"/>
            <a:r>
              <a:rPr lang="en-US"/>
              <a:t>click to…</a:t>
            </a:r>
          </a:p>
        </p:txBody>
      </p:sp>
      <p:grpSp>
        <p:nvGrpSpPr>
          <p:cNvPr id="8" name="Group 7"/>
          <p:cNvGrpSpPr/>
          <p:nvPr userDrawn="1"/>
        </p:nvGrpSpPr>
        <p:grpSpPr bwMode="black">
          <a:xfrm>
            <a:off x="8065176" y="2273049"/>
            <a:ext cx="3241462" cy="1960597"/>
            <a:chOff x="10387012" y="4179358"/>
            <a:chExt cx="974726" cy="593725"/>
          </a:xfrm>
          <a:solidFill>
            <a:srgbClr val="FFFFFF"/>
          </a:solidFill>
        </p:grpSpPr>
        <p:sp>
          <p:nvSpPr>
            <p:cNvPr id="9" name="Freeform 26"/>
            <p:cNvSpPr>
              <a:spLocks/>
            </p:cNvSpPr>
            <p:nvPr/>
          </p:nvSpPr>
          <p:spPr bwMode="black">
            <a:xfrm>
              <a:off x="10506075" y="4258733"/>
              <a:ext cx="706438" cy="514350"/>
            </a:xfrm>
            <a:custGeom>
              <a:avLst/>
              <a:gdLst>
                <a:gd name="T0" fmla="*/ 183 w 188"/>
                <a:gd name="T1" fmla="*/ 84 h 137"/>
                <a:gd name="T2" fmla="*/ 104 w 188"/>
                <a:gd name="T3" fmla="*/ 27 h 137"/>
                <a:gd name="T4" fmla="*/ 86 w 188"/>
                <a:gd name="T5" fmla="*/ 19 h 137"/>
                <a:gd name="T6" fmla="*/ 59 w 188"/>
                <a:gd name="T7" fmla="*/ 34 h 137"/>
                <a:gd name="T8" fmla="*/ 56 w 188"/>
                <a:gd name="T9" fmla="*/ 36 h 137"/>
                <a:gd name="T10" fmla="*/ 43 w 188"/>
                <a:gd name="T11" fmla="*/ 38 h 137"/>
                <a:gd name="T12" fmla="*/ 43 w 188"/>
                <a:gd name="T13" fmla="*/ 38 h 137"/>
                <a:gd name="T14" fmla="*/ 26 w 188"/>
                <a:gd name="T15" fmla="*/ 27 h 137"/>
                <a:gd name="T16" fmla="*/ 24 w 188"/>
                <a:gd name="T17" fmla="*/ 14 h 137"/>
                <a:gd name="T18" fmla="*/ 31 w 188"/>
                <a:gd name="T19" fmla="*/ 0 h 137"/>
                <a:gd name="T20" fmla="*/ 21 w 188"/>
                <a:gd name="T21" fmla="*/ 0 h 137"/>
                <a:gd name="T22" fmla="*/ 1 w 188"/>
                <a:gd name="T23" fmla="*/ 79 h 137"/>
                <a:gd name="T24" fmla="*/ 4 w 188"/>
                <a:gd name="T25" fmla="*/ 80 h 137"/>
                <a:gd name="T26" fmla="*/ 16 w 188"/>
                <a:gd name="T27" fmla="*/ 70 h 137"/>
                <a:gd name="T28" fmla="*/ 22 w 188"/>
                <a:gd name="T29" fmla="*/ 70 h 137"/>
                <a:gd name="T30" fmla="*/ 32 w 188"/>
                <a:gd name="T31" fmla="*/ 74 h 137"/>
                <a:gd name="T32" fmla="*/ 43 w 188"/>
                <a:gd name="T33" fmla="*/ 72 h 137"/>
                <a:gd name="T34" fmla="*/ 44 w 188"/>
                <a:gd name="T35" fmla="*/ 72 h 137"/>
                <a:gd name="T36" fmla="*/ 53 w 188"/>
                <a:gd name="T37" fmla="*/ 76 h 137"/>
                <a:gd name="T38" fmla="*/ 65 w 188"/>
                <a:gd name="T39" fmla="*/ 74 h 137"/>
                <a:gd name="T40" fmla="*/ 67 w 188"/>
                <a:gd name="T41" fmla="*/ 74 h 137"/>
                <a:gd name="T42" fmla="*/ 80 w 188"/>
                <a:gd name="T43" fmla="*/ 88 h 137"/>
                <a:gd name="T44" fmla="*/ 83 w 188"/>
                <a:gd name="T45" fmla="*/ 88 h 137"/>
                <a:gd name="T46" fmla="*/ 85 w 188"/>
                <a:gd name="T47" fmla="*/ 89 h 137"/>
                <a:gd name="T48" fmla="*/ 99 w 188"/>
                <a:gd name="T49" fmla="*/ 108 h 137"/>
                <a:gd name="T50" fmla="*/ 99 w 188"/>
                <a:gd name="T51" fmla="*/ 110 h 137"/>
                <a:gd name="T52" fmla="*/ 96 w 188"/>
                <a:gd name="T53" fmla="*/ 124 h 137"/>
                <a:gd name="T54" fmla="*/ 114 w 188"/>
                <a:gd name="T55" fmla="*/ 137 h 137"/>
                <a:gd name="T56" fmla="*/ 123 w 188"/>
                <a:gd name="T57" fmla="*/ 132 h 137"/>
                <a:gd name="T58" fmla="*/ 124 w 188"/>
                <a:gd name="T59" fmla="*/ 124 h 137"/>
                <a:gd name="T60" fmla="*/ 108 w 188"/>
                <a:gd name="T61" fmla="*/ 112 h 137"/>
                <a:gd name="T62" fmla="*/ 107 w 188"/>
                <a:gd name="T63" fmla="*/ 109 h 137"/>
                <a:gd name="T64" fmla="*/ 110 w 188"/>
                <a:gd name="T65" fmla="*/ 109 h 137"/>
                <a:gd name="T66" fmla="*/ 136 w 188"/>
                <a:gd name="T67" fmla="*/ 127 h 137"/>
                <a:gd name="T68" fmla="*/ 145 w 188"/>
                <a:gd name="T69" fmla="*/ 123 h 137"/>
                <a:gd name="T70" fmla="*/ 147 w 188"/>
                <a:gd name="T71" fmla="*/ 114 h 137"/>
                <a:gd name="T72" fmla="*/ 117 w 188"/>
                <a:gd name="T73" fmla="*/ 93 h 137"/>
                <a:gd name="T74" fmla="*/ 117 w 188"/>
                <a:gd name="T75" fmla="*/ 90 h 137"/>
                <a:gd name="T76" fmla="*/ 120 w 188"/>
                <a:gd name="T77" fmla="*/ 89 h 137"/>
                <a:gd name="T78" fmla="*/ 156 w 188"/>
                <a:gd name="T79" fmla="*/ 116 h 137"/>
                <a:gd name="T80" fmla="*/ 165 w 188"/>
                <a:gd name="T81" fmla="*/ 111 h 137"/>
                <a:gd name="T82" fmla="*/ 167 w 188"/>
                <a:gd name="T83" fmla="*/ 102 h 137"/>
                <a:gd name="T84" fmla="*/ 137 w 188"/>
                <a:gd name="T85" fmla="*/ 81 h 137"/>
                <a:gd name="T86" fmla="*/ 136 w 188"/>
                <a:gd name="T87" fmla="*/ 78 h 137"/>
                <a:gd name="T88" fmla="*/ 139 w 188"/>
                <a:gd name="T89" fmla="*/ 77 h 137"/>
                <a:gd name="T90" fmla="*/ 176 w 188"/>
                <a:gd name="T91" fmla="*/ 104 h 137"/>
                <a:gd name="T92" fmla="*/ 185 w 188"/>
                <a:gd name="T93" fmla="*/ 99 h 137"/>
                <a:gd name="T94" fmla="*/ 183 w 188"/>
                <a:gd name="T95" fmla="*/ 84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88" h="137">
                  <a:moveTo>
                    <a:pt x="183" y="84"/>
                  </a:moveTo>
                  <a:cubicBezTo>
                    <a:pt x="104" y="27"/>
                    <a:pt x="104" y="27"/>
                    <a:pt x="104" y="27"/>
                  </a:cubicBezTo>
                  <a:cubicBezTo>
                    <a:pt x="86" y="19"/>
                    <a:pt x="86" y="19"/>
                    <a:pt x="86" y="19"/>
                  </a:cubicBezTo>
                  <a:cubicBezTo>
                    <a:pt x="59" y="34"/>
                    <a:pt x="59" y="34"/>
                    <a:pt x="59" y="34"/>
                  </a:cubicBezTo>
                  <a:cubicBezTo>
                    <a:pt x="56" y="36"/>
                    <a:pt x="56" y="36"/>
                    <a:pt x="56" y="36"/>
                  </a:cubicBezTo>
                  <a:cubicBezTo>
                    <a:pt x="52" y="38"/>
                    <a:pt x="47" y="39"/>
                    <a:pt x="43" y="38"/>
                  </a:cubicBezTo>
                  <a:cubicBezTo>
                    <a:pt x="43" y="38"/>
                    <a:pt x="43" y="38"/>
                    <a:pt x="43" y="38"/>
                  </a:cubicBezTo>
                  <a:cubicBezTo>
                    <a:pt x="36" y="38"/>
                    <a:pt x="30" y="34"/>
                    <a:pt x="26" y="27"/>
                  </a:cubicBezTo>
                  <a:cubicBezTo>
                    <a:pt x="24" y="23"/>
                    <a:pt x="23" y="19"/>
                    <a:pt x="24" y="14"/>
                  </a:cubicBezTo>
                  <a:cubicBezTo>
                    <a:pt x="24" y="9"/>
                    <a:pt x="27" y="4"/>
                    <a:pt x="31" y="0"/>
                  </a:cubicBezTo>
                  <a:cubicBezTo>
                    <a:pt x="25" y="0"/>
                    <a:pt x="21" y="0"/>
                    <a:pt x="21" y="0"/>
                  </a:cubicBezTo>
                  <a:cubicBezTo>
                    <a:pt x="21" y="0"/>
                    <a:pt x="0" y="40"/>
                    <a:pt x="1" y="79"/>
                  </a:cubicBezTo>
                  <a:cubicBezTo>
                    <a:pt x="4" y="80"/>
                    <a:pt x="4" y="80"/>
                    <a:pt x="4" y="80"/>
                  </a:cubicBezTo>
                  <a:cubicBezTo>
                    <a:pt x="6" y="75"/>
                    <a:pt x="10" y="72"/>
                    <a:pt x="16" y="70"/>
                  </a:cubicBezTo>
                  <a:cubicBezTo>
                    <a:pt x="18" y="70"/>
                    <a:pt x="20" y="70"/>
                    <a:pt x="22" y="70"/>
                  </a:cubicBezTo>
                  <a:cubicBezTo>
                    <a:pt x="25" y="70"/>
                    <a:pt x="29" y="72"/>
                    <a:pt x="32" y="74"/>
                  </a:cubicBezTo>
                  <a:cubicBezTo>
                    <a:pt x="35" y="72"/>
                    <a:pt x="39" y="71"/>
                    <a:pt x="43" y="72"/>
                  </a:cubicBezTo>
                  <a:cubicBezTo>
                    <a:pt x="43" y="72"/>
                    <a:pt x="44" y="72"/>
                    <a:pt x="44" y="72"/>
                  </a:cubicBezTo>
                  <a:cubicBezTo>
                    <a:pt x="48" y="72"/>
                    <a:pt x="51" y="74"/>
                    <a:pt x="53" y="76"/>
                  </a:cubicBezTo>
                  <a:cubicBezTo>
                    <a:pt x="56" y="74"/>
                    <a:pt x="60" y="73"/>
                    <a:pt x="65" y="74"/>
                  </a:cubicBezTo>
                  <a:cubicBezTo>
                    <a:pt x="65" y="74"/>
                    <a:pt x="66" y="74"/>
                    <a:pt x="67" y="74"/>
                  </a:cubicBezTo>
                  <a:cubicBezTo>
                    <a:pt x="74" y="76"/>
                    <a:pt x="79" y="81"/>
                    <a:pt x="80" y="88"/>
                  </a:cubicBezTo>
                  <a:cubicBezTo>
                    <a:pt x="81" y="88"/>
                    <a:pt x="82" y="88"/>
                    <a:pt x="83" y="88"/>
                  </a:cubicBezTo>
                  <a:cubicBezTo>
                    <a:pt x="84" y="88"/>
                    <a:pt x="84" y="88"/>
                    <a:pt x="85" y="89"/>
                  </a:cubicBezTo>
                  <a:cubicBezTo>
                    <a:pt x="94" y="91"/>
                    <a:pt x="100" y="99"/>
                    <a:pt x="99" y="108"/>
                  </a:cubicBezTo>
                  <a:cubicBezTo>
                    <a:pt x="99" y="109"/>
                    <a:pt x="99" y="110"/>
                    <a:pt x="99" y="110"/>
                  </a:cubicBezTo>
                  <a:cubicBezTo>
                    <a:pt x="96" y="124"/>
                    <a:pt x="96" y="124"/>
                    <a:pt x="96" y="124"/>
                  </a:cubicBezTo>
                  <a:cubicBezTo>
                    <a:pt x="114" y="137"/>
                    <a:pt x="114" y="137"/>
                    <a:pt x="114" y="137"/>
                  </a:cubicBezTo>
                  <a:cubicBezTo>
                    <a:pt x="117" y="137"/>
                    <a:pt x="120" y="135"/>
                    <a:pt x="123" y="132"/>
                  </a:cubicBezTo>
                  <a:cubicBezTo>
                    <a:pt x="124" y="130"/>
                    <a:pt x="125" y="127"/>
                    <a:pt x="124" y="124"/>
                  </a:cubicBezTo>
                  <a:cubicBezTo>
                    <a:pt x="108" y="112"/>
                    <a:pt x="108" y="112"/>
                    <a:pt x="108" y="112"/>
                  </a:cubicBezTo>
                  <a:cubicBezTo>
                    <a:pt x="107" y="111"/>
                    <a:pt x="107" y="110"/>
                    <a:pt x="107" y="109"/>
                  </a:cubicBezTo>
                  <a:cubicBezTo>
                    <a:pt x="108" y="108"/>
                    <a:pt x="109" y="108"/>
                    <a:pt x="110" y="109"/>
                  </a:cubicBezTo>
                  <a:cubicBezTo>
                    <a:pt x="136" y="127"/>
                    <a:pt x="136" y="127"/>
                    <a:pt x="136" y="127"/>
                  </a:cubicBezTo>
                  <a:cubicBezTo>
                    <a:pt x="140" y="127"/>
                    <a:pt x="143" y="126"/>
                    <a:pt x="145" y="123"/>
                  </a:cubicBezTo>
                  <a:cubicBezTo>
                    <a:pt x="147" y="120"/>
                    <a:pt x="147" y="117"/>
                    <a:pt x="147" y="114"/>
                  </a:cubicBezTo>
                  <a:cubicBezTo>
                    <a:pt x="117" y="93"/>
                    <a:pt x="117" y="93"/>
                    <a:pt x="117" y="93"/>
                  </a:cubicBezTo>
                  <a:cubicBezTo>
                    <a:pt x="116" y="92"/>
                    <a:pt x="116" y="91"/>
                    <a:pt x="117" y="90"/>
                  </a:cubicBezTo>
                  <a:cubicBezTo>
                    <a:pt x="117" y="89"/>
                    <a:pt x="119" y="89"/>
                    <a:pt x="120" y="89"/>
                  </a:cubicBezTo>
                  <a:cubicBezTo>
                    <a:pt x="156" y="116"/>
                    <a:pt x="156" y="116"/>
                    <a:pt x="156" y="116"/>
                  </a:cubicBezTo>
                  <a:cubicBezTo>
                    <a:pt x="159" y="116"/>
                    <a:pt x="163" y="114"/>
                    <a:pt x="165" y="111"/>
                  </a:cubicBezTo>
                  <a:cubicBezTo>
                    <a:pt x="167" y="108"/>
                    <a:pt x="167" y="105"/>
                    <a:pt x="167" y="102"/>
                  </a:cubicBezTo>
                  <a:cubicBezTo>
                    <a:pt x="137" y="81"/>
                    <a:pt x="137" y="81"/>
                    <a:pt x="137" y="81"/>
                  </a:cubicBezTo>
                  <a:cubicBezTo>
                    <a:pt x="136" y="80"/>
                    <a:pt x="136" y="79"/>
                    <a:pt x="136" y="78"/>
                  </a:cubicBezTo>
                  <a:cubicBezTo>
                    <a:pt x="137" y="77"/>
                    <a:pt x="138" y="76"/>
                    <a:pt x="139" y="77"/>
                  </a:cubicBezTo>
                  <a:cubicBezTo>
                    <a:pt x="176" y="104"/>
                    <a:pt x="176" y="104"/>
                    <a:pt x="176" y="104"/>
                  </a:cubicBezTo>
                  <a:cubicBezTo>
                    <a:pt x="180" y="104"/>
                    <a:pt x="183" y="102"/>
                    <a:pt x="185" y="99"/>
                  </a:cubicBezTo>
                  <a:cubicBezTo>
                    <a:pt x="188" y="94"/>
                    <a:pt x="187" y="87"/>
                    <a:pt x="183" y="84"/>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2" name="Freeform 27"/>
            <p:cNvSpPr>
              <a:spLocks/>
            </p:cNvSpPr>
            <p:nvPr/>
          </p:nvSpPr>
          <p:spPr bwMode="black">
            <a:xfrm>
              <a:off x="10615612" y="4179358"/>
              <a:ext cx="657225" cy="376238"/>
            </a:xfrm>
            <a:custGeom>
              <a:avLst/>
              <a:gdLst>
                <a:gd name="T0" fmla="*/ 127 w 175"/>
                <a:gd name="T1" fmla="*/ 31 h 100"/>
                <a:gd name="T2" fmla="*/ 119 w 175"/>
                <a:gd name="T3" fmla="*/ 28 h 100"/>
                <a:gd name="T4" fmla="*/ 62 w 175"/>
                <a:gd name="T5" fmla="*/ 2 h 100"/>
                <a:gd name="T6" fmla="*/ 49 w 175"/>
                <a:gd name="T7" fmla="*/ 3 h 100"/>
                <a:gd name="T8" fmla="*/ 26 w 175"/>
                <a:gd name="T9" fmla="*/ 16 h 100"/>
                <a:gd name="T10" fmla="*/ 9 w 175"/>
                <a:gd name="T11" fmla="*/ 25 h 100"/>
                <a:gd name="T12" fmla="*/ 4 w 175"/>
                <a:gd name="T13" fmla="*/ 45 h 100"/>
                <a:gd name="T14" fmla="*/ 15 w 175"/>
                <a:gd name="T15" fmla="*/ 52 h 100"/>
                <a:gd name="T16" fmla="*/ 23 w 175"/>
                <a:gd name="T17" fmla="*/ 50 h 100"/>
                <a:gd name="T18" fmla="*/ 23 w 175"/>
                <a:gd name="T19" fmla="*/ 50 h 100"/>
                <a:gd name="T20" fmla="*/ 57 w 175"/>
                <a:gd name="T21" fmla="*/ 32 h 100"/>
                <a:gd name="T22" fmla="*/ 79 w 175"/>
                <a:gd name="T23" fmla="*/ 42 h 100"/>
                <a:gd name="T24" fmla="*/ 109 w 175"/>
                <a:gd name="T25" fmla="*/ 64 h 100"/>
                <a:gd name="T26" fmla="*/ 158 w 175"/>
                <a:gd name="T27" fmla="*/ 99 h 100"/>
                <a:gd name="T28" fmla="*/ 159 w 175"/>
                <a:gd name="T29" fmla="*/ 100 h 100"/>
                <a:gd name="T30" fmla="*/ 173 w 175"/>
                <a:gd name="T31" fmla="*/ 97 h 100"/>
                <a:gd name="T32" fmla="*/ 154 w 175"/>
                <a:gd name="T33" fmla="*/ 29 h 100"/>
                <a:gd name="T34" fmla="*/ 127 w 175"/>
                <a:gd name="T35" fmla="*/ 31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5" h="100">
                  <a:moveTo>
                    <a:pt x="127" y="31"/>
                  </a:moveTo>
                  <a:cubicBezTo>
                    <a:pt x="125" y="31"/>
                    <a:pt x="122" y="30"/>
                    <a:pt x="119" y="28"/>
                  </a:cubicBezTo>
                  <a:cubicBezTo>
                    <a:pt x="62" y="2"/>
                    <a:pt x="62" y="2"/>
                    <a:pt x="62" y="2"/>
                  </a:cubicBezTo>
                  <a:cubicBezTo>
                    <a:pt x="58" y="0"/>
                    <a:pt x="53" y="1"/>
                    <a:pt x="49" y="3"/>
                  </a:cubicBezTo>
                  <a:cubicBezTo>
                    <a:pt x="26" y="16"/>
                    <a:pt x="26" y="16"/>
                    <a:pt x="26" y="16"/>
                  </a:cubicBezTo>
                  <a:cubicBezTo>
                    <a:pt x="9" y="25"/>
                    <a:pt x="9" y="25"/>
                    <a:pt x="9" y="25"/>
                  </a:cubicBezTo>
                  <a:cubicBezTo>
                    <a:pt x="2" y="29"/>
                    <a:pt x="0" y="38"/>
                    <a:pt x="4" y="45"/>
                  </a:cubicBezTo>
                  <a:cubicBezTo>
                    <a:pt x="6" y="49"/>
                    <a:pt x="10" y="52"/>
                    <a:pt x="15" y="52"/>
                  </a:cubicBezTo>
                  <a:cubicBezTo>
                    <a:pt x="18" y="52"/>
                    <a:pt x="21" y="52"/>
                    <a:pt x="23" y="50"/>
                  </a:cubicBezTo>
                  <a:cubicBezTo>
                    <a:pt x="23" y="50"/>
                    <a:pt x="23" y="50"/>
                    <a:pt x="23" y="50"/>
                  </a:cubicBezTo>
                  <a:cubicBezTo>
                    <a:pt x="57" y="32"/>
                    <a:pt x="57" y="32"/>
                    <a:pt x="57" y="32"/>
                  </a:cubicBezTo>
                  <a:cubicBezTo>
                    <a:pt x="79" y="42"/>
                    <a:pt x="79" y="42"/>
                    <a:pt x="79" y="42"/>
                  </a:cubicBezTo>
                  <a:cubicBezTo>
                    <a:pt x="109" y="64"/>
                    <a:pt x="109" y="64"/>
                    <a:pt x="109" y="64"/>
                  </a:cubicBezTo>
                  <a:cubicBezTo>
                    <a:pt x="158" y="99"/>
                    <a:pt x="158" y="99"/>
                    <a:pt x="158" y="99"/>
                  </a:cubicBezTo>
                  <a:cubicBezTo>
                    <a:pt x="158" y="99"/>
                    <a:pt x="159" y="100"/>
                    <a:pt x="159" y="100"/>
                  </a:cubicBezTo>
                  <a:cubicBezTo>
                    <a:pt x="173" y="97"/>
                    <a:pt x="173" y="97"/>
                    <a:pt x="173" y="97"/>
                  </a:cubicBezTo>
                  <a:cubicBezTo>
                    <a:pt x="175" y="51"/>
                    <a:pt x="154" y="29"/>
                    <a:pt x="154" y="29"/>
                  </a:cubicBezTo>
                  <a:cubicBezTo>
                    <a:pt x="154" y="29"/>
                    <a:pt x="133" y="33"/>
                    <a:pt x="127" y="31"/>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4" name="Freeform 28"/>
            <p:cNvSpPr>
              <a:spLocks/>
            </p:cNvSpPr>
            <p:nvPr/>
          </p:nvSpPr>
          <p:spPr bwMode="black">
            <a:xfrm>
              <a:off x="10536237" y="4544483"/>
              <a:ext cx="319088" cy="220663"/>
            </a:xfrm>
            <a:custGeom>
              <a:avLst/>
              <a:gdLst>
                <a:gd name="T0" fmla="*/ 76 w 85"/>
                <a:gd name="T1" fmla="*/ 20 h 59"/>
                <a:gd name="T2" fmla="*/ 64 w 85"/>
                <a:gd name="T3" fmla="*/ 25 h 59"/>
                <a:gd name="T4" fmla="*/ 65 w 85"/>
                <a:gd name="T5" fmla="*/ 18 h 59"/>
                <a:gd name="T6" fmla="*/ 57 w 85"/>
                <a:gd name="T7" fmla="*/ 5 h 59"/>
                <a:gd name="T8" fmla="*/ 44 w 85"/>
                <a:gd name="T9" fmla="*/ 13 h 59"/>
                <a:gd name="T10" fmla="*/ 44 w 85"/>
                <a:gd name="T11" fmla="*/ 14 h 59"/>
                <a:gd name="T12" fmla="*/ 35 w 85"/>
                <a:gd name="T13" fmla="*/ 3 h 59"/>
                <a:gd name="T14" fmla="*/ 23 w 85"/>
                <a:gd name="T15" fmla="*/ 10 h 59"/>
                <a:gd name="T16" fmla="*/ 23 w 85"/>
                <a:gd name="T17" fmla="*/ 10 h 59"/>
                <a:gd name="T18" fmla="*/ 10 w 85"/>
                <a:gd name="T19" fmla="*/ 1 h 59"/>
                <a:gd name="T20" fmla="*/ 1 w 85"/>
                <a:gd name="T21" fmla="*/ 14 h 59"/>
                <a:gd name="T22" fmla="*/ 4 w 85"/>
                <a:gd name="T23" fmla="*/ 28 h 59"/>
                <a:gd name="T24" fmla="*/ 14 w 85"/>
                <a:gd name="T25" fmla="*/ 36 h 59"/>
                <a:gd name="T26" fmla="*/ 17 w 85"/>
                <a:gd name="T27" fmla="*/ 36 h 59"/>
                <a:gd name="T28" fmla="*/ 19 w 85"/>
                <a:gd name="T29" fmla="*/ 35 h 59"/>
                <a:gd name="T30" fmla="*/ 27 w 85"/>
                <a:gd name="T31" fmla="*/ 43 h 59"/>
                <a:gd name="T32" fmla="*/ 28 w 85"/>
                <a:gd name="T33" fmla="*/ 43 h 59"/>
                <a:gd name="T34" fmla="*/ 39 w 85"/>
                <a:gd name="T35" fmla="*/ 38 h 59"/>
                <a:gd name="T36" fmla="*/ 38 w 85"/>
                <a:gd name="T37" fmla="*/ 39 h 59"/>
                <a:gd name="T38" fmla="*/ 47 w 85"/>
                <a:gd name="T39" fmla="*/ 52 h 59"/>
                <a:gd name="T40" fmla="*/ 48 w 85"/>
                <a:gd name="T41" fmla="*/ 52 h 59"/>
                <a:gd name="T42" fmla="*/ 58 w 85"/>
                <a:gd name="T43" fmla="*/ 47 h 59"/>
                <a:gd name="T44" fmla="*/ 67 w 85"/>
                <a:gd name="T45" fmla="*/ 59 h 59"/>
                <a:gd name="T46" fmla="*/ 68 w 85"/>
                <a:gd name="T47" fmla="*/ 59 h 59"/>
                <a:gd name="T48" fmla="*/ 80 w 85"/>
                <a:gd name="T49" fmla="*/ 50 h 59"/>
                <a:gd name="T50" fmla="*/ 84 w 85"/>
                <a:gd name="T51" fmla="*/ 33 h 59"/>
                <a:gd name="T52" fmla="*/ 76 w 85"/>
                <a:gd name="T53" fmla="*/ 20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5" h="59">
                  <a:moveTo>
                    <a:pt x="76" y="20"/>
                  </a:moveTo>
                  <a:cubicBezTo>
                    <a:pt x="71" y="19"/>
                    <a:pt x="66" y="21"/>
                    <a:pt x="64" y="25"/>
                  </a:cubicBezTo>
                  <a:cubicBezTo>
                    <a:pt x="65" y="18"/>
                    <a:pt x="65" y="18"/>
                    <a:pt x="65" y="18"/>
                  </a:cubicBezTo>
                  <a:cubicBezTo>
                    <a:pt x="67" y="12"/>
                    <a:pt x="63" y="6"/>
                    <a:pt x="57" y="5"/>
                  </a:cubicBezTo>
                  <a:cubicBezTo>
                    <a:pt x="51" y="4"/>
                    <a:pt x="45" y="7"/>
                    <a:pt x="44" y="13"/>
                  </a:cubicBezTo>
                  <a:cubicBezTo>
                    <a:pt x="44" y="14"/>
                    <a:pt x="44" y="14"/>
                    <a:pt x="44" y="14"/>
                  </a:cubicBezTo>
                  <a:cubicBezTo>
                    <a:pt x="44" y="9"/>
                    <a:pt x="40" y="4"/>
                    <a:pt x="35" y="3"/>
                  </a:cubicBezTo>
                  <a:cubicBezTo>
                    <a:pt x="30" y="2"/>
                    <a:pt x="24" y="5"/>
                    <a:pt x="23" y="10"/>
                  </a:cubicBezTo>
                  <a:cubicBezTo>
                    <a:pt x="23" y="10"/>
                    <a:pt x="23" y="10"/>
                    <a:pt x="23" y="10"/>
                  </a:cubicBezTo>
                  <a:cubicBezTo>
                    <a:pt x="21" y="4"/>
                    <a:pt x="15" y="0"/>
                    <a:pt x="10" y="1"/>
                  </a:cubicBezTo>
                  <a:cubicBezTo>
                    <a:pt x="4" y="3"/>
                    <a:pt x="0" y="8"/>
                    <a:pt x="1" y="14"/>
                  </a:cubicBezTo>
                  <a:cubicBezTo>
                    <a:pt x="4" y="28"/>
                    <a:pt x="4" y="28"/>
                    <a:pt x="4" y="28"/>
                  </a:cubicBezTo>
                  <a:cubicBezTo>
                    <a:pt x="5" y="32"/>
                    <a:pt x="9" y="36"/>
                    <a:pt x="14" y="36"/>
                  </a:cubicBezTo>
                  <a:cubicBezTo>
                    <a:pt x="15" y="36"/>
                    <a:pt x="16" y="36"/>
                    <a:pt x="17" y="36"/>
                  </a:cubicBezTo>
                  <a:cubicBezTo>
                    <a:pt x="18" y="36"/>
                    <a:pt x="18" y="36"/>
                    <a:pt x="19" y="35"/>
                  </a:cubicBezTo>
                  <a:cubicBezTo>
                    <a:pt x="20" y="39"/>
                    <a:pt x="23" y="42"/>
                    <a:pt x="27" y="43"/>
                  </a:cubicBezTo>
                  <a:cubicBezTo>
                    <a:pt x="28" y="43"/>
                    <a:pt x="28" y="43"/>
                    <a:pt x="28" y="43"/>
                  </a:cubicBezTo>
                  <a:cubicBezTo>
                    <a:pt x="32" y="43"/>
                    <a:pt x="36" y="41"/>
                    <a:pt x="39" y="38"/>
                  </a:cubicBezTo>
                  <a:cubicBezTo>
                    <a:pt x="38" y="39"/>
                    <a:pt x="38" y="39"/>
                    <a:pt x="38" y="39"/>
                  </a:cubicBezTo>
                  <a:cubicBezTo>
                    <a:pt x="37" y="44"/>
                    <a:pt x="41" y="50"/>
                    <a:pt x="47" y="52"/>
                  </a:cubicBezTo>
                  <a:cubicBezTo>
                    <a:pt x="47" y="52"/>
                    <a:pt x="47" y="52"/>
                    <a:pt x="48" y="52"/>
                  </a:cubicBezTo>
                  <a:cubicBezTo>
                    <a:pt x="52" y="52"/>
                    <a:pt x="56" y="50"/>
                    <a:pt x="58" y="47"/>
                  </a:cubicBezTo>
                  <a:cubicBezTo>
                    <a:pt x="58" y="52"/>
                    <a:pt x="61" y="57"/>
                    <a:pt x="67" y="59"/>
                  </a:cubicBezTo>
                  <a:cubicBezTo>
                    <a:pt x="67" y="59"/>
                    <a:pt x="67" y="59"/>
                    <a:pt x="68" y="59"/>
                  </a:cubicBezTo>
                  <a:cubicBezTo>
                    <a:pt x="73" y="59"/>
                    <a:pt x="78" y="56"/>
                    <a:pt x="80" y="50"/>
                  </a:cubicBezTo>
                  <a:cubicBezTo>
                    <a:pt x="84" y="33"/>
                    <a:pt x="84" y="33"/>
                    <a:pt x="84" y="33"/>
                  </a:cubicBezTo>
                  <a:cubicBezTo>
                    <a:pt x="85" y="27"/>
                    <a:pt x="81" y="21"/>
                    <a:pt x="76" y="20"/>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5" name="Freeform 29"/>
            <p:cNvSpPr>
              <a:spLocks/>
            </p:cNvSpPr>
            <p:nvPr/>
          </p:nvSpPr>
          <p:spPr bwMode="black">
            <a:xfrm>
              <a:off x="11207750" y="4239683"/>
              <a:ext cx="153988" cy="319088"/>
            </a:xfrm>
            <a:custGeom>
              <a:avLst/>
              <a:gdLst>
                <a:gd name="T0" fmla="*/ 41 w 41"/>
                <a:gd name="T1" fmla="*/ 77 h 85"/>
                <a:gd name="T2" fmla="*/ 33 w 41"/>
                <a:gd name="T3" fmla="*/ 7 h 85"/>
                <a:gd name="T4" fmla="*/ 24 w 41"/>
                <a:gd name="T5" fmla="*/ 1 h 85"/>
                <a:gd name="T6" fmla="*/ 0 w 41"/>
                <a:gd name="T7" fmla="*/ 7 h 85"/>
                <a:gd name="T8" fmla="*/ 22 w 41"/>
                <a:gd name="T9" fmla="*/ 85 h 85"/>
                <a:gd name="T10" fmla="*/ 33 w 41"/>
                <a:gd name="T11" fmla="*/ 85 h 85"/>
                <a:gd name="T12" fmla="*/ 41 w 41"/>
                <a:gd name="T13" fmla="*/ 77 h 85"/>
              </a:gdLst>
              <a:ahLst/>
              <a:cxnLst>
                <a:cxn ang="0">
                  <a:pos x="T0" y="T1"/>
                </a:cxn>
                <a:cxn ang="0">
                  <a:pos x="T2" y="T3"/>
                </a:cxn>
                <a:cxn ang="0">
                  <a:pos x="T4" y="T5"/>
                </a:cxn>
                <a:cxn ang="0">
                  <a:pos x="T6" y="T7"/>
                </a:cxn>
                <a:cxn ang="0">
                  <a:pos x="T8" y="T9"/>
                </a:cxn>
                <a:cxn ang="0">
                  <a:pos x="T10" y="T11"/>
                </a:cxn>
                <a:cxn ang="0">
                  <a:pos x="T12" y="T13"/>
                </a:cxn>
              </a:cxnLst>
              <a:rect l="0" t="0" r="r" b="b"/>
              <a:pathLst>
                <a:path w="41" h="85">
                  <a:moveTo>
                    <a:pt x="41" y="77"/>
                  </a:moveTo>
                  <a:cubicBezTo>
                    <a:pt x="33" y="7"/>
                    <a:pt x="33" y="7"/>
                    <a:pt x="33" y="7"/>
                  </a:cubicBezTo>
                  <a:cubicBezTo>
                    <a:pt x="32" y="2"/>
                    <a:pt x="28" y="0"/>
                    <a:pt x="24" y="1"/>
                  </a:cubicBezTo>
                  <a:cubicBezTo>
                    <a:pt x="0" y="7"/>
                    <a:pt x="0" y="7"/>
                    <a:pt x="0" y="7"/>
                  </a:cubicBezTo>
                  <a:cubicBezTo>
                    <a:pt x="0" y="7"/>
                    <a:pt x="25" y="32"/>
                    <a:pt x="22" y="85"/>
                  </a:cubicBezTo>
                  <a:cubicBezTo>
                    <a:pt x="33" y="85"/>
                    <a:pt x="33" y="85"/>
                    <a:pt x="33" y="85"/>
                  </a:cubicBezTo>
                  <a:cubicBezTo>
                    <a:pt x="38" y="85"/>
                    <a:pt x="41" y="81"/>
                    <a:pt x="41" y="77"/>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6" name="Freeform 30"/>
            <p:cNvSpPr>
              <a:spLocks/>
            </p:cNvSpPr>
            <p:nvPr/>
          </p:nvSpPr>
          <p:spPr bwMode="black">
            <a:xfrm>
              <a:off x="10387012" y="4206346"/>
              <a:ext cx="176213" cy="352425"/>
            </a:xfrm>
            <a:custGeom>
              <a:avLst/>
              <a:gdLst>
                <a:gd name="T0" fmla="*/ 47 w 47"/>
                <a:gd name="T1" fmla="*/ 9 h 94"/>
                <a:gd name="T2" fmla="*/ 35 w 47"/>
                <a:gd name="T3" fmla="*/ 2 h 94"/>
                <a:gd name="T4" fmla="*/ 25 w 47"/>
                <a:gd name="T5" fmla="*/ 6 h 94"/>
                <a:gd name="T6" fmla="*/ 2 w 47"/>
                <a:gd name="T7" fmla="*/ 81 h 94"/>
                <a:gd name="T8" fmla="*/ 7 w 47"/>
                <a:gd name="T9" fmla="*/ 90 h 94"/>
                <a:gd name="T10" fmla="*/ 26 w 47"/>
                <a:gd name="T11" fmla="*/ 94 h 94"/>
                <a:gd name="T12" fmla="*/ 47 w 47"/>
                <a:gd name="T13" fmla="*/ 9 h 94"/>
              </a:gdLst>
              <a:ahLst/>
              <a:cxnLst>
                <a:cxn ang="0">
                  <a:pos x="T0" y="T1"/>
                </a:cxn>
                <a:cxn ang="0">
                  <a:pos x="T2" y="T3"/>
                </a:cxn>
                <a:cxn ang="0">
                  <a:pos x="T4" y="T5"/>
                </a:cxn>
                <a:cxn ang="0">
                  <a:pos x="T6" y="T7"/>
                </a:cxn>
                <a:cxn ang="0">
                  <a:pos x="T8" y="T9"/>
                </a:cxn>
                <a:cxn ang="0">
                  <a:pos x="T10" y="T11"/>
                </a:cxn>
                <a:cxn ang="0">
                  <a:pos x="T12" y="T13"/>
                </a:cxn>
              </a:cxnLst>
              <a:rect l="0" t="0" r="r" b="b"/>
              <a:pathLst>
                <a:path w="47" h="94">
                  <a:moveTo>
                    <a:pt x="47" y="9"/>
                  </a:moveTo>
                  <a:cubicBezTo>
                    <a:pt x="35" y="2"/>
                    <a:pt x="35" y="2"/>
                    <a:pt x="35" y="2"/>
                  </a:cubicBezTo>
                  <a:cubicBezTo>
                    <a:pt x="31" y="0"/>
                    <a:pt x="27" y="2"/>
                    <a:pt x="25" y="6"/>
                  </a:cubicBezTo>
                  <a:cubicBezTo>
                    <a:pt x="2" y="81"/>
                    <a:pt x="2" y="81"/>
                    <a:pt x="2" y="81"/>
                  </a:cubicBezTo>
                  <a:cubicBezTo>
                    <a:pt x="0" y="86"/>
                    <a:pt x="3" y="90"/>
                    <a:pt x="7" y="90"/>
                  </a:cubicBezTo>
                  <a:cubicBezTo>
                    <a:pt x="26" y="94"/>
                    <a:pt x="26" y="94"/>
                    <a:pt x="26" y="94"/>
                  </a:cubicBezTo>
                  <a:cubicBezTo>
                    <a:pt x="24" y="52"/>
                    <a:pt x="47" y="9"/>
                    <a:pt x="47" y="9"/>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grpSp>
    </p:spTree>
    <p:extLst>
      <p:ext uri="{BB962C8B-B14F-4D97-AF65-F5344CB8AC3E}">
        <p14:creationId xmlns:p14="http://schemas.microsoft.com/office/powerpoint/2010/main" val="890197803"/>
      </p:ext>
    </p:extLst>
  </p:cSld>
  <p:clrMapOvr>
    <a:masterClrMapping/>
  </p:clrMapOvr>
  <p:transition>
    <p:fade/>
  </p:transition>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4_Demo, Video etc. &quot;special&quot; slides">
    <p:bg>
      <p:bgPr>
        <a:solidFill>
          <a:srgbClr val="FFBE00">
            <a:alpha val="99000"/>
          </a:srgb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rgbClr val="FFE497"/>
                </a:solidFill>
                <a:effectLst/>
                <a:uLnTx/>
                <a:uFillTx/>
                <a:latin typeface="Segoe UI Light" pitchFamily="34" charset="0"/>
                <a:ea typeface="+mn-ea"/>
                <a:cs typeface="+mn-cs"/>
              </a:defRPr>
            </a:lvl1pPr>
          </a:lstStyle>
          <a:p>
            <a:pPr lvl="0"/>
            <a:r>
              <a:rPr lang="en-US"/>
              <a:t>click to…</a:t>
            </a:r>
          </a:p>
        </p:txBody>
      </p:sp>
      <p:sp>
        <p:nvSpPr>
          <p:cNvPr id="25" name="Freeform 64"/>
          <p:cNvSpPr>
            <a:spLocks noEditPoints="1"/>
          </p:cNvSpPr>
          <p:nvPr userDrawn="1"/>
        </p:nvSpPr>
        <p:spPr bwMode="black">
          <a:xfrm>
            <a:off x="8084601" y="1958553"/>
            <a:ext cx="3074556" cy="2345314"/>
          </a:xfrm>
          <a:custGeom>
            <a:avLst/>
            <a:gdLst>
              <a:gd name="T0" fmla="*/ 12 w 221"/>
              <a:gd name="T1" fmla="*/ 104 h 170"/>
              <a:gd name="T2" fmla="*/ 6 w 221"/>
              <a:gd name="T3" fmla="*/ 103 h 170"/>
              <a:gd name="T4" fmla="*/ 2 w 221"/>
              <a:gd name="T5" fmla="*/ 108 h 170"/>
              <a:gd name="T6" fmla="*/ 10 w 221"/>
              <a:gd name="T7" fmla="*/ 141 h 170"/>
              <a:gd name="T8" fmla="*/ 16 w 221"/>
              <a:gd name="T9" fmla="*/ 143 h 170"/>
              <a:gd name="T10" fmla="*/ 21 w 221"/>
              <a:gd name="T11" fmla="*/ 139 h 170"/>
              <a:gd name="T12" fmla="*/ 12 w 221"/>
              <a:gd name="T13" fmla="*/ 104 h 170"/>
              <a:gd name="T14" fmla="*/ 185 w 221"/>
              <a:gd name="T15" fmla="*/ 8 h 170"/>
              <a:gd name="T16" fmla="*/ 219 w 221"/>
              <a:gd name="T17" fmla="*/ 136 h 170"/>
              <a:gd name="T18" fmla="*/ 209 w 221"/>
              <a:gd name="T19" fmla="*/ 139 h 170"/>
              <a:gd name="T20" fmla="*/ 175 w 221"/>
              <a:gd name="T21" fmla="*/ 10 h 170"/>
              <a:gd name="T22" fmla="*/ 185 w 221"/>
              <a:gd name="T23" fmla="*/ 8 h 170"/>
              <a:gd name="T24" fmla="*/ 104 w 221"/>
              <a:gd name="T25" fmla="*/ 170 h 170"/>
              <a:gd name="T26" fmla="*/ 85 w 221"/>
              <a:gd name="T27" fmla="*/ 170 h 170"/>
              <a:gd name="T28" fmla="*/ 63 w 221"/>
              <a:gd name="T29" fmla="*/ 143 h 170"/>
              <a:gd name="T30" fmla="*/ 73 w 221"/>
              <a:gd name="T31" fmla="*/ 143 h 170"/>
              <a:gd name="T32" fmla="*/ 85 w 221"/>
              <a:gd name="T33" fmla="*/ 157 h 170"/>
              <a:gd name="T34" fmla="*/ 104 w 221"/>
              <a:gd name="T35" fmla="*/ 157 h 170"/>
              <a:gd name="T36" fmla="*/ 116 w 221"/>
              <a:gd name="T37" fmla="*/ 143 h 170"/>
              <a:gd name="T38" fmla="*/ 128 w 221"/>
              <a:gd name="T39" fmla="*/ 143 h 170"/>
              <a:gd name="T40" fmla="*/ 104 w 221"/>
              <a:gd name="T41" fmla="*/ 170 h 170"/>
              <a:gd name="T42" fmla="*/ 18 w 221"/>
              <a:gd name="T43" fmla="*/ 102 h 170"/>
              <a:gd name="T44" fmla="*/ 168 w 221"/>
              <a:gd name="T45" fmla="*/ 16 h 170"/>
              <a:gd name="T46" fmla="*/ 172 w 221"/>
              <a:gd name="T47" fmla="*/ 30 h 170"/>
              <a:gd name="T48" fmla="*/ 20 w 221"/>
              <a:gd name="T49" fmla="*/ 109 h 170"/>
              <a:gd name="T50" fmla="*/ 18 w 221"/>
              <a:gd name="T51" fmla="*/ 102 h 170"/>
              <a:gd name="T52" fmla="*/ 185 w 221"/>
              <a:gd name="T53" fmla="*/ 79 h 170"/>
              <a:gd name="T54" fmla="*/ 201 w 221"/>
              <a:gd name="T55" fmla="*/ 137 h 170"/>
              <a:gd name="T56" fmla="*/ 28 w 221"/>
              <a:gd name="T57" fmla="*/ 138 h 170"/>
              <a:gd name="T58" fmla="*/ 24 w 221"/>
              <a:gd name="T59" fmla="*/ 122 h 170"/>
              <a:gd name="T60" fmla="*/ 185 w 221"/>
              <a:gd name="T61" fmla="*/ 7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21" h="170">
                <a:moveTo>
                  <a:pt x="12" y="104"/>
                </a:moveTo>
                <a:cubicBezTo>
                  <a:pt x="6" y="103"/>
                  <a:pt x="6" y="103"/>
                  <a:pt x="6" y="103"/>
                </a:cubicBezTo>
                <a:cubicBezTo>
                  <a:pt x="3" y="103"/>
                  <a:pt x="0" y="104"/>
                  <a:pt x="2" y="108"/>
                </a:cubicBezTo>
                <a:cubicBezTo>
                  <a:pt x="10" y="141"/>
                  <a:pt x="10" y="141"/>
                  <a:pt x="10" y="141"/>
                </a:cubicBezTo>
                <a:cubicBezTo>
                  <a:pt x="12" y="145"/>
                  <a:pt x="14" y="144"/>
                  <a:pt x="16" y="143"/>
                </a:cubicBezTo>
                <a:cubicBezTo>
                  <a:pt x="21" y="139"/>
                  <a:pt x="21" y="139"/>
                  <a:pt x="21" y="139"/>
                </a:cubicBezTo>
                <a:cubicBezTo>
                  <a:pt x="12" y="104"/>
                  <a:pt x="12" y="104"/>
                  <a:pt x="12" y="104"/>
                </a:cubicBezTo>
                <a:close/>
                <a:moveTo>
                  <a:pt x="185" y="8"/>
                </a:moveTo>
                <a:cubicBezTo>
                  <a:pt x="219" y="136"/>
                  <a:pt x="219" y="136"/>
                  <a:pt x="219" y="136"/>
                </a:cubicBezTo>
                <a:cubicBezTo>
                  <a:pt x="221" y="143"/>
                  <a:pt x="211" y="146"/>
                  <a:pt x="209" y="139"/>
                </a:cubicBezTo>
                <a:cubicBezTo>
                  <a:pt x="175" y="10"/>
                  <a:pt x="175" y="10"/>
                  <a:pt x="175" y="10"/>
                </a:cubicBezTo>
                <a:cubicBezTo>
                  <a:pt x="173" y="3"/>
                  <a:pt x="183" y="0"/>
                  <a:pt x="185" y="8"/>
                </a:cubicBezTo>
                <a:close/>
                <a:moveTo>
                  <a:pt x="104" y="170"/>
                </a:moveTo>
                <a:cubicBezTo>
                  <a:pt x="85" y="170"/>
                  <a:pt x="85" y="170"/>
                  <a:pt x="85" y="170"/>
                </a:cubicBezTo>
                <a:cubicBezTo>
                  <a:pt x="69" y="170"/>
                  <a:pt x="62" y="156"/>
                  <a:pt x="63" y="143"/>
                </a:cubicBezTo>
                <a:cubicBezTo>
                  <a:pt x="73" y="143"/>
                  <a:pt x="73" y="143"/>
                  <a:pt x="73" y="143"/>
                </a:cubicBezTo>
                <a:cubicBezTo>
                  <a:pt x="73" y="150"/>
                  <a:pt x="77" y="157"/>
                  <a:pt x="85" y="157"/>
                </a:cubicBezTo>
                <a:cubicBezTo>
                  <a:pt x="104" y="157"/>
                  <a:pt x="104" y="157"/>
                  <a:pt x="104" y="157"/>
                </a:cubicBezTo>
                <a:cubicBezTo>
                  <a:pt x="112" y="157"/>
                  <a:pt x="116" y="150"/>
                  <a:pt x="116" y="143"/>
                </a:cubicBezTo>
                <a:cubicBezTo>
                  <a:pt x="128" y="143"/>
                  <a:pt x="128" y="143"/>
                  <a:pt x="128" y="143"/>
                </a:cubicBezTo>
                <a:cubicBezTo>
                  <a:pt x="128" y="156"/>
                  <a:pt x="120" y="170"/>
                  <a:pt x="104" y="170"/>
                </a:cubicBezTo>
                <a:close/>
                <a:moveTo>
                  <a:pt x="18" y="102"/>
                </a:moveTo>
                <a:cubicBezTo>
                  <a:pt x="168" y="16"/>
                  <a:pt x="168" y="16"/>
                  <a:pt x="168" y="16"/>
                </a:cubicBezTo>
                <a:cubicBezTo>
                  <a:pt x="172" y="30"/>
                  <a:pt x="172" y="30"/>
                  <a:pt x="172" y="30"/>
                </a:cubicBezTo>
                <a:cubicBezTo>
                  <a:pt x="20" y="109"/>
                  <a:pt x="20" y="109"/>
                  <a:pt x="20" y="109"/>
                </a:cubicBezTo>
                <a:cubicBezTo>
                  <a:pt x="18" y="102"/>
                  <a:pt x="18" y="102"/>
                  <a:pt x="18" y="102"/>
                </a:cubicBezTo>
                <a:close/>
                <a:moveTo>
                  <a:pt x="185" y="79"/>
                </a:moveTo>
                <a:cubicBezTo>
                  <a:pt x="201" y="137"/>
                  <a:pt x="201" y="137"/>
                  <a:pt x="201" y="137"/>
                </a:cubicBezTo>
                <a:cubicBezTo>
                  <a:pt x="28" y="138"/>
                  <a:pt x="28" y="138"/>
                  <a:pt x="28" y="138"/>
                </a:cubicBezTo>
                <a:cubicBezTo>
                  <a:pt x="24" y="122"/>
                  <a:pt x="24" y="122"/>
                  <a:pt x="24" y="122"/>
                </a:cubicBezTo>
                <a:cubicBezTo>
                  <a:pt x="185" y="79"/>
                  <a:pt x="185" y="79"/>
                  <a:pt x="185" y="79"/>
                </a:cubicBezTo>
                <a:close/>
              </a:path>
            </a:pathLst>
          </a:custGeom>
          <a:solidFill>
            <a:srgbClr val="FFFFFF"/>
          </a:solidFill>
          <a:ln>
            <a:noFill/>
          </a:ln>
        </p:spPr>
        <p:txBody>
          <a:bodyPr vert="horz" wrap="square" lIns="83400" tIns="41699" rIns="83400" bIns="41699" numCol="1" anchor="t" anchorCtr="0" compatLnSpc="1">
            <a:prstTxWarp prst="textNoShape">
              <a:avLst/>
            </a:prstTxWarp>
          </a:bodyPr>
          <a:lstStyle/>
          <a:p>
            <a:endParaRPr lang="en-US" sz="1621"/>
          </a:p>
        </p:txBody>
      </p:sp>
    </p:spTree>
    <p:extLst>
      <p:ext uri="{BB962C8B-B14F-4D97-AF65-F5344CB8AC3E}">
        <p14:creationId xmlns:p14="http://schemas.microsoft.com/office/powerpoint/2010/main" val="1190492056"/>
      </p:ext>
    </p:extLst>
  </p:cSld>
  <p:clrMapOvr>
    <a:masterClrMapping/>
  </p:clrMapOvr>
  <p:transition>
    <p:fade/>
  </p:transition>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5_Demo, Video etc. &quot;special&quot; slides">
    <p:bg>
      <p:bgPr>
        <a:solidFill>
          <a:schemeClr val="accent3">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3">
                    <a:lumMod val="40000"/>
                    <a:lumOff val="60000"/>
                    <a:alpha val="99000"/>
                  </a:schemeClr>
                </a:solidFill>
                <a:effectLst/>
                <a:uLnTx/>
                <a:uFillTx/>
                <a:latin typeface="Segoe UI Light" pitchFamily="34" charset="0"/>
                <a:ea typeface="+mn-ea"/>
                <a:cs typeface="+mn-cs"/>
              </a:defRPr>
            </a:lvl1pPr>
          </a:lstStyle>
          <a:p>
            <a:pPr lvl="0"/>
            <a:r>
              <a:rPr lang="en-US"/>
              <a:t>click to…</a:t>
            </a:r>
          </a:p>
        </p:txBody>
      </p:sp>
      <p:grpSp>
        <p:nvGrpSpPr>
          <p:cNvPr id="9" name="Group 8"/>
          <p:cNvGrpSpPr/>
          <p:nvPr userDrawn="1"/>
        </p:nvGrpSpPr>
        <p:grpSpPr>
          <a:xfrm>
            <a:off x="9063239" y="1930576"/>
            <a:ext cx="1303555" cy="3288940"/>
            <a:chOff x="7558088" y="1685925"/>
            <a:chExt cx="1322387" cy="3359150"/>
          </a:xfrm>
          <a:solidFill>
            <a:schemeClr val="bg1"/>
          </a:solidFill>
        </p:grpSpPr>
        <p:sp>
          <p:nvSpPr>
            <p:cNvPr id="12" name="Oval 6"/>
            <p:cNvSpPr>
              <a:spLocks noChangeArrowheads="1"/>
            </p:cNvSpPr>
            <p:nvPr userDrawn="1"/>
          </p:nvSpPr>
          <p:spPr bwMode="auto">
            <a:xfrm>
              <a:off x="7943850" y="1685925"/>
              <a:ext cx="547687" cy="558800"/>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24"/>
            </a:p>
          </p:txBody>
        </p:sp>
        <p:sp>
          <p:nvSpPr>
            <p:cNvPr id="13" name="Freeform 12"/>
            <p:cNvSpPr>
              <a:spLocks/>
            </p:cNvSpPr>
            <p:nvPr userDrawn="1"/>
          </p:nvSpPr>
          <p:spPr bwMode="auto">
            <a:xfrm>
              <a:off x="7558088" y="2308225"/>
              <a:ext cx="1322387" cy="2736850"/>
            </a:xfrm>
            <a:custGeom>
              <a:avLst/>
              <a:gdLst>
                <a:gd name="T0" fmla="*/ 327 w 353"/>
                <a:gd name="T1" fmla="*/ 30 h 730"/>
                <a:gd name="T2" fmla="*/ 327 w 353"/>
                <a:gd name="T3" fmla="*/ 30 h 730"/>
                <a:gd name="T4" fmla="*/ 323 w 353"/>
                <a:gd name="T5" fmla="*/ 26 h 730"/>
                <a:gd name="T6" fmla="*/ 321 w 353"/>
                <a:gd name="T7" fmla="*/ 24 h 730"/>
                <a:gd name="T8" fmla="*/ 320 w 353"/>
                <a:gd name="T9" fmla="*/ 23 h 730"/>
                <a:gd name="T10" fmla="*/ 287 w 353"/>
                <a:gd name="T11" fmla="*/ 5 h 730"/>
                <a:gd name="T12" fmla="*/ 287 w 353"/>
                <a:gd name="T13" fmla="*/ 5 h 730"/>
                <a:gd name="T14" fmla="*/ 283 w 353"/>
                <a:gd name="T15" fmla="*/ 4 h 730"/>
                <a:gd name="T16" fmla="*/ 282 w 353"/>
                <a:gd name="T17" fmla="*/ 4 h 730"/>
                <a:gd name="T18" fmla="*/ 280 w 353"/>
                <a:gd name="T19" fmla="*/ 3 h 730"/>
                <a:gd name="T20" fmla="*/ 277 w 353"/>
                <a:gd name="T21" fmla="*/ 2 h 730"/>
                <a:gd name="T22" fmla="*/ 276 w 353"/>
                <a:gd name="T23" fmla="*/ 2 h 730"/>
                <a:gd name="T24" fmla="*/ 272 w 353"/>
                <a:gd name="T25" fmla="*/ 2 h 730"/>
                <a:gd name="T26" fmla="*/ 272 w 353"/>
                <a:gd name="T27" fmla="*/ 1 h 730"/>
                <a:gd name="T28" fmla="*/ 267 w 353"/>
                <a:gd name="T29" fmla="*/ 1 h 730"/>
                <a:gd name="T30" fmla="*/ 267 w 353"/>
                <a:gd name="T31" fmla="*/ 1 h 730"/>
                <a:gd name="T32" fmla="*/ 263 w 353"/>
                <a:gd name="T33" fmla="*/ 1 h 730"/>
                <a:gd name="T34" fmla="*/ 262 w 353"/>
                <a:gd name="T35" fmla="*/ 1 h 730"/>
                <a:gd name="T36" fmla="*/ 258 w 353"/>
                <a:gd name="T37" fmla="*/ 0 h 730"/>
                <a:gd name="T38" fmla="*/ 258 w 353"/>
                <a:gd name="T39" fmla="*/ 0 h 730"/>
                <a:gd name="T40" fmla="*/ 96 w 353"/>
                <a:gd name="T41" fmla="*/ 0 h 730"/>
                <a:gd name="T42" fmla="*/ 95 w 353"/>
                <a:gd name="T43" fmla="*/ 0 h 730"/>
                <a:gd name="T44" fmla="*/ 95 w 353"/>
                <a:gd name="T45" fmla="*/ 0 h 730"/>
                <a:gd name="T46" fmla="*/ 0 w 353"/>
                <a:gd name="T47" fmla="*/ 95 h 730"/>
                <a:gd name="T48" fmla="*/ 0 w 353"/>
                <a:gd name="T49" fmla="*/ 323 h 730"/>
                <a:gd name="T50" fmla="*/ 32 w 353"/>
                <a:gd name="T51" fmla="*/ 356 h 730"/>
                <a:gd name="T52" fmla="*/ 64 w 353"/>
                <a:gd name="T53" fmla="*/ 323 h 730"/>
                <a:gd name="T54" fmla="*/ 64 w 353"/>
                <a:gd name="T55" fmla="*/ 117 h 730"/>
                <a:gd name="T56" fmla="*/ 81 w 353"/>
                <a:gd name="T57" fmla="*/ 117 h 730"/>
                <a:gd name="T58" fmla="*/ 81 w 353"/>
                <a:gd name="T59" fmla="*/ 687 h 730"/>
                <a:gd name="T60" fmla="*/ 125 w 353"/>
                <a:gd name="T61" fmla="*/ 730 h 730"/>
                <a:gd name="T62" fmla="*/ 168 w 353"/>
                <a:gd name="T63" fmla="*/ 687 h 730"/>
                <a:gd name="T64" fmla="*/ 168 w 353"/>
                <a:gd name="T65" fmla="*/ 358 h 730"/>
                <a:gd name="T66" fmla="*/ 185 w 353"/>
                <a:gd name="T67" fmla="*/ 358 h 730"/>
                <a:gd name="T68" fmla="*/ 185 w 353"/>
                <a:gd name="T69" fmla="*/ 687 h 730"/>
                <a:gd name="T70" fmla="*/ 228 w 353"/>
                <a:gd name="T71" fmla="*/ 730 h 730"/>
                <a:gd name="T72" fmla="*/ 272 w 353"/>
                <a:gd name="T73" fmla="*/ 687 h 730"/>
                <a:gd name="T74" fmla="*/ 272 w 353"/>
                <a:gd name="T75" fmla="*/ 683 h 730"/>
                <a:gd name="T76" fmla="*/ 272 w 353"/>
                <a:gd name="T77" fmla="*/ 687 h 730"/>
                <a:gd name="T78" fmla="*/ 272 w 353"/>
                <a:gd name="T79" fmla="*/ 117 h 730"/>
                <a:gd name="T80" fmla="*/ 289 w 353"/>
                <a:gd name="T81" fmla="*/ 117 h 730"/>
                <a:gd name="T82" fmla="*/ 289 w 353"/>
                <a:gd name="T83" fmla="*/ 315 h 730"/>
                <a:gd name="T84" fmla="*/ 289 w 353"/>
                <a:gd name="T85" fmla="*/ 314 h 730"/>
                <a:gd name="T86" fmla="*/ 289 w 353"/>
                <a:gd name="T87" fmla="*/ 323 h 730"/>
                <a:gd name="T88" fmla="*/ 294 w 353"/>
                <a:gd name="T89" fmla="*/ 342 h 730"/>
                <a:gd name="T90" fmla="*/ 321 w 353"/>
                <a:gd name="T91" fmla="*/ 356 h 730"/>
                <a:gd name="T92" fmla="*/ 353 w 353"/>
                <a:gd name="T93" fmla="*/ 325 h 730"/>
                <a:gd name="T94" fmla="*/ 353 w 353"/>
                <a:gd name="T95" fmla="*/ 323 h 730"/>
                <a:gd name="T96" fmla="*/ 353 w 353"/>
                <a:gd name="T97" fmla="*/ 323 h 730"/>
                <a:gd name="T98" fmla="*/ 353 w 353"/>
                <a:gd name="T99" fmla="*/ 298 h 730"/>
                <a:gd name="T100" fmla="*/ 353 w 353"/>
                <a:gd name="T101" fmla="*/ 95 h 730"/>
                <a:gd name="T102" fmla="*/ 327 w 353"/>
                <a:gd name="T103" fmla="*/ 30 h 7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53" h="730">
                  <a:moveTo>
                    <a:pt x="327" y="30"/>
                  </a:moveTo>
                  <a:cubicBezTo>
                    <a:pt x="327" y="30"/>
                    <a:pt x="327" y="30"/>
                    <a:pt x="327" y="30"/>
                  </a:cubicBezTo>
                  <a:cubicBezTo>
                    <a:pt x="326" y="29"/>
                    <a:pt x="324" y="27"/>
                    <a:pt x="323" y="26"/>
                  </a:cubicBezTo>
                  <a:cubicBezTo>
                    <a:pt x="322" y="25"/>
                    <a:pt x="321" y="25"/>
                    <a:pt x="321" y="24"/>
                  </a:cubicBezTo>
                  <a:cubicBezTo>
                    <a:pt x="320" y="24"/>
                    <a:pt x="320" y="24"/>
                    <a:pt x="320" y="23"/>
                  </a:cubicBezTo>
                  <a:cubicBezTo>
                    <a:pt x="310" y="15"/>
                    <a:pt x="299" y="9"/>
                    <a:pt x="287" y="5"/>
                  </a:cubicBezTo>
                  <a:cubicBezTo>
                    <a:pt x="287" y="5"/>
                    <a:pt x="287" y="5"/>
                    <a:pt x="287" y="5"/>
                  </a:cubicBezTo>
                  <a:cubicBezTo>
                    <a:pt x="286" y="5"/>
                    <a:pt x="285" y="4"/>
                    <a:pt x="283" y="4"/>
                  </a:cubicBezTo>
                  <a:cubicBezTo>
                    <a:pt x="283" y="4"/>
                    <a:pt x="283" y="4"/>
                    <a:pt x="282" y="4"/>
                  </a:cubicBezTo>
                  <a:cubicBezTo>
                    <a:pt x="281" y="3"/>
                    <a:pt x="280" y="3"/>
                    <a:pt x="280" y="3"/>
                  </a:cubicBezTo>
                  <a:cubicBezTo>
                    <a:pt x="279" y="3"/>
                    <a:pt x="278" y="3"/>
                    <a:pt x="277" y="2"/>
                  </a:cubicBezTo>
                  <a:cubicBezTo>
                    <a:pt x="277" y="2"/>
                    <a:pt x="276" y="2"/>
                    <a:pt x="276" y="2"/>
                  </a:cubicBezTo>
                  <a:cubicBezTo>
                    <a:pt x="274" y="2"/>
                    <a:pt x="273" y="2"/>
                    <a:pt x="272" y="2"/>
                  </a:cubicBezTo>
                  <a:cubicBezTo>
                    <a:pt x="272" y="2"/>
                    <a:pt x="272" y="2"/>
                    <a:pt x="272" y="1"/>
                  </a:cubicBezTo>
                  <a:cubicBezTo>
                    <a:pt x="270" y="1"/>
                    <a:pt x="269" y="1"/>
                    <a:pt x="267" y="1"/>
                  </a:cubicBezTo>
                  <a:cubicBezTo>
                    <a:pt x="267" y="1"/>
                    <a:pt x="267" y="1"/>
                    <a:pt x="267" y="1"/>
                  </a:cubicBezTo>
                  <a:cubicBezTo>
                    <a:pt x="266" y="1"/>
                    <a:pt x="264" y="1"/>
                    <a:pt x="263" y="1"/>
                  </a:cubicBezTo>
                  <a:cubicBezTo>
                    <a:pt x="262" y="1"/>
                    <a:pt x="262" y="1"/>
                    <a:pt x="262" y="1"/>
                  </a:cubicBezTo>
                  <a:cubicBezTo>
                    <a:pt x="261" y="1"/>
                    <a:pt x="259" y="0"/>
                    <a:pt x="258" y="0"/>
                  </a:cubicBezTo>
                  <a:cubicBezTo>
                    <a:pt x="258" y="0"/>
                    <a:pt x="258" y="0"/>
                    <a:pt x="258" y="0"/>
                  </a:cubicBezTo>
                  <a:cubicBezTo>
                    <a:pt x="96" y="0"/>
                    <a:pt x="96" y="0"/>
                    <a:pt x="96" y="0"/>
                  </a:cubicBezTo>
                  <a:cubicBezTo>
                    <a:pt x="95" y="0"/>
                    <a:pt x="95" y="0"/>
                    <a:pt x="95" y="0"/>
                  </a:cubicBezTo>
                  <a:cubicBezTo>
                    <a:pt x="95" y="0"/>
                    <a:pt x="95" y="0"/>
                    <a:pt x="95" y="0"/>
                  </a:cubicBezTo>
                  <a:cubicBezTo>
                    <a:pt x="43" y="1"/>
                    <a:pt x="0" y="43"/>
                    <a:pt x="0" y="95"/>
                  </a:cubicBezTo>
                  <a:cubicBezTo>
                    <a:pt x="0" y="323"/>
                    <a:pt x="0" y="323"/>
                    <a:pt x="0" y="323"/>
                  </a:cubicBezTo>
                  <a:cubicBezTo>
                    <a:pt x="0" y="341"/>
                    <a:pt x="15" y="356"/>
                    <a:pt x="32" y="356"/>
                  </a:cubicBezTo>
                  <a:cubicBezTo>
                    <a:pt x="50" y="356"/>
                    <a:pt x="64" y="341"/>
                    <a:pt x="64" y="323"/>
                  </a:cubicBezTo>
                  <a:cubicBezTo>
                    <a:pt x="64" y="117"/>
                    <a:pt x="64" y="117"/>
                    <a:pt x="64" y="117"/>
                  </a:cubicBezTo>
                  <a:cubicBezTo>
                    <a:pt x="81" y="117"/>
                    <a:pt x="81" y="117"/>
                    <a:pt x="81" y="117"/>
                  </a:cubicBezTo>
                  <a:cubicBezTo>
                    <a:pt x="81" y="687"/>
                    <a:pt x="81" y="687"/>
                    <a:pt x="81" y="687"/>
                  </a:cubicBezTo>
                  <a:cubicBezTo>
                    <a:pt x="81" y="711"/>
                    <a:pt x="101" y="730"/>
                    <a:pt x="125" y="730"/>
                  </a:cubicBezTo>
                  <a:cubicBezTo>
                    <a:pt x="148" y="730"/>
                    <a:pt x="168" y="711"/>
                    <a:pt x="168" y="687"/>
                  </a:cubicBezTo>
                  <a:cubicBezTo>
                    <a:pt x="168" y="358"/>
                    <a:pt x="168" y="358"/>
                    <a:pt x="168" y="358"/>
                  </a:cubicBezTo>
                  <a:cubicBezTo>
                    <a:pt x="185" y="358"/>
                    <a:pt x="185" y="358"/>
                    <a:pt x="185" y="358"/>
                  </a:cubicBezTo>
                  <a:cubicBezTo>
                    <a:pt x="185" y="687"/>
                    <a:pt x="185" y="687"/>
                    <a:pt x="185" y="687"/>
                  </a:cubicBezTo>
                  <a:cubicBezTo>
                    <a:pt x="185" y="711"/>
                    <a:pt x="204" y="730"/>
                    <a:pt x="228" y="730"/>
                  </a:cubicBezTo>
                  <a:cubicBezTo>
                    <a:pt x="252" y="730"/>
                    <a:pt x="272" y="711"/>
                    <a:pt x="272" y="687"/>
                  </a:cubicBezTo>
                  <a:cubicBezTo>
                    <a:pt x="272" y="686"/>
                    <a:pt x="272" y="685"/>
                    <a:pt x="272" y="683"/>
                  </a:cubicBezTo>
                  <a:cubicBezTo>
                    <a:pt x="272" y="687"/>
                    <a:pt x="272" y="687"/>
                    <a:pt x="272" y="687"/>
                  </a:cubicBezTo>
                  <a:cubicBezTo>
                    <a:pt x="272" y="687"/>
                    <a:pt x="272" y="687"/>
                    <a:pt x="272" y="117"/>
                  </a:cubicBezTo>
                  <a:cubicBezTo>
                    <a:pt x="272" y="117"/>
                    <a:pt x="272" y="117"/>
                    <a:pt x="289" y="117"/>
                  </a:cubicBezTo>
                  <a:cubicBezTo>
                    <a:pt x="289" y="117"/>
                    <a:pt x="289" y="117"/>
                    <a:pt x="289" y="315"/>
                  </a:cubicBezTo>
                  <a:cubicBezTo>
                    <a:pt x="289" y="314"/>
                    <a:pt x="289" y="314"/>
                    <a:pt x="289" y="314"/>
                  </a:cubicBezTo>
                  <a:cubicBezTo>
                    <a:pt x="289" y="323"/>
                    <a:pt x="289" y="323"/>
                    <a:pt x="289" y="323"/>
                  </a:cubicBezTo>
                  <a:cubicBezTo>
                    <a:pt x="289" y="330"/>
                    <a:pt x="291" y="337"/>
                    <a:pt x="294" y="342"/>
                  </a:cubicBezTo>
                  <a:cubicBezTo>
                    <a:pt x="300" y="350"/>
                    <a:pt x="310" y="356"/>
                    <a:pt x="321" y="356"/>
                  </a:cubicBezTo>
                  <a:cubicBezTo>
                    <a:pt x="338" y="356"/>
                    <a:pt x="352" y="342"/>
                    <a:pt x="353" y="325"/>
                  </a:cubicBezTo>
                  <a:cubicBezTo>
                    <a:pt x="353" y="324"/>
                    <a:pt x="353" y="324"/>
                    <a:pt x="353" y="323"/>
                  </a:cubicBezTo>
                  <a:cubicBezTo>
                    <a:pt x="353" y="323"/>
                    <a:pt x="353" y="323"/>
                    <a:pt x="353" y="323"/>
                  </a:cubicBezTo>
                  <a:cubicBezTo>
                    <a:pt x="353" y="298"/>
                    <a:pt x="353" y="298"/>
                    <a:pt x="353" y="298"/>
                  </a:cubicBezTo>
                  <a:cubicBezTo>
                    <a:pt x="353" y="270"/>
                    <a:pt x="353" y="213"/>
                    <a:pt x="353" y="95"/>
                  </a:cubicBezTo>
                  <a:cubicBezTo>
                    <a:pt x="353" y="70"/>
                    <a:pt x="343" y="47"/>
                    <a:pt x="327"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24"/>
            </a:p>
          </p:txBody>
        </p:sp>
      </p:grpSp>
    </p:spTree>
    <p:extLst>
      <p:ext uri="{BB962C8B-B14F-4D97-AF65-F5344CB8AC3E}">
        <p14:creationId xmlns:p14="http://schemas.microsoft.com/office/powerpoint/2010/main" val="4260661063"/>
      </p:ext>
    </p:extLst>
  </p:cSld>
  <p:clrMapOvr>
    <a:masterClrMapping/>
  </p:clrMapOvr>
  <p:transition>
    <p:fade/>
  </p:transition>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Section 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p:cNvSpPr>
            <a:spLocks noGrp="1"/>
          </p:cNvSpPr>
          <p:nvPr>
            <p:ph type="body" sz="quarter" idx="10"/>
          </p:nvPr>
        </p:nvSpPr>
        <p:spPr>
          <a:xfrm>
            <a:off x="531798" y="3514236"/>
            <a:ext cx="10910667" cy="1397154"/>
          </a:xfrm>
        </p:spPr>
        <p:txBody>
          <a:bodyPr anchor="ctr" anchorCtr="0">
            <a:noAutofit/>
            <a:scene3d>
              <a:camera prst="orthographicFront"/>
              <a:lightRig rig="flat" dir="t"/>
            </a:scene3d>
            <a:sp3d>
              <a:contourClr>
                <a:schemeClr val="bg2"/>
              </a:contourClr>
            </a:sp3d>
          </a:bodyPr>
          <a:lstStyle>
            <a:lvl1pPr marL="0" indent="0" algn="l">
              <a:buFont typeface="Arial" pitchFamily="34" charset="0"/>
              <a:buNone/>
              <a:defRPr kumimoji="0" lang="en-US" sz="8918" b="0" i="0" u="none" strike="noStrike" kern="1200" cap="none" spc="-122" normalizeH="0" baseline="0" dirty="0" smtClean="0">
                <a:ln w="3175">
                  <a:noFill/>
                </a:ln>
                <a:solidFill>
                  <a:schemeClr val="bg1">
                    <a:alpha val="99000"/>
                  </a:schemeClr>
                </a:solidFill>
                <a:effectLst/>
                <a:uLnTx/>
                <a:uFillTx/>
                <a:latin typeface="Segoe UI Light"/>
                <a:ea typeface="+mn-ea"/>
                <a:cs typeface="Arial" charset="0"/>
              </a:defRPr>
            </a:lvl1pPr>
          </a:lstStyle>
          <a:p>
            <a:pPr lvl="0"/>
            <a:r>
              <a:rPr lang="en-US"/>
              <a:t>Click to edit Master text styles</a:t>
            </a:r>
          </a:p>
        </p:txBody>
      </p:sp>
      <p:pic>
        <p:nvPicPr>
          <p:cNvPr id="8" name="Picture 7"/>
          <p:cNvPicPr>
            <a:picLocks noChangeAspect="1"/>
          </p:cNvPicPr>
          <p:nvPr userDrawn="1"/>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9347707" y="6423148"/>
            <a:ext cx="2557488" cy="295265"/>
          </a:xfrm>
          <a:prstGeom prst="rect">
            <a:avLst/>
          </a:prstGeom>
        </p:spPr>
      </p:pic>
    </p:spTree>
    <p:extLst>
      <p:ext uri="{BB962C8B-B14F-4D97-AF65-F5344CB8AC3E}">
        <p14:creationId xmlns:p14="http://schemas.microsoft.com/office/powerpoint/2010/main" val="301103172"/>
      </p:ext>
    </p:extLst>
  </p:cSld>
  <p:clrMapOvr>
    <a:masterClrMapping/>
  </p:clrMapOvr>
  <p:transition>
    <p:fade/>
  </p:transition>
</p:sldLayout>
</file>

<file path=ppt/slideLayouts/slideLayout125.xml><?xml version="1.0" encoding="utf-8"?>
<p:sldLayout xmlns:a="http://schemas.openxmlformats.org/drawingml/2006/main" xmlns:r="http://schemas.openxmlformats.org/officeDocument/2006/relationships" xmlns:p="http://schemas.openxmlformats.org/presentationml/2006/main" type="blank" preserve="1">
  <p:cSld name="Brand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Picture 2"/>
          <p:cNvPicPr>
            <a:picLocks noChangeAspect="1" noChangeArrowheads="1"/>
          </p:cNvPicPr>
          <p:nvPr userDrawn="1"/>
        </p:nvPicPr>
        <p:blipFill>
          <a:blip r:embed="rId3" cstate="screen">
            <a:extLst>
              <a:ext uri="{28A0092B-C50C-407E-A947-70E740481C1C}">
                <a14:useLocalDpi xmlns:a14="http://schemas.microsoft.com/office/drawing/2010/main"/>
              </a:ext>
            </a:extLst>
          </a:blip>
          <a:stretch>
            <a:fillRect/>
          </a:stretch>
        </p:blipFill>
        <p:spPr bwMode="black">
          <a:xfrm>
            <a:off x="4408972" y="3182436"/>
            <a:ext cx="3618533" cy="585205"/>
          </a:xfrm>
          <a:prstGeom prst="rect">
            <a:avLst/>
          </a:prstGeom>
          <a:noFill/>
          <a:ln>
            <a:noFill/>
          </a:ln>
        </p:spPr>
      </p:pic>
      <p:sp>
        <p:nvSpPr>
          <p:cNvPr id="3" name="Text Box 3"/>
          <p:cNvSpPr txBox="1">
            <a:spLocks noChangeArrowheads="1"/>
          </p:cNvSpPr>
          <p:nvPr userDrawn="1"/>
        </p:nvSpPr>
        <p:spPr bwMode="blackWhite">
          <a:xfrm>
            <a:off x="518188" y="6165253"/>
            <a:ext cx="11400102" cy="425339"/>
          </a:xfrm>
          <a:prstGeom prst="rect">
            <a:avLst/>
          </a:prstGeom>
          <a:noFill/>
          <a:ln w="12700">
            <a:noFill/>
            <a:miter lim="800000"/>
            <a:headEnd type="none" w="sm" len="sm"/>
            <a:tailEnd type="none" w="sm" len="sm"/>
          </a:ln>
          <a:effectLst/>
        </p:spPr>
        <p:txBody>
          <a:bodyPr vert="horz" wrap="square" lIns="92640" tIns="46321" rIns="92640" bIns="46321" numCol="1" anchor="t" anchorCtr="0" compatLnSpc="1">
            <a:prstTxWarp prst="textNoShape">
              <a:avLst/>
            </a:prstTxWarp>
            <a:spAutoFit/>
          </a:bodyPr>
          <a:lstStyle/>
          <a:p>
            <a:pPr algn="ctr" defTabSz="926232" eaLnBrk="0" hangingPunct="0"/>
            <a:r>
              <a:rPr lang="en-US" sz="709">
                <a:solidFill>
                  <a:schemeClr val="bg1">
                    <a:alpha val="99000"/>
                  </a:schemeClr>
                </a:solidFill>
                <a:latin typeface="Segoe UI" pitchFamily="34" charset="0"/>
                <a:cs typeface="Arial" charset="0"/>
              </a:rPr>
              <a:t>© 2011 Microsoft Corporation. All rights reserved. Microsoft, Windows, Windows Vista and other product names are or may be registered trademarks and/or trademarks in the U.S. and/or other countries.</a:t>
            </a:r>
          </a:p>
          <a:p>
            <a:pPr algn="ctr" defTabSz="926232" eaLnBrk="0" hangingPunct="0"/>
            <a:r>
              <a:rPr lang="en-US" sz="709">
                <a:solidFill>
                  <a:schemeClr val="bg1">
                    <a:alpha val="99000"/>
                  </a:schemeClr>
                </a:solidFill>
                <a:latin typeface="Segoe UI" pitchFamily="34" charset="0"/>
                <a:cs typeface="Arial"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spTree>
    <p:extLst>
      <p:ext uri="{BB962C8B-B14F-4D97-AF65-F5344CB8AC3E}">
        <p14:creationId xmlns:p14="http://schemas.microsoft.com/office/powerpoint/2010/main" val="731945782"/>
      </p:ext>
    </p:extLst>
  </p:cSld>
  <p:clrMapOvr>
    <a:masterClrMapping/>
  </p:clrMapOvr>
  <p:transition>
    <p:fade/>
  </p:transition>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WALKIN - Prints in GRAYSCALE">
    <p:bg bwMode="lt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523182" y="2931550"/>
            <a:ext cx="11456577" cy="1251729"/>
          </a:xfrm>
        </p:spPr>
        <p:txBody>
          <a:bodyPr/>
          <a:lstStyle>
            <a:lvl1pPr marL="0" indent="0">
              <a:buNone/>
              <a:defRPr lang="en-US" sz="8918" i="0" kern="1200" spc="-101" baseline="0" dirty="0" smtClean="0">
                <a:solidFill>
                  <a:schemeClr val="bg1">
                    <a:alpha val="99000"/>
                  </a:schemeClr>
                </a:solidFill>
                <a:latin typeface="Segoe UI Light" pitchFamily="34" charset="0"/>
                <a:ea typeface="+mn-ea"/>
                <a:cs typeface="+mn-cs"/>
              </a:defRPr>
            </a:lvl1pPr>
          </a:lstStyle>
          <a:p>
            <a:pPr marL="0" lvl="0" indent="0" algn="l" defTabSz="926500" rtl="0" eaLnBrk="1" latinLnBrk="0" hangingPunct="1">
              <a:lnSpc>
                <a:spcPct val="90000"/>
              </a:lnSpc>
              <a:spcBef>
                <a:spcPct val="20000"/>
              </a:spcBef>
              <a:buSzPct val="90000"/>
              <a:buFont typeface="Arial" pitchFamily="34" charset="0"/>
              <a:buNone/>
            </a:pPr>
            <a:r>
              <a:rPr lang="en-US"/>
              <a:t>Click to edit title style</a:t>
            </a:r>
          </a:p>
        </p:txBody>
      </p:sp>
      <p:sp>
        <p:nvSpPr>
          <p:cNvPr id="25" name="Text Placeholder 8"/>
          <p:cNvSpPr>
            <a:spLocks noGrp="1"/>
          </p:cNvSpPr>
          <p:nvPr userDrawn="1">
            <p:ph type="body" sz="quarter" idx="11" hasCustomPrompt="1"/>
          </p:nvPr>
        </p:nvSpPr>
        <p:spPr>
          <a:xfrm>
            <a:off x="523183" y="4401718"/>
            <a:ext cx="7666297" cy="455192"/>
          </a:xfrm>
        </p:spPr>
        <p:txBody>
          <a:bodyPr/>
          <a:lstStyle>
            <a:lvl1pPr marL="0" indent="0">
              <a:buNone/>
              <a:defRPr lang="en-US" sz="3243" kern="1200" spc="-101" baseline="0" dirty="0">
                <a:solidFill>
                  <a:schemeClr val="bg1">
                    <a:alpha val="99000"/>
                  </a:schemeClr>
                </a:solidFill>
                <a:latin typeface="+mj-lt"/>
                <a:ea typeface="+mn-ea"/>
                <a:cs typeface="+mn-cs"/>
              </a:defRPr>
            </a:lvl1pPr>
          </a:lstStyle>
          <a:p>
            <a:pPr marL="0" lvl="0" indent="0" algn="l" defTabSz="926500" rtl="0" eaLnBrk="1" latinLnBrk="0" hangingPunct="1">
              <a:lnSpc>
                <a:spcPct val="90000"/>
              </a:lnSpc>
              <a:spcBef>
                <a:spcPct val="20000"/>
              </a:spcBef>
              <a:buSzPct val="90000"/>
              <a:buFont typeface="Arial" pitchFamily="34" charset="0"/>
              <a:buNone/>
            </a:pPr>
            <a:r>
              <a:rPr lang="en-US"/>
              <a:t>Speaker Name</a:t>
            </a:r>
          </a:p>
        </p:txBody>
      </p:sp>
      <p:pic>
        <p:nvPicPr>
          <p:cNvPr id="26" name="Picture 25" descr="Microsoft logo and tagline"/>
          <p:cNvPicPr>
            <a:picLocks noChangeAspect="1" noChangeArrowheads="1"/>
          </p:cNvPicPr>
          <p:nvPr userDrawn="1"/>
        </p:nvPicPr>
        <p:blipFill rotWithShape="1">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rcRect/>
          <a:stretch/>
        </p:blipFill>
        <p:spPr bwMode="black">
          <a:xfrm>
            <a:off x="545572" y="6450107"/>
            <a:ext cx="1628072" cy="271970"/>
          </a:xfrm>
          <a:prstGeom prst="rect">
            <a:avLst/>
          </a:prstGeom>
          <a:noFill/>
          <a:ln>
            <a:noFill/>
          </a:ln>
        </p:spPr>
      </p:pic>
      <p:pic>
        <p:nvPicPr>
          <p:cNvPr id="7" name="Picture 6"/>
          <p:cNvPicPr>
            <a:picLocks noChangeAspect="1"/>
          </p:cNvPicPr>
          <p:nvPr userDrawn="1"/>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tretch>
            <a:fillRect/>
          </a:stretch>
        </p:blipFill>
        <p:spPr>
          <a:xfrm>
            <a:off x="529662" y="231672"/>
            <a:ext cx="2548578" cy="294237"/>
          </a:xfrm>
          <a:prstGeom prst="rect">
            <a:avLst/>
          </a:prstGeom>
        </p:spPr>
      </p:pic>
    </p:spTree>
    <p:extLst>
      <p:ext uri="{BB962C8B-B14F-4D97-AF65-F5344CB8AC3E}">
        <p14:creationId xmlns:p14="http://schemas.microsoft.com/office/powerpoint/2010/main" val="3307086835"/>
      </p:ext>
    </p:extLst>
  </p:cSld>
  <p:clrMapOvr>
    <a:masterClrMapping/>
  </p:clrMapOvr>
  <p:transition>
    <p:fade/>
  </p:transition>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Black Layout - Title and Content">
    <p:bg bwMode="black">
      <p:bgPr>
        <a:solidFill>
          <a:srgbClr val="0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a:t>Click to edit Master title style</a:t>
            </a:r>
          </a:p>
        </p:txBody>
      </p:sp>
      <p:sp>
        <p:nvSpPr>
          <p:cNvPr id="6" name="Text Placeholder 5"/>
          <p:cNvSpPr>
            <a:spLocks noGrp="1"/>
          </p:cNvSpPr>
          <p:nvPr>
            <p:ph type="body" sz="quarter" idx="10"/>
          </p:nvPr>
        </p:nvSpPr>
        <p:spPr bwMode="white">
          <a:xfrm>
            <a:off x="529662" y="1467237"/>
            <a:ext cx="11375536" cy="2027407"/>
          </a:xfrm>
        </p:spPr>
        <p:txBody>
          <a:bodyPr/>
          <a:lstStyle>
            <a:lvl1pPr marL="466483" indent="-466483">
              <a:buClr>
                <a:srgbClr val="FFFFFF"/>
              </a:buClr>
              <a:buSzPct val="70000"/>
              <a:buFontTx/>
              <a:buBlip>
                <a:blip r:embed="rId2"/>
              </a:buBlip>
              <a:defRPr>
                <a:gradFill>
                  <a:gsLst>
                    <a:gs pos="0">
                      <a:srgbClr val="FFFFFF"/>
                    </a:gs>
                    <a:gs pos="86000">
                      <a:srgbClr val="FFFFFF"/>
                    </a:gs>
                  </a:gsLst>
                  <a:lin ang="5400000" scaled="0"/>
                </a:gradFill>
              </a:defRPr>
            </a:lvl1pPr>
            <a:lvl2pPr marL="867021" indent="-400536">
              <a:buClr>
                <a:srgbClr val="FFFFFF"/>
              </a:buClr>
              <a:buSzPct val="70000"/>
              <a:buFontTx/>
              <a:buBlip>
                <a:blip r:embed="rId2"/>
              </a:buBlip>
              <a:defRPr>
                <a:gradFill>
                  <a:gsLst>
                    <a:gs pos="0">
                      <a:srgbClr val="FFFFFF"/>
                    </a:gs>
                    <a:gs pos="86000">
                      <a:srgbClr val="FFFFFF"/>
                    </a:gs>
                  </a:gsLst>
                  <a:lin ang="5400000" scaled="0"/>
                </a:gradFill>
              </a:defRPr>
            </a:lvl2pPr>
            <a:lvl3pPr marL="1275599" indent="-408578">
              <a:buClr>
                <a:srgbClr val="FFFFFF"/>
              </a:buClr>
              <a:buSzPct val="70000"/>
              <a:buFontTx/>
              <a:buBlip>
                <a:blip r:embed="rId2"/>
              </a:buBlip>
              <a:defRPr>
                <a:gradFill>
                  <a:gsLst>
                    <a:gs pos="0">
                      <a:srgbClr val="FFFFFF"/>
                    </a:gs>
                    <a:gs pos="86000">
                      <a:srgbClr val="FFFFFF"/>
                    </a:gs>
                  </a:gsLst>
                  <a:lin ang="5400000" scaled="0"/>
                </a:gradFill>
              </a:defRPr>
            </a:lvl3pPr>
            <a:lvl4pPr marL="1626264" indent="-350668">
              <a:buClr>
                <a:srgbClr val="FFFFFF"/>
              </a:buClr>
              <a:buSzPct val="70000"/>
              <a:buFontTx/>
              <a:buBlip>
                <a:blip r:embed="rId2"/>
              </a:buBlip>
              <a:defRPr>
                <a:gradFill>
                  <a:gsLst>
                    <a:gs pos="0">
                      <a:srgbClr val="FFFFFF"/>
                    </a:gs>
                    <a:gs pos="86000">
                      <a:srgbClr val="FFFFFF"/>
                    </a:gs>
                  </a:gsLst>
                  <a:lin ang="5400000" scaled="0"/>
                </a:gradFill>
              </a:defRPr>
            </a:lvl4pPr>
            <a:lvl5pPr marL="1967283" indent="-341017">
              <a:buClr>
                <a:srgbClr val="FFFFFF"/>
              </a:buClr>
              <a:buSzPct val="70000"/>
              <a:buFontTx/>
              <a:buBlip>
                <a:blip r:embed="rId2"/>
              </a:buBlip>
              <a:defRPr>
                <a:gradFill>
                  <a:gsLst>
                    <a:gs pos="0">
                      <a:srgbClr val="FFFFFF"/>
                    </a:gs>
                    <a:gs pos="86000">
                      <a:srgbClr val="FFFFFF"/>
                    </a:gs>
                  </a:gsLst>
                  <a:lin ang="5400000" scaled="0"/>
                </a:gra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14781349"/>
      </p:ext>
    </p:extLst>
  </p:cSld>
  <p:clrMapOvr>
    <a:masterClrMapping/>
  </p:clrMapOvr>
  <p:transition>
    <p:fade/>
  </p:transition>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a:t>Click to edit Master title style</a:t>
            </a:r>
          </a:p>
        </p:txBody>
      </p:sp>
      <p:sp>
        <p:nvSpPr>
          <p:cNvPr id="6" name="Text Placeholder 5"/>
          <p:cNvSpPr>
            <a:spLocks noGrp="1"/>
          </p:cNvSpPr>
          <p:nvPr>
            <p:ph type="body" sz="quarter" idx="10"/>
          </p:nvPr>
        </p:nvSpPr>
        <p:spPr bwMode="white">
          <a:xfrm>
            <a:off x="529662" y="1467237"/>
            <a:ext cx="11375536" cy="2027407"/>
          </a:xfrm>
        </p:spPr>
        <p:txBody>
          <a:bodyPr/>
          <a:lstStyle>
            <a:lvl1pPr marL="466483" indent="-466483">
              <a:buClr>
                <a:srgbClr val="FFFFFF"/>
              </a:buClr>
              <a:buSzPct val="70000"/>
              <a:buFontTx/>
              <a:buBlip>
                <a:blip r:embed="rId2"/>
              </a:buBlip>
              <a:defRPr>
                <a:gradFill>
                  <a:gsLst>
                    <a:gs pos="0">
                      <a:srgbClr val="FFFFFF"/>
                    </a:gs>
                    <a:gs pos="86000">
                      <a:srgbClr val="FFFFFF"/>
                    </a:gs>
                  </a:gsLst>
                  <a:lin ang="5400000" scaled="0"/>
                </a:gradFill>
              </a:defRPr>
            </a:lvl1pPr>
            <a:lvl2pPr marL="867021" indent="-400536">
              <a:buClr>
                <a:srgbClr val="FFFFFF"/>
              </a:buClr>
              <a:buSzPct val="70000"/>
              <a:buFontTx/>
              <a:buBlip>
                <a:blip r:embed="rId2"/>
              </a:buBlip>
              <a:defRPr>
                <a:gradFill>
                  <a:gsLst>
                    <a:gs pos="0">
                      <a:srgbClr val="FFFFFF"/>
                    </a:gs>
                    <a:gs pos="86000">
                      <a:srgbClr val="FFFFFF"/>
                    </a:gs>
                  </a:gsLst>
                  <a:lin ang="5400000" scaled="0"/>
                </a:gradFill>
              </a:defRPr>
            </a:lvl2pPr>
            <a:lvl3pPr marL="1275599" indent="-408578">
              <a:buClr>
                <a:srgbClr val="FFFFFF"/>
              </a:buClr>
              <a:buSzPct val="70000"/>
              <a:buFontTx/>
              <a:buBlip>
                <a:blip r:embed="rId2"/>
              </a:buBlip>
              <a:defRPr>
                <a:gradFill>
                  <a:gsLst>
                    <a:gs pos="0">
                      <a:srgbClr val="FFFFFF"/>
                    </a:gs>
                    <a:gs pos="86000">
                      <a:srgbClr val="FFFFFF"/>
                    </a:gs>
                  </a:gsLst>
                  <a:lin ang="5400000" scaled="0"/>
                </a:gradFill>
              </a:defRPr>
            </a:lvl3pPr>
            <a:lvl4pPr marL="1626264" indent="-350668">
              <a:buClr>
                <a:srgbClr val="FFFFFF"/>
              </a:buClr>
              <a:buSzPct val="70000"/>
              <a:buFontTx/>
              <a:buBlip>
                <a:blip r:embed="rId2"/>
              </a:buBlip>
              <a:defRPr>
                <a:gradFill>
                  <a:gsLst>
                    <a:gs pos="0">
                      <a:srgbClr val="FFFFFF"/>
                    </a:gs>
                    <a:gs pos="86000">
                      <a:srgbClr val="FFFFFF"/>
                    </a:gs>
                  </a:gsLst>
                  <a:lin ang="5400000" scaled="0"/>
                </a:gradFill>
              </a:defRPr>
            </a:lvl4pPr>
            <a:lvl5pPr marL="1967283" indent="-341017">
              <a:buClr>
                <a:srgbClr val="FFFFFF"/>
              </a:buClr>
              <a:buSzPct val="70000"/>
              <a:buFontTx/>
              <a:buBlip>
                <a:blip r:embed="rId2"/>
              </a:buBlip>
              <a:defRPr>
                <a:gradFill>
                  <a:gsLst>
                    <a:gs pos="0">
                      <a:srgbClr val="FFFFFF"/>
                    </a:gs>
                    <a:gs pos="86000">
                      <a:srgbClr val="FFFFFF"/>
                    </a:gs>
                  </a:gsLst>
                  <a:lin ang="5400000" scaled="0"/>
                </a:gra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p:nvPr>
        </p:nvSpPr>
        <p:spPr>
          <a:xfrm>
            <a:off x="3" y="6322640"/>
            <a:ext cx="12436476" cy="627437"/>
          </a:xfrm>
          <a:solidFill>
            <a:srgbClr val="FFFF99"/>
          </a:solidFill>
        </p:spPr>
        <p:txBody>
          <a:bodyPr wrap="square" lIns="152375" tIns="76185" rIns="152375" bIns="76185" anchor="b" anchorCtr="0">
            <a:noAutofit/>
          </a:bodyPr>
          <a:lstStyle>
            <a:lvl1pPr algn="r">
              <a:buFont typeface="Arial" pitchFamily="34" charset="0"/>
              <a:buNone/>
              <a:defRPr spc="-52" baseline="0">
                <a:gradFill>
                  <a:gsLst>
                    <a:gs pos="0">
                      <a:srgbClr val="000000"/>
                    </a:gs>
                    <a:gs pos="100000">
                      <a:srgbClr val="000000"/>
                    </a:gs>
                  </a:gsLst>
                  <a:lin ang="5400000" scaled="0"/>
                </a:gradFill>
                <a:effectLst/>
                <a:latin typeface="Segoe UI" pitchFamily="34" charset="0"/>
              </a:defRPr>
            </a:lvl1pPr>
          </a:lstStyle>
          <a:p>
            <a:pPr lvl="0"/>
            <a:r>
              <a:rPr lang="en-US"/>
              <a:t>Click to edit Master text styles</a:t>
            </a:r>
          </a:p>
        </p:txBody>
      </p:sp>
    </p:spTree>
    <p:extLst>
      <p:ext uri="{BB962C8B-B14F-4D97-AF65-F5344CB8AC3E}">
        <p14:creationId xmlns:p14="http://schemas.microsoft.com/office/powerpoint/2010/main" val="3099504395"/>
      </p:ext>
    </p:extLst>
  </p:cSld>
  <p:clrMapOvr>
    <a:masterClrMapping/>
  </p:clrMapOvr>
  <p:transition>
    <p:fade/>
  </p:transition>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174351"/>
          </a:xfrm>
          <a:noFill/>
        </p:spPr>
        <p:txBody>
          <a:bodyPr tIns="91440" bIns="91440" anchor="t" anchorCtr="0">
            <a:spAutoFit/>
          </a:bodyPr>
          <a:lstStyle>
            <a:lvl1pPr>
              <a:defRPr sz="7151"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07652643"/>
      </p:ext>
    </p:extLst>
  </p:cSld>
  <p:clrMapOvr>
    <a:masterClrMapping/>
  </p:clrMapOvr>
  <p:transition>
    <p:fade/>
  </p:transition>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p:cSld name="Welcome Slide">
    <p:spTree>
      <p:nvGrpSpPr>
        <p:cNvPr id="1" name=""/>
        <p:cNvGrpSpPr/>
        <p:nvPr/>
      </p:nvGrpSpPr>
      <p:grpSpPr>
        <a:xfrm>
          <a:off x="0" y="0"/>
          <a:ext cx="0" cy="0"/>
          <a:chOff x="0" y="0"/>
          <a:chExt cx="0" cy="0"/>
        </a:xfrm>
      </p:grpSpPr>
      <p:pic>
        <p:nvPicPr>
          <p:cNvPr id="4" name="Picture 7" descr="C:\Users\i-jbatsc\Desktop\images\images\azure\azure_logo.png"/>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829099" y="1518720"/>
            <a:ext cx="4364666" cy="18037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C:\Users\i-jbatsc\Desktop\images\images\azure\azure_illustration_layer1.png"/>
          <p:cNvPicPr>
            <a:picLocks noChangeAspect="1" noChangeArrowheads="1"/>
          </p:cNvPicPr>
          <p:nvPr userDrawn="1"/>
        </p:nvPicPr>
        <p:blipFill>
          <a:blip r:embed="rId3">
            <a:extLst>
              <a:ext uri="{28A0092B-C50C-407E-A947-70E740481C1C}">
                <a14:useLocalDpi xmlns:a14="http://schemas.microsoft.com/office/drawing/2010/main"/>
              </a:ext>
            </a:extLst>
          </a:blip>
          <a:srcRect/>
          <a:stretch>
            <a:fillRect/>
          </a:stretch>
        </p:blipFill>
        <p:spPr bwMode="auto">
          <a:xfrm>
            <a:off x="2285673" y="1724734"/>
            <a:ext cx="9534631" cy="432209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i-jbatsc\Desktop\images\images\logo.png"/>
          <p:cNvPicPr>
            <a:picLocks noChangeAspect="1" noChangeArrowheads="1"/>
          </p:cNvPicPr>
          <p:nvPr userDrawn="1"/>
        </p:nvPicPr>
        <p:blipFill>
          <a:blip r:embed="rId4"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943162505"/>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829099" y="3397868"/>
            <a:ext cx="4364666" cy="1122105"/>
          </a:xfrm>
        </p:spPr>
        <p:txBody>
          <a:bodyPr anchor="t">
            <a:noAutofit/>
          </a:bodyPr>
          <a:lstStyle>
            <a:lvl1pPr algn="l">
              <a:defRPr sz="3243">
                <a:solidFill>
                  <a:schemeClr val="tx1"/>
                </a:solidFill>
              </a:defRPr>
            </a:lvl1pPr>
          </a:lstStyle>
          <a:p>
            <a:r>
              <a:rPr lang="en-US"/>
              <a:t>Click to edit Master title style</a:t>
            </a:r>
          </a:p>
        </p:txBody>
      </p:sp>
      <p:sp>
        <p:nvSpPr>
          <p:cNvPr id="12" name="Text Placeholder 11"/>
          <p:cNvSpPr>
            <a:spLocks noGrp="1"/>
          </p:cNvSpPr>
          <p:nvPr>
            <p:ph type="body" sz="quarter" idx="10"/>
          </p:nvPr>
        </p:nvSpPr>
        <p:spPr>
          <a:xfrm>
            <a:off x="842822" y="4519919"/>
            <a:ext cx="4352560" cy="386115"/>
          </a:xfrm>
        </p:spPr>
        <p:txBody>
          <a:bodyPr>
            <a:noAutofit/>
          </a:bodyPr>
          <a:lstStyle>
            <a:lvl1pPr marL="0" indent="0">
              <a:buNone/>
              <a:defRPr sz="2128">
                <a:solidFill>
                  <a:schemeClr val="tx1"/>
                </a:solidFill>
              </a:defRPr>
            </a:lvl1pPr>
          </a:lstStyle>
          <a:p>
            <a:pPr lvl="0"/>
            <a:r>
              <a:rPr lang="en-US"/>
              <a:t>Click to edit Master text styles</a:t>
            </a:r>
          </a:p>
        </p:txBody>
      </p:sp>
      <p:pic>
        <p:nvPicPr>
          <p:cNvPr id="9" name="Picture 7" descr="C:\Users\i-jbatsc\Desktop\images\images\azure\azure_logo.png"/>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829099" y="1518720"/>
            <a:ext cx="4364666" cy="18037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3" descr="C:\Users\i-jbatsc\Desktop\images\images\azure_tree_3.png"/>
          <p:cNvPicPr>
            <a:picLocks noChangeAspect="1" noChangeArrowheads="1"/>
          </p:cNvPicPr>
          <p:nvPr userDrawn="1"/>
        </p:nvPicPr>
        <p:blipFill>
          <a:blip r:embed="rId3">
            <a:extLst>
              <a:ext uri="{28A0092B-C50C-407E-A947-70E740481C1C}">
                <a14:useLocalDpi xmlns:a14="http://schemas.microsoft.com/office/drawing/2010/main"/>
              </a:ext>
            </a:extLst>
          </a:blip>
          <a:srcRect/>
          <a:stretch>
            <a:fillRect/>
          </a:stretch>
        </p:blipFill>
        <p:spPr bwMode="auto">
          <a:xfrm>
            <a:off x="10949825" y="2857361"/>
            <a:ext cx="565514" cy="77666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C:\Users\i-jbatsc\Desktop\images\images\azure_tent.png"/>
          <p:cNvPicPr>
            <a:picLocks noChangeAspect="1" noChangeArrowheads="1"/>
          </p:cNvPicPr>
          <p:nvPr userDrawn="1"/>
        </p:nvPicPr>
        <p:blipFill>
          <a:blip r:embed="rId4">
            <a:extLst>
              <a:ext uri="{28A0092B-C50C-407E-A947-70E740481C1C}">
                <a14:useLocalDpi xmlns:a14="http://schemas.microsoft.com/office/drawing/2010/main"/>
              </a:ext>
            </a:extLst>
          </a:blip>
          <a:srcRect/>
          <a:stretch>
            <a:fillRect/>
          </a:stretch>
        </p:blipFill>
        <p:spPr bwMode="auto">
          <a:xfrm>
            <a:off x="7092882" y="3658725"/>
            <a:ext cx="2111610" cy="131258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5" descr="C:\Users\i-jbatsc\Desktop\images\images\azure_tree_1.png"/>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9204480" y="1808067"/>
            <a:ext cx="801734" cy="151452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C:\Users\i-jbatsc\Desktop\images\images\azure_tree_2.png"/>
          <p:cNvPicPr>
            <a:picLocks noChangeAspect="1" noChangeArrowheads="1"/>
          </p:cNvPicPr>
          <p:nvPr userDrawn="1"/>
        </p:nvPicPr>
        <p:blipFill>
          <a:blip r:embed="rId6">
            <a:extLst>
              <a:ext uri="{28A0092B-C50C-407E-A947-70E740481C1C}">
                <a14:useLocalDpi xmlns:a14="http://schemas.microsoft.com/office/drawing/2010/main"/>
              </a:ext>
            </a:extLst>
          </a:blip>
          <a:srcRect/>
          <a:stretch>
            <a:fillRect/>
          </a:stretch>
        </p:blipFill>
        <p:spPr bwMode="auto">
          <a:xfrm>
            <a:off x="10141589" y="3977096"/>
            <a:ext cx="808253" cy="1109603"/>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i-jbatsc\Desktop\images\images\logo.png"/>
          <p:cNvPicPr>
            <a:picLocks noChangeAspect="1" noChangeArrowheads="1"/>
          </p:cNvPicPr>
          <p:nvPr userDrawn="1"/>
        </p:nvPicPr>
        <p:blipFill>
          <a:blip r:embed="rId7"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p:cNvPicPr>
            <a:picLocks noChangeAspect="1"/>
          </p:cNvPicPr>
          <p:nvPr userDrawn="1"/>
        </p:nvPicPr>
        <p:blipFill>
          <a:blip r:embed="rId8"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3198280024"/>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sp>
        <p:nvSpPr>
          <p:cNvPr id="2" name="Title 1"/>
          <p:cNvSpPr>
            <a:spLocks noGrp="1"/>
          </p:cNvSpPr>
          <p:nvPr>
            <p:ph type="title"/>
          </p:nvPr>
        </p:nvSpPr>
        <p:spPr>
          <a:xfrm>
            <a:off x="829099" y="3397868"/>
            <a:ext cx="4364666" cy="1122105"/>
          </a:xfrm>
        </p:spPr>
        <p:txBody>
          <a:bodyPr anchor="t">
            <a:noAutofit/>
          </a:bodyPr>
          <a:lstStyle>
            <a:lvl1pPr algn="l">
              <a:defRPr sz="3243">
                <a:solidFill>
                  <a:schemeClr val="tx1"/>
                </a:solidFill>
              </a:defRPr>
            </a:lvl1pPr>
          </a:lstStyle>
          <a:p>
            <a:r>
              <a:rPr lang="en-US"/>
              <a:t>Click to edit Master title style</a:t>
            </a:r>
          </a:p>
        </p:txBody>
      </p:sp>
      <p:sp>
        <p:nvSpPr>
          <p:cNvPr id="12" name="Text Placeholder 11"/>
          <p:cNvSpPr>
            <a:spLocks noGrp="1"/>
          </p:cNvSpPr>
          <p:nvPr>
            <p:ph type="body" sz="quarter" idx="10"/>
          </p:nvPr>
        </p:nvSpPr>
        <p:spPr>
          <a:xfrm>
            <a:off x="842822" y="4519919"/>
            <a:ext cx="4352560" cy="386115"/>
          </a:xfrm>
        </p:spPr>
        <p:txBody>
          <a:bodyPr>
            <a:noAutofit/>
          </a:bodyPr>
          <a:lstStyle>
            <a:lvl1pPr marL="0" indent="0">
              <a:buNone/>
              <a:defRPr sz="2128">
                <a:solidFill>
                  <a:schemeClr val="tx1"/>
                </a:solidFill>
              </a:defRPr>
            </a:lvl1pPr>
          </a:lstStyle>
          <a:p>
            <a:pPr lvl="0"/>
            <a:r>
              <a:rPr lang="en-US"/>
              <a:t>Click to edit Master text styles</a:t>
            </a:r>
          </a:p>
        </p:txBody>
      </p:sp>
      <p:pic>
        <p:nvPicPr>
          <p:cNvPr id="9" name="Picture 7" descr="C:\Users\i-jbatsc\Desktop\images\images\azure\azure_logo.png"/>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829099" y="1518720"/>
            <a:ext cx="4364666" cy="18037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3" descr="C:\Users\i-jbatsc\Desktop\images\images\azure_tree_3.png"/>
          <p:cNvPicPr>
            <a:picLocks noChangeAspect="1" noChangeArrowheads="1"/>
          </p:cNvPicPr>
          <p:nvPr userDrawn="1"/>
        </p:nvPicPr>
        <p:blipFill>
          <a:blip r:embed="rId3">
            <a:extLst>
              <a:ext uri="{28A0092B-C50C-407E-A947-70E740481C1C}">
                <a14:useLocalDpi xmlns:a14="http://schemas.microsoft.com/office/drawing/2010/main"/>
              </a:ext>
            </a:extLst>
          </a:blip>
          <a:srcRect/>
          <a:stretch>
            <a:fillRect/>
          </a:stretch>
        </p:blipFill>
        <p:spPr bwMode="auto">
          <a:xfrm>
            <a:off x="10949825" y="2857361"/>
            <a:ext cx="565514" cy="77666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C:\Users\i-jbatsc\Desktop\images\images\azure_tent.png"/>
          <p:cNvPicPr>
            <a:picLocks noChangeAspect="1" noChangeArrowheads="1"/>
          </p:cNvPicPr>
          <p:nvPr userDrawn="1"/>
        </p:nvPicPr>
        <p:blipFill>
          <a:blip r:embed="rId4">
            <a:extLst>
              <a:ext uri="{28A0092B-C50C-407E-A947-70E740481C1C}">
                <a14:useLocalDpi xmlns:a14="http://schemas.microsoft.com/office/drawing/2010/main"/>
              </a:ext>
            </a:extLst>
          </a:blip>
          <a:srcRect/>
          <a:stretch>
            <a:fillRect/>
          </a:stretch>
        </p:blipFill>
        <p:spPr bwMode="auto">
          <a:xfrm>
            <a:off x="7092882" y="3658725"/>
            <a:ext cx="2111610" cy="131258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5" descr="C:\Users\i-jbatsc\Desktop\images\images\azure_tree_1.png"/>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9204480" y="1808067"/>
            <a:ext cx="801734" cy="151452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C:\Users\i-jbatsc\Desktop\images\images\azure_tree_2.png"/>
          <p:cNvPicPr>
            <a:picLocks noChangeAspect="1" noChangeArrowheads="1"/>
          </p:cNvPicPr>
          <p:nvPr userDrawn="1"/>
        </p:nvPicPr>
        <p:blipFill>
          <a:blip r:embed="rId6">
            <a:extLst>
              <a:ext uri="{28A0092B-C50C-407E-A947-70E740481C1C}">
                <a14:useLocalDpi xmlns:a14="http://schemas.microsoft.com/office/drawing/2010/main"/>
              </a:ext>
            </a:extLst>
          </a:blip>
          <a:srcRect/>
          <a:stretch>
            <a:fillRect/>
          </a:stretch>
        </p:blipFill>
        <p:spPr bwMode="auto">
          <a:xfrm>
            <a:off x="10141589" y="3977096"/>
            <a:ext cx="808253" cy="1109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25261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1140011" y="1621687"/>
            <a:ext cx="10674641" cy="4586728"/>
          </a:xfrm>
        </p:spPr>
        <p:txBody>
          <a:bodyPr/>
          <a:lstStyle>
            <a:lvl1pPr marL="463245" indent="-463245">
              <a:buFontTx/>
              <a:buBlip>
                <a:blip r:embed="rId2"/>
              </a:buBlip>
              <a:defRPr/>
            </a:lvl1pPr>
            <a:lvl2pPr marL="1003699" indent="-386038">
              <a:buFontTx/>
              <a:buBlip>
                <a:blip r:embed="rId2"/>
              </a:buBlip>
              <a:defRPr/>
            </a:lvl2pPr>
            <a:lvl3pPr marL="1544151" indent="-308831">
              <a:buFontTx/>
              <a:buBlip>
                <a:blip r:embed="rId2"/>
              </a:buBlip>
              <a:defRPr/>
            </a:lvl3pPr>
            <a:lvl4pPr marL="2161812" indent="-308831">
              <a:buFontTx/>
              <a:buBlip>
                <a:blip r:embed="rId2"/>
              </a:buBlip>
              <a:defRPr/>
            </a:lvl4pPr>
            <a:lvl5pPr marL="2779472" indent="-308831">
              <a:buFontTx/>
              <a:buBlip>
                <a:blip r:embed="rId2"/>
              </a:buBlip>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86E19E8-A673-43B0-9B30-51374D85A278}"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DDCDA669-2898-432B-834D-3FAFA923CA2B}" type="slidenum">
              <a:rPr lang="en-US" smtClean="0">
                <a:solidFill>
                  <a:prstClr val="black">
                    <a:tint val="75000"/>
                  </a:prstClr>
                </a:solidFill>
              </a:rPr>
              <a:pPr/>
              <a:t>‹#›</a:t>
            </a:fld>
            <a:endParaRPr lang="en-US">
              <a:solidFill>
                <a:prstClr val="black">
                  <a:tint val="75000"/>
                </a:prstClr>
              </a:solidFill>
            </a:endParaRPr>
          </a:p>
        </p:txBody>
      </p:sp>
      <p:sp>
        <p:nvSpPr>
          <p:cNvPr id="7" name="Title Placeholder 1"/>
          <p:cNvSpPr>
            <a:spLocks noGrp="1"/>
          </p:cNvSpPr>
          <p:nvPr>
            <p:ph type="title"/>
          </p:nvPr>
        </p:nvSpPr>
        <p:spPr>
          <a:xfrm>
            <a:off x="1140036" y="180295"/>
            <a:ext cx="10674639" cy="896111"/>
          </a:xfrm>
          <a:prstGeom prst="rect">
            <a:avLst/>
          </a:prstGeom>
        </p:spPr>
        <p:txBody>
          <a:bodyPr vert="horz" lIns="121899" tIns="60949" rIns="121899" bIns="60949" rtlCol="0" anchor="ctr">
            <a:normAutofit/>
          </a:bodyPr>
          <a:lstStyle>
            <a:lvl1pPr algn="l">
              <a:defRPr/>
            </a:lvl1pPr>
          </a:lstStyle>
          <a:p>
            <a:r>
              <a:rPr lang="en-US"/>
              <a:t>Click to edit Master title style</a:t>
            </a:r>
          </a:p>
        </p:txBody>
      </p:sp>
      <p:pic>
        <p:nvPicPr>
          <p:cNvPr id="8" name="Picture 2" descr="C:\Users\i-jbatsc\Desktop\images\images\logo.png"/>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84459773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629218" y="1776237"/>
            <a:ext cx="5185462" cy="1029642"/>
          </a:xfrm>
        </p:spPr>
        <p:txBody>
          <a:bodyPr anchor="b">
            <a:normAutofit/>
          </a:bodyPr>
          <a:lstStyle>
            <a:lvl1pPr algn="l">
              <a:defRPr sz="3750" b="0">
                <a:solidFill>
                  <a:srgbClr val="FFFFFF"/>
                </a:solidFill>
              </a:defRPr>
            </a:lvl1pPr>
          </a:lstStyle>
          <a:p>
            <a:r>
              <a:rPr lang="en-US"/>
              <a:t>Click to edit Master title style</a:t>
            </a:r>
          </a:p>
        </p:txBody>
      </p:sp>
      <p:sp>
        <p:nvSpPr>
          <p:cNvPr id="4" name="Text Placeholder 3"/>
          <p:cNvSpPr>
            <a:spLocks noGrp="1"/>
          </p:cNvSpPr>
          <p:nvPr>
            <p:ph type="body" sz="half" idx="2"/>
          </p:nvPr>
        </p:nvSpPr>
        <p:spPr>
          <a:xfrm>
            <a:off x="6621289" y="2822932"/>
            <a:ext cx="5193380" cy="2453977"/>
          </a:xfrm>
        </p:spPr>
        <p:txBody>
          <a:bodyPr>
            <a:normAutofit/>
          </a:bodyPr>
          <a:lstStyle>
            <a:lvl1pPr marL="0" indent="0">
              <a:buNone/>
              <a:defRPr sz="2432">
                <a:solidFill>
                  <a:srgbClr val="FFFFFF"/>
                </a:solidFill>
              </a:defRPr>
            </a:lvl1pPr>
            <a:lvl2pPr marL="617660" indent="0">
              <a:buNone/>
              <a:defRPr sz="1621"/>
            </a:lvl2pPr>
            <a:lvl3pPr marL="1235321" indent="0">
              <a:buNone/>
              <a:defRPr sz="1317"/>
            </a:lvl3pPr>
            <a:lvl4pPr marL="1852982" indent="0">
              <a:buNone/>
              <a:defRPr sz="1216"/>
            </a:lvl4pPr>
            <a:lvl5pPr marL="2470642" indent="0">
              <a:buNone/>
              <a:defRPr sz="1216"/>
            </a:lvl5pPr>
            <a:lvl6pPr marL="3088303" indent="0">
              <a:buNone/>
              <a:defRPr sz="1216"/>
            </a:lvl6pPr>
            <a:lvl7pPr marL="3705963" indent="0">
              <a:buNone/>
              <a:defRPr sz="1216"/>
            </a:lvl7pPr>
            <a:lvl8pPr marL="4323623" indent="0">
              <a:buNone/>
              <a:defRPr sz="1216"/>
            </a:lvl8pPr>
            <a:lvl9pPr marL="4941285" indent="0">
              <a:buNone/>
              <a:defRPr sz="1216"/>
            </a:lvl9pPr>
          </a:lstStyle>
          <a:p>
            <a:pPr lvl="0"/>
            <a:r>
              <a:rPr lang="en-US"/>
              <a:t>Click to edit Master text styles</a:t>
            </a:r>
          </a:p>
        </p:txBody>
      </p:sp>
      <p:sp>
        <p:nvSpPr>
          <p:cNvPr id="5" name="Date Placeholder 4"/>
          <p:cNvSpPr>
            <a:spLocks noGrp="1"/>
          </p:cNvSpPr>
          <p:nvPr>
            <p:ph type="dt" sz="half" idx="10"/>
          </p:nvPr>
        </p:nvSpPr>
        <p:spPr/>
        <p:txBody>
          <a:bodyPr/>
          <a:lstStyle/>
          <a:p>
            <a:fld id="{4034CBBE-2C6C-4E19-B43A-70A96445ED5B}"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24EFFE98-0587-46E8-89E2-604B65FE2138}" type="slidenum">
              <a:rPr lang="en-US" smtClean="0">
                <a:solidFill>
                  <a:prstClr val="black">
                    <a:tint val="75000"/>
                  </a:prstClr>
                </a:solidFill>
              </a:rPr>
              <a:pPr/>
              <a:t>‹#›</a:t>
            </a:fld>
            <a:endParaRPr lang="en-US">
              <a:solidFill>
                <a:prstClr val="black">
                  <a:tint val="75000"/>
                </a:prstClr>
              </a:solidFill>
            </a:endParaRPr>
          </a:p>
        </p:txBody>
      </p:sp>
      <p:sp>
        <p:nvSpPr>
          <p:cNvPr id="3" name="Picture Placeholder 2"/>
          <p:cNvSpPr>
            <a:spLocks noGrp="1"/>
          </p:cNvSpPr>
          <p:nvPr>
            <p:ph type="pic" idx="1"/>
          </p:nvPr>
        </p:nvSpPr>
        <p:spPr>
          <a:xfrm>
            <a:off x="829098" y="1976910"/>
            <a:ext cx="4850225" cy="2965365"/>
          </a:xfrm>
          <a:prstGeom prst="rect">
            <a:avLst/>
          </a:prstGeom>
          <a:solidFill>
            <a:srgbClr val="B8D4DE"/>
          </a:solidFill>
          <a:ln w="76200">
            <a:solidFill>
              <a:schemeClr val="bg1">
                <a:lumMod val="85000"/>
              </a:schemeClr>
            </a:solidFill>
          </a:ln>
          <a:effectLst>
            <a:reflection blurRad="12700" stA="30000" endPos="30000" dist="5000" dir="5400000" sy="-100000" algn="bl" rotWithShape="0"/>
          </a:effectLst>
          <a:scene3d>
            <a:camera prst="perspectiveContrastingLeftFacing" fov="600000">
              <a:rot lat="240000" lon="19799999" rev="0"/>
            </a:camera>
            <a:lightRig rig="threePt" dir="t">
              <a:rot lat="0" lon="0" rev="2700000"/>
            </a:lightRig>
          </a:scene3d>
          <a:sp3d/>
        </p:spPr>
        <p:txBody>
          <a:bodyPr/>
          <a:lstStyle>
            <a:lvl1pPr marL="0" indent="0" algn="ctr">
              <a:buNone/>
              <a:defRPr sz="4358">
                <a:solidFill>
                  <a:schemeClr val="bg1"/>
                </a:solidFill>
              </a:defRPr>
            </a:lvl1pPr>
            <a:lvl2pPr marL="617660" indent="0">
              <a:buNone/>
              <a:defRPr sz="3750"/>
            </a:lvl2pPr>
            <a:lvl3pPr marL="1235321" indent="0">
              <a:buNone/>
              <a:defRPr sz="3243"/>
            </a:lvl3pPr>
            <a:lvl4pPr marL="1852982" indent="0">
              <a:buNone/>
              <a:defRPr sz="2736"/>
            </a:lvl4pPr>
            <a:lvl5pPr marL="2470642" indent="0">
              <a:buNone/>
              <a:defRPr sz="2736"/>
            </a:lvl5pPr>
            <a:lvl6pPr marL="3088303" indent="0">
              <a:buNone/>
              <a:defRPr sz="2736"/>
            </a:lvl6pPr>
            <a:lvl7pPr marL="3705963" indent="0">
              <a:buNone/>
              <a:defRPr sz="2736"/>
            </a:lvl7pPr>
            <a:lvl8pPr marL="4323623" indent="0">
              <a:buNone/>
              <a:defRPr sz="2736"/>
            </a:lvl8pPr>
            <a:lvl9pPr marL="4941285" indent="0">
              <a:buNone/>
              <a:defRPr sz="2736"/>
            </a:lvl9pPr>
          </a:lstStyle>
          <a:p>
            <a:r>
              <a:rPr lang="en-US"/>
              <a:t>Click icon to add picture</a:t>
            </a: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3836780675"/>
      </p:ext>
    </p:extLst>
  </p:cSld>
  <p:clrMapOvr>
    <a:masterClrMapping/>
  </p:clrMapOvr>
  <p:transition>
    <p:fade/>
  </p:transition>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82396" y="4466069"/>
            <a:ext cx="10571004" cy="1380362"/>
          </a:xfrm>
        </p:spPr>
        <p:txBody>
          <a:bodyPr anchor="t"/>
          <a:lstStyle>
            <a:lvl1pPr algn="l">
              <a:defRPr sz="5371" b="0" cap="none">
                <a:solidFill>
                  <a:schemeClr val="tx1"/>
                </a:solidFill>
                <a:effectLst/>
                <a:latin typeface="Segoe UI" pitchFamily="34" charset="0"/>
                <a:ea typeface="Segoe UI" pitchFamily="34" charset="0"/>
                <a:cs typeface="Segoe UI" pitchFamily="34" charset="0"/>
              </a:defRPr>
            </a:lvl1pPr>
          </a:lstStyle>
          <a:p>
            <a:r>
              <a:rPr lang="en-US"/>
              <a:t>Click To Edit Master Title Style</a:t>
            </a:r>
          </a:p>
        </p:txBody>
      </p:sp>
      <p:sp>
        <p:nvSpPr>
          <p:cNvPr id="3" name="Text Placeholder 2"/>
          <p:cNvSpPr>
            <a:spLocks noGrp="1"/>
          </p:cNvSpPr>
          <p:nvPr>
            <p:ph type="body" idx="1"/>
          </p:nvPr>
        </p:nvSpPr>
        <p:spPr>
          <a:xfrm>
            <a:off x="982396" y="2945739"/>
            <a:ext cx="10571004" cy="1520328"/>
          </a:xfrm>
        </p:spPr>
        <p:txBody>
          <a:bodyPr anchor="b"/>
          <a:lstStyle>
            <a:lvl1pPr marL="0" indent="0">
              <a:buNone/>
              <a:defRPr sz="2736">
                <a:solidFill>
                  <a:schemeClr val="tx1">
                    <a:tint val="75000"/>
                  </a:schemeClr>
                </a:solidFill>
              </a:defRPr>
            </a:lvl1pPr>
            <a:lvl2pPr marL="617660" indent="0">
              <a:buNone/>
              <a:defRPr sz="2432">
                <a:solidFill>
                  <a:schemeClr val="tx1">
                    <a:tint val="75000"/>
                  </a:schemeClr>
                </a:solidFill>
              </a:defRPr>
            </a:lvl2pPr>
            <a:lvl3pPr marL="1235321" indent="0">
              <a:buNone/>
              <a:defRPr sz="2128">
                <a:solidFill>
                  <a:schemeClr val="tx1">
                    <a:tint val="75000"/>
                  </a:schemeClr>
                </a:solidFill>
              </a:defRPr>
            </a:lvl3pPr>
            <a:lvl4pPr marL="1852982" indent="0">
              <a:buNone/>
              <a:defRPr sz="1925">
                <a:solidFill>
                  <a:schemeClr val="tx1">
                    <a:tint val="75000"/>
                  </a:schemeClr>
                </a:solidFill>
              </a:defRPr>
            </a:lvl4pPr>
            <a:lvl5pPr marL="2470642" indent="0">
              <a:buNone/>
              <a:defRPr sz="1925">
                <a:solidFill>
                  <a:schemeClr val="tx1">
                    <a:tint val="75000"/>
                  </a:schemeClr>
                </a:solidFill>
              </a:defRPr>
            </a:lvl5pPr>
            <a:lvl6pPr marL="3088303" indent="0">
              <a:buNone/>
              <a:defRPr sz="1925">
                <a:solidFill>
                  <a:schemeClr val="tx1">
                    <a:tint val="75000"/>
                  </a:schemeClr>
                </a:solidFill>
              </a:defRPr>
            </a:lvl6pPr>
            <a:lvl7pPr marL="3705963" indent="0">
              <a:buNone/>
              <a:defRPr sz="1925">
                <a:solidFill>
                  <a:schemeClr val="tx1">
                    <a:tint val="75000"/>
                  </a:schemeClr>
                </a:solidFill>
              </a:defRPr>
            </a:lvl7pPr>
            <a:lvl8pPr marL="4323623" indent="0">
              <a:buNone/>
              <a:defRPr sz="1925">
                <a:solidFill>
                  <a:schemeClr val="tx1">
                    <a:tint val="75000"/>
                  </a:schemeClr>
                </a:solidFill>
              </a:defRPr>
            </a:lvl8pPr>
            <a:lvl9pPr marL="4941285" indent="0">
              <a:buNone/>
              <a:defRPr sz="1925">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6E19E8-A673-43B0-9B30-51374D85A278}"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DDCDA669-2898-432B-834D-3FAFA923CA2B}" type="slidenum">
              <a:rPr lang="en-US" smtClean="0">
                <a:solidFill>
                  <a:prstClr val="black">
                    <a:tint val="75000"/>
                  </a:prstClr>
                </a:solidFill>
              </a:rPr>
              <a:pPr/>
              <a:t>‹#›</a:t>
            </a:fld>
            <a:endParaRPr lang="en-US">
              <a:solidFill>
                <a:prstClr val="black">
                  <a:tint val="75000"/>
                </a:prstClr>
              </a:solidFill>
            </a:endParaRPr>
          </a:p>
        </p:txBody>
      </p:sp>
      <p:pic>
        <p:nvPicPr>
          <p:cNvPr id="7"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746053932"/>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243648" y="180295"/>
            <a:ext cx="10571004" cy="896111"/>
          </a:xfrm>
        </p:spPr>
        <p:txBody>
          <a:bodyPr/>
          <a:lstStyle>
            <a:lvl1pPr>
              <a:defRPr>
                <a:effectLst/>
                <a:latin typeface="Segoe UI" pitchFamily="34" charset="0"/>
                <a:ea typeface="Segoe UI" pitchFamily="34" charset="0"/>
                <a:cs typeface="Segoe UI" pitchFamily="34" charset="0"/>
              </a:defRPr>
            </a:lvl1pPr>
          </a:lstStyle>
          <a:p>
            <a:r>
              <a:rPr lang="en-US"/>
              <a:t>Click to edit Master title style</a:t>
            </a:r>
          </a:p>
        </p:txBody>
      </p:sp>
      <p:sp>
        <p:nvSpPr>
          <p:cNvPr id="3" name="Content Placeholder 2"/>
          <p:cNvSpPr>
            <a:spLocks noGrp="1"/>
          </p:cNvSpPr>
          <p:nvPr>
            <p:ph sz="half" idx="1"/>
          </p:nvPr>
        </p:nvSpPr>
        <p:spPr>
          <a:xfrm>
            <a:off x="1347285" y="1853355"/>
            <a:ext cx="5492776" cy="4355059"/>
          </a:xfrm>
        </p:spPr>
        <p:txBody>
          <a:bodyPr/>
          <a:lstStyle>
            <a:lvl1pPr>
              <a:defRPr sz="3750"/>
            </a:lvl1pPr>
            <a:lvl2pPr>
              <a:defRPr sz="3243"/>
            </a:lvl2pPr>
            <a:lvl3pPr>
              <a:defRPr sz="2736"/>
            </a:lvl3pPr>
            <a:lvl4pPr>
              <a:defRPr sz="2432"/>
            </a:lvl4pPr>
            <a:lvl5pPr>
              <a:defRPr sz="2432"/>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943699" y="1853355"/>
            <a:ext cx="4663678" cy="4355059"/>
          </a:xfrm>
        </p:spPr>
        <p:txBody>
          <a:bodyPr/>
          <a:lstStyle>
            <a:lvl1pPr>
              <a:defRPr sz="3750"/>
            </a:lvl1pPr>
            <a:lvl2pPr>
              <a:defRPr sz="3243"/>
            </a:lvl2pPr>
            <a:lvl3pPr>
              <a:defRPr sz="2736"/>
            </a:lvl3pPr>
            <a:lvl4pPr>
              <a:defRPr sz="2432"/>
            </a:lvl4pPr>
            <a:lvl5pPr>
              <a:defRPr sz="2432"/>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86E19E8-A673-43B0-9B30-51374D85A278}"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DDCDA669-2898-432B-834D-3FAFA923CA2B}" type="slidenum">
              <a:rPr lang="en-US" smtClean="0">
                <a:solidFill>
                  <a:prstClr val="black">
                    <a:tint val="75000"/>
                  </a:prstClr>
                </a:solidFill>
              </a:rPr>
              <a:pPr/>
              <a:t>‹#›</a:t>
            </a:fld>
            <a:endParaRPr lang="en-US">
              <a:solidFill>
                <a:prstClr val="black">
                  <a:tint val="75000"/>
                </a:prstClr>
              </a:solidFill>
            </a:endParaRP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64075064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21824" y="1555725"/>
            <a:ext cx="5494936" cy="648352"/>
          </a:xfrm>
        </p:spPr>
        <p:txBody>
          <a:bodyPr anchor="b"/>
          <a:lstStyle>
            <a:lvl1pPr marL="0" indent="0">
              <a:buNone/>
              <a:defRPr sz="3243" b="1"/>
            </a:lvl1pPr>
            <a:lvl2pPr marL="617660" indent="0">
              <a:buNone/>
              <a:defRPr sz="2736" b="1"/>
            </a:lvl2pPr>
            <a:lvl3pPr marL="1235321" indent="0">
              <a:buNone/>
              <a:defRPr sz="2432" b="1"/>
            </a:lvl3pPr>
            <a:lvl4pPr marL="1852982" indent="0">
              <a:buNone/>
              <a:defRPr sz="2128" b="1"/>
            </a:lvl4pPr>
            <a:lvl5pPr marL="2470642" indent="0">
              <a:buNone/>
              <a:defRPr sz="2128" b="1"/>
            </a:lvl5pPr>
            <a:lvl6pPr marL="3088303" indent="0">
              <a:buNone/>
              <a:defRPr sz="2128" b="1"/>
            </a:lvl6pPr>
            <a:lvl7pPr marL="3705963" indent="0">
              <a:buNone/>
              <a:defRPr sz="2128" b="1"/>
            </a:lvl7pPr>
            <a:lvl8pPr marL="4323623" indent="0">
              <a:buNone/>
              <a:defRPr sz="2128" b="1"/>
            </a:lvl8pPr>
            <a:lvl9pPr marL="4941285" indent="0">
              <a:buNone/>
              <a:defRPr sz="2128" b="1"/>
            </a:lvl9pPr>
          </a:lstStyle>
          <a:p>
            <a:pPr lvl="0"/>
            <a:r>
              <a:rPr lang="en-US"/>
              <a:t>Click to edit Master text styles</a:t>
            </a:r>
          </a:p>
        </p:txBody>
      </p:sp>
      <p:sp>
        <p:nvSpPr>
          <p:cNvPr id="4" name="Content Placeholder 3"/>
          <p:cNvSpPr>
            <a:spLocks noGrp="1"/>
          </p:cNvSpPr>
          <p:nvPr>
            <p:ph sz="half" idx="2"/>
          </p:nvPr>
        </p:nvSpPr>
        <p:spPr>
          <a:xfrm>
            <a:off x="621824" y="2204075"/>
            <a:ext cx="5494936" cy="4004338"/>
          </a:xfrm>
        </p:spPr>
        <p:txBody>
          <a:bodyPr/>
          <a:lstStyle>
            <a:lvl1pPr>
              <a:defRPr sz="3243"/>
            </a:lvl1pPr>
            <a:lvl2pPr>
              <a:defRPr sz="2736"/>
            </a:lvl2pPr>
            <a:lvl3pPr>
              <a:defRPr sz="2432"/>
            </a:lvl3pPr>
            <a:lvl4pPr>
              <a:defRPr sz="2128"/>
            </a:lvl4pPr>
            <a:lvl5pPr>
              <a:defRPr sz="2128"/>
            </a:lvl5pPr>
            <a:lvl6pPr>
              <a:defRPr sz="2128"/>
            </a:lvl6pPr>
            <a:lvl7pPr>
              <a:defRPr sz="2128"/>
            </a:lvl7pPr>
            <a:lvl8pPr>
              <a:defRPr sz="2128"/>
            </a:lvl8pPr>
            <a:lvl9pPr>
              <a:defRPr sz="212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317569" y="1555725"/>
            <a:ext cx="5497094" cy="648352"/>
          </a:xfrm>
        </p:spPr>
        <p:txBody>
          <a:bodyPr anchor="b"/>
          <a:lstStyle>
            <a:lvl1pPr marL="0" indent="0">
              <a:buNone/>
              <a:defRPr sz="3243" b="1"/>
            </a:lvl1pPr>
            <a:lvl2pPr marL="617660" indent="0">
              <a:buNone/>
              <a:defRPr sz="2736" b="1"/>
            </a:lvl2pPr>
            <a:lvl3pPr marL="1235321" indent="0">
              <a:buNone/>
              <a:defRPr sz="2432" b="1"/>
            </a:lvl3pPr>
            <a:lvl4pPr marL="1852982" indent="0">
              <a:buNone/>
              <a:defRPr sz="2128" b="1"/>
            </a:lvl4pPr>
            <a:lvl5pPr marL="2470642" indent="0">
              <a:buNone/>
              <a:defRPr sz="2128" b="1"/>
            </a:lvl5pPr>
            <a:lvl6pPr marL="3088303" indent="0">
              <a:buNone/>
              <a:defRPr sz="2128" b="1"/>
            </a:lvl6pPr>
            <a:lvl7pPr marL="3705963" indent="0">
              <a:buNone/>
              <a:defRPr sz="2128" b="1"/>
            </a:lvl7pPr>
            <a:lvl8pPr marL="4323623" indent="0">
              <a:buNone/>
              <a:defRPr sz="2128" b="1"/>
            </a:lvl8pPr>
            <a:lvl9pPr marL="4941285" indent="0">
              <a:buNone/>
              <a:defRPr sz="2128" b="1"/>
            </a:lvl9pPr>
          </a:lstStyle>
          <a:p>
            <a:pPr lvl="0"/>
            <a:r>
              <a:rPr lang="en-US"/>
              <a:t>Click to edit Master text styles</a:t>
            </a:r>
          </a:p>
        </p:txBody>
      </p:sp>
      <p:sp>
        <p:nvSpPr>
          <p:cNvPr id="6" name="Content Placeholder 5"/>
          <p:cNvSpPr>
            <a:spLocks noGrp="1"/>
          </p:cNvSpPr>
          <p:nvPr>
            <p:ph sz="quarter" idx="4"/>
          </p:nvPr>
        </p:nvSpPr>
        <p:spPr>
          <a:xfrm>
            <a:off x="6317569" y="2204075"/>
            <a:ext cx="5497094" cy="4004338"/>
          </a:xfrm>
        </p:spPr>
        <p:txBody>
          <a:bodyPr/>
          <a:lstStyle>
            <a:lvl1pPr>
              <a:defRPr sz="3243"/>
            </a:lvl1pPr>
            <a:lvl2pPr>
              <a:defRPr sz="2736"/>
            </a:lvl2pPr>
            <a:lvl3pPr>
              <a:defRPr sz="2432"/>
            </a:lvl3pPr>
            <a:lvl4pPr>
              <a:defRPr sz="2128"/>
            </a:lvl4pPr>
            <a:lvl5pPr>
              <a:defRPr sz="2128"/>
            </a:lvl5pPr>
            <a:lvl6pPr>
              <a:defRPr sz="2128"/>
            </a:lvl6pPr>
            <a:lvl7pPr>
              <a:defRPr sz="2128"/>
            </a:lvl7pPr>
            <a:lvl8pPr>
              <a:defRPr sz="2128"/>
            </a:lvl8pPr>
            <a:lvl9pPr>
              <a:defRPr sz="212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10"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943083364"/>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6"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496773387"/>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type="titleOnly" preserve="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722466128"/>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5"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797968204"/>
      </p:ext>
    </p:extLst>
  </p:cSld>
  <p:clrMapOvr>
    <a:masterClrMapping/>
  </p:clrMapOvr>
  <p:transition>
    <p:fade/>
  </p:transition>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43862" y="1235572"/>
            <a:ext cx="3469691" cy="1949883"/>
          </a:xfrm>
        </p:spPr>
        <p:txBody>
          <a:bodyPr anchor="b"/>
          <a:lstStyle>
            <a:lvl1pPr algn="l">
              <a:defRPr sz="2736" b="1"/>
            </a:lvl1pPr>
          </a:lstStyle>
          <a:p>
            <a:r>
              <a:rPr lang="en-US"/>
              <a:t>Click to edit Master title style</a:t>
            </a:r>
          </a:p>
        </p:txBody>
      </p:sp>
      <p:sp>
        <p:nvSpPr>
          <p:cNvPr id="3" name="Content Placeholder 2"/>
          <p:cNvSpPr>
            <a:spLocks noGrp="1"/>
          </p:cNvSpPr>
          <p:nvPr>
            <p:ph idx="1"/>
          </p:nvPr>
        </p:nvSpPr>
        <p:spPr>
          <a:xfrm>
            <a:off x="4862317" y="849456"/>
            <a:ext cx="6952335" cy="5358959"/>
          </a:xfrm>
        </p:spPr>
        <p:txBody>
          <a:bodyPr/>
          <a:lstStyle>
            <a:lvl1pPr>
              <a:defRPr sz="4358"/>
            </a:lvl1pPr>
            <a:lvl2pPr>
              <a:defRPr sz="3750"/>
            </a:lvl2pPr>
            <a:lvl3pPr>
              <a:defRPr sz="3243"/>
            </a:lvl3pPr>
            <a:lvl4pPr>
              <a:defRPr sz="2736"/>
            </a:lvl4pPr>
            <a:lvl5pPr>
              <a:defRPr sz="2736"/>
            </a:lvl5pPr>
            <a:lvl6pPr>
              <a:defRPr sz="2736"/>
            </a:lvl6pPr>
            <a:lvl7pPr>
              <a:defRPr sz="2736"/>
            </a:lvl7pPr>
            <a:lvl8pPr>
              <a:defRPr sz="2736"/>
            </a:lvl8pPr>
            <a:lvl9pPr>
              <a:defRPr sz="27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243862" y="3166148"/>
            <a:ext cx="3469691" cy="3042267"/>
          </a:xfrm>
        </p:spPr>
        <p:txBody>
          <a:bodyPr/>
          <a:lstStyle>
            <a:lvl1pPr marL="0" indent="0">
              <a:buNone/>
              <a:defRPr sz="1925"/>
            </a:lvl1pPr>
            <a:lvl2pPr marL="617660" indent="0">
              <a:buNone/>
              <a:defRPr sz="1621"/>
            </a:lvl2pPr>
            <a:lvl3pPr marL="1235321" indent="0">
              <a:buNone/>
              <a:defRPr sz="1317"/>
            </a:lvl3pPr>
            <a:lvl4pPr marL="1852982" indent="0">
              <a:buNone/>
              <a:defRPr sz="1216"/>
            </a:lvl4pPr>
            <a:lvl5pPr marL="2470642" indent="0">
              <a:buNone/>
              <a:defRPr sz="1216"/>
            </a:lvl5pPr>
            <a:lvl6pPr marL="3088303" indent="0">
              <a:buNone/>
              <a:defRPr sz="1216"/>
            </a:lvl6pPr>
            <a:lvl7pPr marL="3705963" indent="0">
              <a:buNone/>
              <a:defRPr sz="1216"/>
            </a:lvl7pPr>
            <a:lvl8pPr marL="4323623" indent="0">
              <a:buNone/>
              <a:defRPr sz="1216"/>
            </a:lvl8pPr>
            <a:lvl9pPr marL="4941285" indent="0">
              <a:buNone/>
              <a:defRPr sz="1216"/>
            </a:lvl9pPr>
          </a:lstStyle>
          <a:p>
            <a:pPr lvl="0"/>
            <a:r>
              <a:rPr lang="en-US"/>
              <a:t>Click to edit Master text styles</a:t>
            </a:r>
          </a:p>
        </p:txBody>
      </p:sp>
      <p:sp>
        <p:nvSpPr>
          <p:cNvPr id="5" name="Date Placeholder 4"/>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68982221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437637" y="4865055"/>
            <a:ext cx="7461885" cy="574348"/>
          </a:xfrm>
        </p:spPr>
        <p:txBody>
          <a:bodyPr anchor="b"/>
          <a:lstStyle>
            <a:lvl1pPr algn="l">
              <a:defRPr sz="2736" b="1"/>
            </a:lvl1pPr>
          </a:lstStyle>
          <a:p>
            <a:r>
              <a:rPr lang="en-US"/>
              <a:t>Click to edit Master title style</a:t>
            </a:r>
          </a:p>
        </p:txBody>
      </p:sp>
      <p:sp>
        <p:nvSpPr>
          <p:cNvPr id="3" name="Picture Placeholder 2"/>
          <p:cNvSpPr>
            <a:spLocks noGrp="1"/>
          </p:cNvSpPr>
          <p:nvPr>
            <p:ph type="pic" idx="1"/>
          </p:nvPr>
        </p:nvSpPr>
        <p:spPr>
          <a:xfrm>
            <a:off x="2437637" y="621002"/>
            <a:ext cx="7461885" cy="4170045"/>
          </a:xfrm>
        </p:spPr>
        <p:txBody>
          <a:bodyPr/>
          <a:lstStyle>
            <a:lvl1pPr marL="0" indent="0">
              <a:buNone/>
              <a:defRPr sz="4358"/>
            </a:lvl1pPr>
            <a:lvl2pPr marL="617660" indent="0">
              <a:buNone/>
              <a:defRPr sz="3750"/>
            </a:lvl2pPr>
            <a:lvl3pPr marL="1235321" indent="0">
              <a:buNone/>
              <a:defRPr sz="3243"/>
            </a:lvl3pPr>
            <a:lvl4pPr marL="1852982" indent="0">
              <a:buNone/>
              <a:defRPr sz="2736"/>
            </a:lvl4pPr>
            <a:lvl5pPr marL="2470642" indent="0">
              <a:buNone/>
              <a:defRPr sz="2736"/>
            </a:lvl5pPr>
            <a:lvl6pPr marL="3088303" indent="0">
              <a:buNone/>
              <a:defRPr sz="2736"/>
            </a:lvl6pPr>
            <a:lvl7pPr marL="3705963" indent="0">
              <a:buNone/>
              <a:defRPr sz="2736"/>
            </a:lvl7pPr>
            <a:lvl8pPr marL="4323623" indent="0">
              <a:buNone/>
              <a:defRPr sz="2736"/>
            </a:lvl8pPr>
            <a:lvl9pPr marL="4941285" indent="0">
              <a:buNone/>
              <a:defRPr sz="2736"/>
            </a:lvl9pPr>
          </a:lstStyle>
          <a:p>
            <a:r>
              <a:rPr lang="en-US"/>
              <a:t>Click icon to add picture</a:t>
            </a:r>
          </a:p>
        </p:txBody>
      </p:sp>
      <p:sp>
        <p:nvSpPr>
          <p:cNvPr id="4" name="Text Placeholder 3"/>
          <p:cNvSpPr>
            <a:spLocks noGrp="1"/>
          </p:cNvSpPr>
          <p:nvPr>
            <p:ph type="body" sz="half" idx="2"/>
          </p:nvPr>
        </p:nvSpPr>
        <p:spPr>
          <a:xfrm>
            <a:off x="2437637" y="5439506"/>
            <a:ext cx="7461885" cy="815669"/>
          </a:xfrm>
        </p:spPr>
        <p:txBody>
          <a:bodyPr/>
          <a:lstStyle>
            <a:lvl1pPr marL="0" indent="0">
              <a:buNone/>
              <a:defRPr sz="1925"/>
            </a:lvl1pPr>
            <a:lvl2pPr marL="617660" indent="0">
              <a:buNone/>
              <a:defRPr sz="1621"/>
            </a:lvl2pPr>
            <a:lvl3pPr marL="1235321" indent="0">
              <a:buNone/>
              <a:defRPr sz="1317"/>
            </a:lvl3pPr>
            <a:lvl4pPr marL="1852982" indent="0">
              <a:buNone/>
              <a:defRPr sz="1216"/>
            </a:lvl4pPr>
            <a:lvl5pPr marL="2470642" indent="0">
              <a:buNone/>
              <a:defRPr sz="1216"/>
            </a:lvl5pPr>
            <a:lvl6pPr marL="3088303" indent="0">
              <a:buNone/>
              <a:defRPr sz="1216"/>
            </a:lvl6pPr>
            <a:lvl7pPr marL="3705963" indent="0">
              <a:buNone/>
              <a:defRPr sz="1216"/>
            </a:lvl7pPr>
            <a:lvl8pPr marL="4323623" indent="0">
              <a:buNone/>
              <a:defRPr sz="1216"/>
            </a:lvl8pPr>
            <a:lvl9pPr marL="4941285" indent="0">
              <a:buNone/>
              <a:defRPr sz="1216"/>
            </a:lvl9pPr>
          </a:lstStyle>
          <a:p>
            <a:pPr lvl="0"/>
            <a:r>
              <a:rPr lang="en-US"/>
              <a:t>Click to edit Master text styles</a:t>
            </a:r>
          </a:p>
        </p:txBody>
      </p:sp>
      <p:sp>
        <p:nvSpPr>
          <p:cNvPr id="5" name="Date Placeholder 4"/>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3851285153"/>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371">
                <a:effectLst/>
                <a:latin typeface="+mj-lt"/>
                <a:ea typeface="Segoe UI" pitchFamily="34" charset="0"/>
                <a:cs typeface="Segoe UI" pitchFamily="34" charset="0"/>
              </a:defRPr>
            </a:lvl1p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7"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925571111"/>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16444" y="695010"/>
            <a:ext cx="2798207" cy="5513405"/>
          </a:xfrm>
        </p:spPr>
        <p:txBody>
          <a:bodyPr vert="eaVert"/>
          <a:lstStyle>
            <a:lvl1pPr>
              <a:defRPr>
                <a:effectLst/>
                <a:latin typeface="+mj-lt"/>
                <a:ea typeface="Segoe UI" pitchFamily="34" charset="0"/>
                <a:cs typeface="Segoe UI" pitchFamily="34" charset="0"/>
              </a:defRPr>
            </a:lvl1pPr>
          </a:lstStyle>
          <a:p>
            <a:r>
              <a:rPr lang="en-US"/>
              <a:t>Click to edit Master title style</a:t>
            </a:r>
          </a:p>
        </p:txBody>
      </p:sp>
      <p:sp>
        <p:nvSpPr>
          <p:cNvPr id="3" name="Vertical Text Placeholder 2"/>
          <p:cNvSpPr>
            <a:spLocks noGrp="1"/>
          </p:cNvSpPr>
          <p:nvPr>
            <p:ph type="body" orient="vert" idx="1"/>
          </p:nvPr>
        </p:nvSpPr>
        <p:spPr>
          <a:xfrm>
            <a:off x="621824" y="695010"/>
            <a:ext cx="8187346" cy="551340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7"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7953877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type="title" preserve="1">
  <p:cSld name="Title Slide Gray Bar">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6395" y="4787829"/>
            <a:ext cx="8393981" cy="926677"/>
          </a:xfrm>
        </p:spPr>
        <p:txBody>
          <a:bodyPr vert="horz" lIns="0" tIns="0" rIns="0" bIns="0" rtlCol="0">
            <a:noAutofit/>
          </a:bodyPr>
          <a:lstStyle>
            <a:lvl1pPr marL="0" indent="0" algn="r" defTabSz="1235271" rtl="0" eaLnBrk="1" latinLnBrk="0" hangingPunct="1">
              <a:lnSpc>
                <a:spcPct val="90000"/>
              </a:lnSpc>
              <a:spcBef>
                <a:spcPts val="0"/>
              </a:spcBef>
              <a:buFont typeface="Arial" pitchFamily="34" charset="0"/>
              <a:buNone/>
              <a:defRPr lang="en-US" sz="2736" kern="1200" dirty="0">
                <a:gradFill>
                  <a:gsLst>
                    <a:gs pos="0">
                      <a:schemeClr val="bg1"/>
                    </a:gs>
                    <a:gs pos="100000">
                      <a:schemeClr val="bg1"/>
                    </a:gs>
                  </a:gsLst>
                  <a:lin ang="5400000" scaled="0"/>
                </a:gradFill>
                <a:latin typeface="Segoe UI" pitchFamily="34" charset="0"/>
                <a:ea typeface="Segoe UI" pitchFamily="34" charset="0"/>
                <a:cs typeface="Segoe UI" pitchFamily="34" charset="0"/>
              </a:defRPr>
            </a:lvl1pPr>
            <a:lvl2pPr marL="617636" indent="0" algn="ctr">
              <a:buNone/>
              <a:defRPr>
                <a:solidFill>
                  <a:schemeClr val="tx1">
                    <a:tint val="75000"/>
                  </a:schemeClr>
                </a:solidFill>
              </a:defRPr>
            </a:lvl2pPr>
            <a:lvl3pPr marL="1235271" indent="0" algn="ctr">
              <a:buNone/>
              <a:defRPr>
                <a:solidFill>
                  <a:schemeClr val="tx1">
                    <a:tint val="75000"/>
                  </a:schemeClr>
                </a:solidFill>
              </a:defRPr>
            </a:lvl3pPr>
            <a:lvl4pPr marL="1852908" indent="0" algn="ctr">
              <a:buNone/>
              <a:defRPr>
                <a:solidFill>
                  <a:schemeClr val="tx1">
                    <a:tint val="75000"/>
                  </a:schemeClr>
                </a:solidFill>
              </a:defRPr>
            </a:lvl4pPr>
            <a:lvl5pPr marL="2470544" indent="0" algn="ctr">
              <a:buNone/>
              <a:defRPr>
                <a:solidFill>
                  <a:schemeClr val="tx1">
                    <a:tint val="75000"/>
                  </a:schemeClr>
                </a:solidFill>
              </a:defRPr>
            </a:lvl5pPr>
            <a:lvl6pPr marL="3088179" indent="0" algn="ctr">
              <a:buNone/>
              <a:defRPr>
                <a:solidFill>
                  <a:schemeClr val="tx1">
                    <a:tint val="75000"/>
                  </a:schemeClr>
                </a:solidFill>
              </a:defRPr>
            </a:lvl6pPr>
            <a:lvl7pPr marL="3705814" indent="0" algn="ctr">
              <a:buNone/>
              <a:defRPr>
                <a:solidFill>
                  <a:schemeClr val="tx1">
                    <a:tint val="75000"/>
                  </a:schemeClr>
                </a:solidFill>
              </a:defRPr>
            </a:lvl7pPr>
            <a:lvl8pPr marL="4323451" indent="0" algn="ctr">
              <a:buNone/>
              <a:defRPr>
                <a:solidFill>
                  <a:schemeClr val="tx1">
                    <a:tint val="75000"/>
                  </a:schemeClr>
                </a:solidFill>
              </a:defRPr>
            </a:lvl8pPr>
            <a:lvl9pPr marL="4941087" indent="0" algn="ctr">
              <a:buNone/>
              <a:defRPr>
                <a:solidFill>
                  <a:schemeClr val="tx1">
                    <a:tint val="75000"/>
                  </a:schemeClr>
                </a:solidFill>
              </a:defRPr>
            </a:lvl9pPr>
          </a:lstStyle>
          <a:p>
            <a:pPr marL="0" marR="0" lvl="0" indent="0" algn="r" defTabSz="1235271" rtl="0" eaLnBrk="1" fontAlgn="auto" latinLnBrk="0" hangingPunct="1">
              <a:lnSpc>
                <a:spcPct val="90000"/>
              </a:lnSpc>
              <a:spcBef>
                <a:spcPts val="0"/>
              </a:spcBef>
              <a:spcAft>
                <a:spcPts val="0"/>
              </a:spcAft>
              <a:buClrTx/>
              <a:buSzTx/>
              <a:buFontTx/>
              <a:buNone/>
              <a:tabLst/>
              <a:defRPr/>
            </a:pPr>
            <a:r>
              <a:rPr lang="en-US"/>
              <a:t>Click to edit Master subtitle style</a:t>
            </a:r>
          </a:p>
        </p:txBody>
      </p:sp>
      <p:sp>
        <p:nvSpPr>
          <p:cNvPr id="2" name="Title 1"/>
          <p:cNvSpPr>
            <a:spLocks noGrp="1"/>
          </p:cNvSpPr>
          <p:nvPr>
            <p:ph type="ctrTitle"/>
          </p:nvPr>
        </p:nvSpPr>
        <p:spPr>
          <a:xfrm>
            <a:off x="3316423" y="3320592"/>
            <a:ext cx="8375190" cy="1235569"/>
          </a:xfrm>
        </p:spPr>
        <p:txBody>
          <a:bodyPr vert="horz" wrap="square" lIns="0" tIns="0" rIns="0" bIns="0" rtlCol="0" anchor="b">
            <a:noAutofit/>
          </a:bodyPr>
          <a:lstStyle>
            <a:lvl1pPr algn="r" defTabSz="1235271" rtl="0" eaLnBrk="1" latinLnBrk="0" hangingPunct="1">
              <a:lnSpc>
                <a:spcPct val="90000"/>
              </a:lnSpc>
              <a:spcBef>
                <a:spcPct val="0"/>
              </a:spcBef>
              <a:buNone/>
              <a:defRPr lang="en-US" sz="4864" b="1" kern="1200" cap="none" spc="-203" dirty="0">
                <a:ln w="3175">
                  <a:noFill/>
                </a:ln>
                <a:solidFill>
                  <a:schemeClr val="tx1"/>
                </a:solidFill>
                <a:effectLst/>
                <a:latin typeface="+mj-lt"/>
                <a:ea typeface="Segoe UI" pitchFamily="34" charset="0"/>
                <a:cs typeface="Segoe UI" pitchFamily="34" charset="0"/>
              </a:defRPr>
            </a:lvl1pPr>
          </a:lstStyle>
          <a:p>
            <a:r>
              <a:rPr lang="en-US"/>
              <a:t>Click to edit Master title style</a:t>
            </a:r>
          </a:p>
        </p:txBody>
      </p:sp>
      <p:pic>
        <p:nvPicPr>
          <p:cNvPr id="4"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93062558"/>
      </p:ext>
    </p:extLst>
  </p:cSld>
  <p:clrMapOvr>
    <a:masterClrMapping/>
  </p:clrMapOvr>
  <p:transition>
    <p:fade/>
  </p:transition>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p:cSld name="Title Content Shapes No Bar">
    <p:spTree>
      <p:nvGrpSpPr>
        <p:cNvPr id="1" name=""/>
        <p:cNvGrpSpPr/>
        <p:nvPr/>
      </p:nvGrpSpPr>
      <p:grpSpPr>
        <a:xfrm>
          <a:off x="0" y="0"/>
          <a:ext cx="0" cy="0"/>
          <a:chOff x="0" y="0"/>
          <a:chExt cx="0" cy="0"/>
        </a:xfrm>
      </p:grpSpPr>
      <p:sp>
        <p:nvSpPr>
          <p:cNvPr id="2" name="Title 1"/>
          <p:cNvSpPr>
            <a:spLocks noGrp="1"/>
          </p:cNvSpPr>
          <p:nvPr>
            <p:ph type="title"/>
          </p:nvPr>
        </p:nvSpPr>
        <p:spPr>
          <a:xfrm>
            <a:off x="1140010" y="180187"/>
            <a:ext cx="10778278" cy="695008"/>
          </a:xfrm>
        </p:spPr>
        <p:txBody>
          <a:bodyPr vert="horz" wrap="square" lIns="0" tIns="0" rIns="0" bIns="0" rtlCol="0" anchor="t">
            <a:noAutofit/>
          </a:bodyPr>
          <a:lstStyle>
            <a:lvl1pPr algn="l" defTabSz="1235271" rtl="0" eaLnBrk="1" latinLnBrk="0" hangingPunct="1">
              <a:lnSpc>
                <a:spcPct val="90000"/>
              </a:lnSpc>
              <a:spcBef>
                <a:spcPct val="0"/>
              </a:spcBef>
              <a:buNone/>
              <a:defRPr lang="en-US" sz="5371" b="1" kern="1200" cap="none" spc="0" dirty="0">
                <a:ln w="3175">
                  <a:noFill/>
                </a:ln>
                <a:solidFill>
                  <a:schemeClr val="tx1"/>
                </a:solidFill>
                <a:effectLst/>
                <a:latin typeface="+mj-lt"/>
                <a:ea typeface="Segoe UI" pitchFamily="34" charset="0"/>
                <a:cs typeface="Segoe UI" pitchFamily="34" charset="0"/>
              </a:defRPr>
            </a:lvl1pPr>
          </a:lstStyle>
          <a:p>
            <a:r>
              <a:rPr lang="en-US"/>
              <a:t>Click to edit Master title style</a:t>
            </a:r>
          </a:p>
        </p:txBody>
      </p:sp>
      <p:sp>
        <p:nvSpPr>
          <p:cNvPr id="7" name="Text Placeholder 13"/>
          <p:cNvSpPr>
            <a:spLocks noGrp="1"/>
          </p:cNvSpPr>
          <p:nvPr>
            <p:ph type="body" sz="quarter" idx="11" hasCustomPrompt="1"/>
          </p:nvPr>
        </p:nvSpPr>
        <p:spPr>
          <a:xfrm>
            <a:off x="518188" y="6498107"/>
            <a:ext cx="11400102" cy="220407"/>
          </a:xfrm>
        </p:spPr>
        <p:txBody>
          <a:bodyPr>
            <a:normAutofit/>
          </a:bodyPr>
          <a:lstStyle>
            <a:lvl1pPr algn="l">
              <a:buNone/>
              <a:defRPr sz="1317"/>
            </a:lvl1pPr>
          </a:lstStyle>
          <a:p>
            <a:pPr lvl="0"/>
            <a:r>
              <a:rPr lang="en-US"/>
              <a:t>Sources</a:t>
            </a:r>
          </a:p>
        </p:txBody>
      </p:sp>
      <p:sp>
        <p:nvSpPr>
          <p:cNvPr id="8" name="Content Placeholder 2"/>
          <p:cNvSpPr>
            <a:spLocks noGrp="1"/>
          </p:cNvSpPr>
          <p:nvPr>
            <p:ph idx="1"/>
          </p:nvPr>
        </p:nvSpPr>
        <p:spPr>
          <a:xfrm>
            <a:off x="1243648" y="1698956"/>
            <a:ext cx="10674641" cy="4741495"/>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082201746"/>
      </p:ext>
    </p:extLst>
  </p:cSld>
  <p:clrMapOvr>
    <a:masterClrMapping/>
  </p:clrMapOvr>
  <p:transition>
    <p:fade/>
  </p:transition>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p:cSld name="Two Content No Bar">
    <p:spTree>
      <p:nvGrpSpPr>
        <p:cNvPr id="1" name=""/>
        <p:cNvGrpSpPr/>
        <p:nvPr/>
      </p:nvGrpSpPr>
      <p:grpSpPr>
        <a:xfrm>
          <a:off x="0" y="0"/>
          <a:ext cx="0" cy="0"/>
          <a:chOff x="0" y="0"/>
          <a:chExt cx="0" cy="0"/>
        </a:xfrm>
      </p:grpSpPr>
      <p:sp>
        <p:nvSpPr>
          <p:cNvPr id="2" name="Title 1"/>
          <p:cNvSpPr>
            <a:spLocks noGrp="1"/>
          </p:cNvSpPr>
          <p:nvPr>
            <p:ph type="title"/>
          </p:nvPr>
        </p:nvSpPr>
        <p:spPr>
          <a:xfrm>
            <a:off x="932736" y="231777"/>
            <a:ext cx="10778278" cy="1138670"/>
          </a:xfrm>
        </p:spPr>
        <p:txBody>
          <a:bodyPr vert="horz" wrap="square" lIns="0" tIns="0" rIns="0" bIns="0" rtlCol="0" anchor="t">
            <a:noAutofit/>
          </a:bodyPr>
          <a:lstStyle>
            <a:lvl1pPr algn="l" defTabSz="1235271" rtl="0" eaLnBrk="1" latinLnBrk="0" hangingPunct="1">
              <a:lnSpc>
                <a:spcPct val="90000"/>
              </a:lnSpc>
              <a:spcBef>
                <a:spcPct val="0"/>
              </a:spcBef>
              <a:buNone/>
              <a:defRPr lang="en-US" sz="5371" b="1" kern="1200" cap="none" spc="0" dirty="0">
                <a:ln w="3175">
                  <a:noFill/>
                </a:ln>
                <a:solidFill>
                  <a:schemeClr val="tx1"/>
                </a:solidFill>
                <a:effectLst/>
                <a:latin typeface="+mj-lt"/>
                <a:ea typeface="Segoe UI" pitchFamily="34" charset="0"/>
                <a:cs typeface="Segoe UI" pitchFamily="34" charset="0"/>
              </a:defRPr>
            </a:lvl1pPr>
          </a:lstStyle>
          <a:p>
            <a:r>
              <a:rPr lang="en-US"/>
              <a:t>Click to edit Master title style</a:t>
            </a:r>
          </a:p>
        </p:txBody>
      </p:sp>
      <p:sp>
        <p:nvSpPr>
          <p:cNvPr id="7" name="Text Placeholder 13"/>
          <p:cNvSpPr>
            <a:spLocks noGrp="1"/>
          </p:cNvSpPr>
          <p:nvPr>
            <p:ph type="body" sz="quarter" idx="11" hasCustomPrompt="1"/>
          </p:nvPr>
        </p:nvSpPr>
        <p:spPr>
          <a:xfrm>
            <a:off x="518188" y="6498107"/>
            <a:ext cx="11400102" cy="220407"/>
          </a:xfrm>
        </p:spPr>
        <p:txBody>
          <a:bodyPr>
            <a:normAutofit/>
          </a:bodyPr>
          <a:lstStyle>
            <a:lvl1pPr algn="l">
              <a:buNone/>
              <a:defRPr sz="1317"/>
            </a:lvl1pPr>
          </a:lstStyle>
          <a:p>
            <a:pPr lvl="0"/>
            <a:r>
              <a:rPr lang="en-US"/>
              <a:t>Sources</a:t>
            </a:r>
          </a:p>
        </p:txBody>
      </p:sp>
      <p:sp>
        <p:nvSpPr>
          <p:cNvPr id="9" name="Content Placeholder 2"/>
          <p:cNvSpPr>
            <a:spLocks noGrp="1"/>
          </p:cNvSpPr>
          <p:nvPr>
            <p:ph sz="half" idx="1"/>
          </p:nvPr>
        </p:nvSpPr>
        <p:spPr>
          <a:xfrm>
            <a:off x="932736" y="1390015"/>
            <a:ext cx="5181865" cy="5050388"/>
          </a:xfrm>
        </p:spPr>
        <p:txBody>
          <a:bodyPr>
            <a:normAutofit/>
          </a:bodyPr>
          <a:lstStyle>
            <a:lvl1pPr marL="459295" indent="-459295">
              <a:lnSpc>
                <a:spcPct val="90000"/>
              </a:lnSpc>
              <a:defRPr sz="3243"/>
            </a:lvl1pPr>
            <a:lvl2pPr marL="909655" indent="-439636">
              <a:lnSpc>
                <a:spcPct val="90000"/>
              </a:lnSpc>
              <a:defRPr sz="2736"/>
            </a:lvl2pPr>
            <a:lvl3pPr marL="1288529" indent="-389597">
              <a:lnSpc>
                <a:spcPct val="90000"/>
              </a:lnSpc>
              <a:defRPr sz="2432"/>
            </a:lvl3pPr>
            <a:lvl4pPr marL="1658468" indent="-369939">
              <a:lnSpc>
                <a:spcPct val="90000"/>
              </a:lnSpc>
              <a:defRPr sz="2128"/>
            </a:lvl4pPr>
            <a:lvl5pPr marL="2048063" indent="-378874">
              <a:lnSpc>
                <a:spcPct val="90000"/>
              </a:lnSpc>
              <a:defRPr sz="2128"/>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3"/>
          <p:cNvSpPr>
            <a:spLocks noGrp="1"/>
          </p:cNvSpPr>
          <p:nvPr>
            <p:ph sz="half" idx="2"/>
          </p:nvPr>
        </p:nvSpPr>
        <p:spPr>
          <a:xfrm>
            <a:off x="6736424" y="1390015"/>
            <a:ext cx="5181865" cy="5050388"/>
          </a:xfrm>
        </p:spPr>
        <p:txBody>
          <a:bodyPr>
            <a:normAutofit/>
          </a:bodyPr>
          <a:lstStyle>
            <a:lvl1pPr marL="470019" indent="-470019">
              <a:lnSpc>
                <a:spcPct val="90000"/>
              </a:lnSpc>
              <a:defRPr sz="3243"/>
            </a:lvl1pPr>
            <a:lvl2pPr marL="909655" indent="-459295">
              <a:lnSpc>
                <a:spcPct val="90000"/>
              </a:lnSpc>
              <a:defRPr sz="2736"/>
            </a:lvl2pPr>
            <a:lvl3pPr marL="1299252" indent="-409256">
              <a:lnSpc>
                <a:spcPct val="90000"/>
              </a:lnSpc>
              <a:defRPr sz="2432"/>
            </a:lvl3pPr>
            <a:lvl4pPr marL="1658468" indent="-359216">
              <a:lnSpc>
                <a:spcPct val="90000"/>
              </a:lnSpc>
              <a:defRPr sz="2128"/>
            </a:lvl4pPr>
            <a:lvl5pPr marL="2048063" indent="-369939">
              <a:lnSpc>
                <a:spcPct val="90000"/>
              </a:lnSpc>
              <a:defRPr sz="2128"/>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332963590"/>
      </p:ext>
    </p:extLst>
  </p:cSld>
  <p:clrMapOvr>
    <a:masterClrMapping/>
  </p:clrMapOvr>
  <p:transition>
    <p:fade/>
  </p:transition>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Demo Layout">
    <p:spTree>
      <p:nvGrpSpPr>
        <p:cNvPr id="1" name=""/>
        <p:cNvGrpSpPr/>
        <p:nvPr/>
      </p:nvGrpSpPr>
      <p:grpSpPr>
        <a:xfrm>
          <a:off x="0" y="0"/>
          <a:ext cx="0" cy="0"/>
          <a:chOff x="0" y="0"/>
          <a:chExt cx="0" cy="0"/>
        </a:xfrm>
      </p:grpSpPr>
      <p:sp>
        <p:nvSpPr>
          <p:cNvPr id="7" name="Title 1"/>
          <p:cNvSpPr>
            <a:spLocks noGrp="1"/>
          </p:cNvSpPr>
          <p:nvPr>
            <p:ph type="ctrTitle"/>
          </p:nvPr>
        </p:nvSpPr>
        <p:spPr>
          <a:xfrm>
            <a:off x="957637" y="2831512"/>
            <a:ext cx="10960676" cy="1312792"/>
          </a:xfrm>
        </p:spPr>
        <p:txBody>
          <a:bodyPr anchor="ctr">
            <a:noAutofit/>
          </a:bodyPr>
          <a:lstStyle>
            <a:lvl1pPr algn="l">
              <a:lnSpc>
                <a:spcPct val="90000"/>
              </a:lnSpc>
              <a:defRPr sz="7296" b="0" spc="-271" baseline="0">
                <a:effectLst/>
              </a:defRPr>
            </a:lvl1pPr>
          </a:lstStyle>
          <a:p>
            <a:r>
              <a:rPr lang="en-US"/>
              <a:t>Click to edit Master title style</a:t>
            </a:r>
          </a:p>
        </p:txBody>
      </p:sp>
      <p:sp>
        <p:nvSpPr>
          <p:cNvPr id="8" name="Subtitle 2"/>
          <p:cNvSpPr>
            <a:spLocks noGrp="1"/>
          </p:cNvSpPr>
          <p:nvPr>
            <p:ph type="subTitle" idx="1" hasCustomPrompt="1"/>
          </p:nvPr>
        </p:nvSpPr>
        <p:spPr>
          <a:xfrm>
            <a:off x="957608" y="4910397"/>
            <a:ext cx="6828588" cy="932814"/>
          </a:xfrm>
        </p:spPr>
        <p:txBody>
          <a:bodyPr anchor="ctr">
            <a:noAutofit/>
          </a:bodyPr>
          <a:lstStyle>
            <a:lvl1pPr marL="0" indent="0" algn="l">
              <a:lnSpc>
                <a:spcPct val="90000"/>
              </a:lnSpc>
              <a:spcBef>
                <a:spcPts val="0"/>
              </a:spcBef>
              <a:buNone/>
              <a:defRPr sz="4358" spc="-68" baseline="0">
                <a:gradFill>
                  <a:gsLst>
                    <a:gs pos="0">
                      <a:schemeClr val="tx1"/>
                    </a:gs>
                    <a:gs pos="86000">
                      <a:schemeClr val="tx1"/>
                    </a:gs>
                  </a:gsLst>
                  <a:lin ang="5400000" scaled="0"/>
                </a:gradFill>
                <a:effectLst/>
              </a:defRPr>
            </a:lvl1pPr>
            <a:lvl2pPr marL="617611" indent="0" algn="ctr">
              <a:buNone/>
              <a:defRPr>
                <a:solidFill>
                  <a:schemeClr val="tx1">
                    <a:tint val="75000"/>
                  </a:schemeClr>
                </a:solidFill>
              </a:defRPr>
            </a:lvl2pPr>
            <a:lvl3pPr marL="1235220" indent="0" algn="ctr">
              <a:buNone/>
              <a:defRPr>
                <a:solidFill>
                  <a:schemeClr val="tx1">
                    <a:tint val="75000"/>
                  </a:schemeClr>
                </a:solidFill>
              </a:defRPr>
            </a:lvl3pPr>
            <a:lvl4pPr marL="1852831" indent="0" algn="ctr">
              <a:buNone/>
              <a:defRPr>
                <a:solidFill>
                  <a:schemeClr val="tx1">
                    <a:tint val="75000"/>
                  </a:schemeClr>
                </a:solidFill>
              </a:defRPr>
            </a:lvl4pPr>
            <a:lvl5pPr marL="2470441" indent="0" algn="ctr">
              <a:buNone/>
              <a:defRPr>
                <a:solidFill>
                  <a:schemeClr val="tx1">
                    <a:tint val="75000"/>
                  </a:schemeClr>
                </a:solidFill>
              </a:defRPr>
            </a:lvl5pPr>
            <a:lvl6pPr marL="3088050" indent="0" algn="ctr">
              <a:buNone/>
              <a:defRPr>
                <a:solidFill>
                  <a:schemeClr val="tx1">
                    <a:tint val="75000"/>
                  </a:schemeClr>
                </a:solidFill>
              </a:defRPr>
            </a:lvl6pPr>
            <a:lvl7pPr marL="3705659" indent="0" algn="ctr">
              <a:buNone/>
              <a:defRPr>
                <a:solidFill>
                  <a:schemeClr val="tx1">
                    <a:tint val="75000"/>
                  </a:schemeClr>
                </a:solidFill>
              </a:defRPr>
            </a:lvl7pPr>
            <a:lvl8pPr marL="4323271" indent="0" algn="ctr">
              <a:buNone/>
              <a:defRPr>
                <a:solidFill>
                  <a:schemeClr val="tx1">
                    <a:tint val="75000"/>
                  </a:schemeClr>
                </a:solidFill>
              </a:defRPr>
            </a:lvl8pPr>
            <a:lvl9pPr marL="4940881" indent="0" algn="ctr">
              <a:buNone/>
              <a:defRPr>
                <a:solidFill>
                  <a:schemeClr val="tx1">
                    <a:tint val="75000"/>
                  </a:schemeClr>
                </a:solidFill>
              </a:defRPr>
            </a:lvl9pPr>
          </a:lstStyle>
          <a:p>
            <a:r>
              <a:rPr lang="en-US"/>
              <a:t>Click to edit Master title style</a:t>
            </a:r>
          </a:p>
        </p:txBody>
      </p:sp>
      <p:sp>
        <p:nvSpPr>
          <p:cNvPr id="9" name="Text Placeholder 6"/>
          <p:cNvSpPr>
            <a:spLocks noGrp="1"/>
          </p:cNvSpPr>
          <p:nvPr>
            <p:ph type="body" sz="quarter" idx="10" hasCustomPrompt="1"/>
          </p:nvPr>
        </p:nvSpPr>
        <p:spPr>
          <a:xfrm>
            <a:off x="1459200" y="231671"/>
            <a:ext cx="10459089" cy="1403590"/>
          </a:xfrm>
        </p:spPr>
        <p:txBody>
          <a:bodyPr anchor="t" anchorCtr="0">
            <a:noAutofit/>
            <a:scene3d>
              <a:camera prst="orthographicFront"/>
              <a:lightRig rig="flat" dir="t"/>
            </a:scene3d>
            <a:sp3d>
              <a:contourClr>
                <a:schemeClr val="tx2"/>
              </a:contourClr>
            </a:sp3d>
          </a:bodyPr>
          <a:lstStyle>
            <a:lvl1pPr marL="0" indent="0" algn="r">
              <a:buFont typeface="Arial" pitchFamily="34" charset="0"/>
              <a:buNone/>
              <a:defRPr kumimoji="0" lang="en-US" sz="14897" b="1" i="1" u="none" strike="noStrike" kern="1200" cap="none" spc="-867" normalizeH="0" baseline="0" noProof="0" dirty="0" smtClean="0">
                <a:ln w="11430"/>
                <a:gradFill>
                  <a:gsLst>
                    <a:gs pos="0">
                      <a:schemeClr val="tx1"/>
                    </a:gs>
                    <a:gs pos="88000">
                      <a:schemeClr val="tx1">
                        <a:alpha val="50000"/>
                      </a:schemeClr>
                    </a:gs>
                  </a:gsLst>
                  <a:lin ang="5400000"/>
                </a:gradFill>
                <a:effectLst/>
                <a:uLnTx/>
                <a:uFillTx/>
                <a:latin typeface="Segoe UI" pitchFamily="34" charset="0"/>
                <a:ea typeface="+mn-ea"/>
                <a:cs typeface="+mn-cs"/>
              </a:defRPr>
            </a:lvl1pPr>
          </a:lstStyle>
          <a:p>
            <a:pPr marL="0" lvl="0" indent="0" algn="r" defTabSz="1235220" rtl="0" eaLnBrk="1" latinLnBrk="0" hangingPunct="1">
              <a:lnSpc>
                <a:spcPct val="90000"/>
              </a:lnSpc>
              <a:spcBef>
                <a:spcPct val="20000"/>
              </a:spcBef>
              <a:buSzPct val="85000"/>
              <a:buFont typeface="Arial" pitchFamily="34" charset="0"/>
              <a:buNone/>
            </a:pPr>
            <a:r>
              <a:rPr lang="en-US"/>
              <a:t>click to…</a:t>
            </a:r>
          </a:p>
        </p:txBody>
      </p:sp>
      <p:pic>
        <p:nvPicPr>
          <p:cNvPr id="5"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584937891"/>
      </p:ext>
    </p:extLst>
  </p:cSld>
  <p:clrMapOvr>
    <a:masterClrMapping/>
  </p:clrMapOvr>
  <p:transition>
    <p:fade/>
  </p:transition>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518188" y="1430611"/>
            <a:ext cx="11400102" cy="2240546"/>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3351252"/>
      </p:ext>
    </p:extLst>
  </p:cSld>
  <p:clrMapOvr>
    <a:masterClrMapping/>
  </p:clrMapOvr>
  <p:transition>
    <p:fade/>
  </p:transition>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accent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4AC20D8-C45F-4EE8-8418-6282A3B9FC69}"/>
              </a:ext>
            </a:extLst>
          </p:cNvPr>
          <p:cNvPicPr>
            <a:picLocks noChangeAspect="1"/>
          </p:cNvPicPr>
          <p:nvPr userDrawn="1"/>
        </p:nvPicPr>
        <p:blipFill>
          <a:blip r:embed="rId2" cstate="screen">
            <a:extLst>
              <a:ext uri="{28A0092B-C50C-407E-A947-70E740481C1C}">
                <a14:useLocalDpi xmlns:a14="http://schemas.microsoft.com/office/drawing/2010/main" val="0"/>
              </a:ext>
            </a:extLst>
          </a:blip>
          <a:stretch>
            <a:fillRect/>
          </a:stretch>
        </p:blipFill>
        <p:spPr>
          <a:xfrm>
            <a:off x="0" y="0"/>
            <a:ext cx="12434711" cy="6950075"/>
          </a:xfrm>
          <a:prstGeom prst="rect">
            <a:avLst/>
          </a:prstGeom>
        </p:spPr>
      </p:pic>
      <p:sp>
        <p:nvSpPr>
          <p:cNvPr id="12" name="Rectangle 11">
            <a:extLst>
              <a:ext uri="{FF2B5EF4-FFF2-40B4-BE49-F238E27FC236}">
                <a16:creationId xmlns:a16="http://schemas.microsoft.com/office/drawing/2014/main" id="{7DA45350-938C-4C1E-87A3-F80ADD4B9546}"/>
              </a:ext>
            </a:extLst>
          </p:cNvPr>
          <p:cNvSpPr/>
          <p:nvPr userDrawn="1"/>
        </p:nvSpPr>
        <p:spPr bwMode="auto">
          <a:xfrm flipH="1" flipV="1">
            <a:off x="0" y="1"/>
            <a:ext cx="12434710" cy="1457528"/>
          </a:xfrm>
          <a:prstGeom prst="rect">
            <a:avLst/>
          </a:prstGeom>
          <a:gradFill flip="none" rotWithShape="1">
            <a:gsLst>
              <a:gs pos="0">
                <a:srgbClr val="000000">
                  <a:alpha val="50000"/>
                </a:srgbClr>
              </a:gs>
              <a:gs pos="100000">
                <a:srgbClr val="000000">
                  <a:alpha val="0"/>
                </a:srgbClr>
              </a:gs>
            </a:gsLst>
            <a:lin ang="162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Rectangle 1">
            <a:extLst>
              <a:ext uri="{FF2B5EF4-FFF2-40B4-BE49-F238E27FC236}">
                <a16:creationId xmlns:a16="http://schemas.microsoft.com/office/drawing/2014/main" id="{E0894A99-A752-42BA-B1EB-CDD1CAF93D54}"/>
              </a:ext>
            </a:extLst>
          </p:cNvPr>
          <p:cNvSpPr/>
          <p:nvPr userDrawn="1"/>
        </p:nvSpPr>
        <p:spPr bwMode="auto">
          <a:xfrm>
            <a:off x="0" y="1754285"/>
            <a:ext cx="12434710" cy="5195791"/>
          </a:xfrm>
          <a:prstGeom prst="rect">
            <a:avLst/>
          </a:prstGeom>
          <a:gradFill flip="none" rotWithShape="1">
            <a:gsLst>
              <a:gs pos="50000">
                <a:srgbClr val="000000">
                  <a:alpha val="50000"/>
                </a:srgbClr>
              </a:gs>
              <a:gs pos="100000">
                <a:srgbClr val="000000">
                  <a:alpha val="0"/>
                </a:srgbClr>
              </a:gs>
            </a:gsLst>
            <a:lin ang="162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9" name="Title 1"/>
          <p:cNvSpPr>
            <a:spLocks noGrp="1"/>
          </p:cNvSpPr>
          <p:nvPr>
            <p:ph type="title" hasCustomPrompt="1"/>
          </p:nvPr>
        </p:nvSpPr>
        <p:spPr>
          <a:xfrm>
            <a:off x="274702" y="4230617"/>
            <a:ext cx="9143936" cy="1194102"/>
          </a:xfrm>
          <a:noFill/>
        </p:spPr>
        <p:txBody>
          <a:bodyPr lIns="146304" tIns="91440" rIns="146304" bIns="91440" anchor="t" anchorCtr="0"/>
          <a:lstStyle>
            <a:lvl1pPr>
              <a:defRPr sz="5961" spc="-99" baseline="0">
                <a:gradFill>
                  <a:gsLst>
                    <a:gs pos="5833">
                      <a:schemeClr val="tx1"/>
                    </a:gs>
                    <a:gs pos="53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2" y="5426035"/>
            <a:ext cx="9143937" cy="971947"/>
          </a:xfrm>
          <a:noFill/>
        </p:spPr>
        <p:txBody>
          <a:bodyPr lIns="182880" tIns="146304" rIns="182880" bIns="146304">
            <a:noAutofit/>
          </a:bodyPr>
          <a:lstStyle>
            <a:lvl1pPr marL="0" indent="0">
              <a:spcBef>
                <a:spcPts val="0"/>
              </a:spcBef>
              <a:buNone/>
              <a:defRPr sz="3576" spc="0" baseline="0">
                <a:gradFill>
                  <a:gsLst>
                    <a:gs pos="5833">
                      <a:schemeClr val="tx1"/>
                    </a:gs>
                    <a:gs pos="53000">
                      <a:schemeClr val="tx1"/>
                    </a:gs>
                  </a:gsLst>
                  <a:lin ang="5400000" scaled="0"/>
                </a:gradFill>
                <a:latin typeface="+mj-lt"/>
              </a:defRPr>
            </a:lvl1pPr>
          </a:lstStyle>
          <a:p>
            <a:pPr lvl="0"/>
            <a:r>
              <a:rPr lang="en-US"/>
              <a:t>Speaker Name</a:t>
            </a:r>
          </a:p>
        </p:txBody>
      </p:sp>
      <p:pic>
        <p:nvPicPr>
          <p:cNvPr id="11" name="Picture 10">
            <a:extLst>
              <a:ext uri="{FF2B5EF4-FFF2-40B4-BE49-F238E27FC236}">
                <a16:creationId xmlns:a16="http://schemas.microsoft.com/office/drawing/2014/main" id="{CB91CB2F-950C-41BC-99F6-26CA49D4A30A}"/>
              </a:ext>
            </a:extLst>
          </p:cNvPr>
          <p:cNvPicPr>
            <a:picLocks noChangeAspect="1"/>
          </p:cNvPicPr>
          <p:nvPr userDrawn="1"/>
        </p:nvPicPr>
        <p:blipFill>
          <a:blip r:embed="rId3"/>
          <a:stretch>
            <a:fillRect/>
          </a:stretch>
        </p:blipFill>
        <p:spPr>
          <a:xfrm>
            <a:off x="325692" y="296757"/>
            <a:ext cx="2033333" cy="711313"/>
          </a:xfrm>
          <a:prstGeom prst="rect">
            <a:avLst/>
          </a:prstGeom>
        </p:spPr>
      </p:pic>
    </p:spTree>
    <p:extLst>
      <p:ext uri="{BB962C8B-B14F-4D97-AF65-F5344CB8AC3E}">
        <p14:creationId xmlns:p14="http://schemas.microsoft.com/office/powerpoint/2010/main" val="2657004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pos="288">
          <p15:clr>
            <a:srgbClr val="C35EA4"/>
          </p15:clr>
        </p15:guide>
        <p15:guide id="2" pos="7546">
          <p15:clr>
            <a:srgbClr val="C35EA4"/>
          </p15:clr>
        </p15:guide>
        <p15:guide id="3" orient="horz" pos="302">
          <p15:clr>
            <a:srgbClr val="C35EA4"/>
          </p15:clr>
        </p15:guide>
        <p15:guide id="4" orient="horz" pos="4104">
          <p15:clr>
            <a:srgbClr val="C35EA4"/>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Title Slide 3">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3"/>
          </p:nvPr>
        </p:nvSpPr>
        <p:spPr>
          <a:xfrm>
            <a:off x="0" y="0"/>
            <a:ext cx="12436475" cy="737470"/>
          </a:xfrm>
        </p:spPr>
        <p:txBody>
          <a:bodyPr/>
          <a:lstStyle>
            <a:lvl1pPr marL="0" indent="0">
              <a:buNone/>
              <a:defRPr/>
            </a:lvl1pPr>
          </a:lstStyle>
          <a:p>
            <a:r>
              <a:rPr lang="en-US"/>
              <a:t>Click icon to add picture</a:t>
            </a:r>
          </a:p>
        </p:txBody>
      </p:sp>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t="8530"/>
          <a:stretch/>
        </p:blipFill>
        <p:spPr>
          <a:xfrm>
            <a:off x="262938" y="827673"/>
            <a:ext cx="11910600" cy="5839277"/>
          </a:xfrm>
          <a:prstGeom prst="rect">
            <a:avLst/>
          </a:prstGeom>
          <a:noFill/>
          <a:ln>
            <a:noFill/>
          </a:ln>
        </p:spPr>
      </p:pic>
      <p:sp>
        <p:nvSpPr>
          <p:cNvPr id="5" name="Text Placeholder 4"/>
          <p:cNvSpPr>
            <a:spLocks noGrp="1"/>
          </p:cNvSpPr>
          <p:nvPr>
            <p:ph type="body" sz="quarter" idx="12" hasCustomPrompt="1"/>
          </p:nvPr>
        </p:nvSpPr>
        <p:spPr>
          <a:xfrm>
            <a:off x="276542" y="3929327"/>
            <a:ext cx="5197379" cy="1012494"/>
          </a:xfrm>
          <a:noFill/>
        </p:spPr>
        <p:txBody>
          <a:bodyPr lIns="182880" tIns="146304" rIns="182880" bIns="146304">
            <a:noAutofit/>
          </a:bodyPr>
          <a:lstStyle>
            <a:lvl1pPr marL="0" indent="0">
              <a:spcBef>
                <a:spcPts val="0"/>
              </a:spcBef>
              <a:buNone/>
              <a:defRPr sz="3576" spc="0" baseline="0">
                <a:gradFill>
                  <a:gsLst>
                    <a:gs pos="7965">
                      <a:schemeClr val="tx1"/>
                    </a:gs>
                    <a:gs pos="8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12168"/>
            <a:ext cx="5187450" cy="1817178"/>
          </a:xfrm>
          <a:noFill/>
        </p:spPr>
        <p:txBody>
          <a:bodyPr lIns="146304" tIns="91440" rIns="146304" bIns="91440" anchor="t" anchorCtr="0"/>
          <a:lstStyle>
            <a:lvl1pPr>
              <a:defRPr sz="5961" spc="-99" baseline="0">
                <a:gradFill>
                  <a:gsLst>
                    <a:gs pos="7965">
                      <a:schemeClr val="tx1"/>
                    </a:gs>
                    <a:gs pos="8000">
                      <a:schemeClr val="tx1"/>
                    </a:gs>
                  </a:gsLst>
                  <a:lin ang="5400000" scaled="0"/>
                </a:gradFill>
              </a:defRPr>
            </a:lvl1pPr>
          </a:lstStyle>
          <a:p>
            <a:r>
              <a:rPr lang="en-US"/>
              <a:t>Presentation title</a:t>
            </a:r>
          </a:p>
        </p:txBody>
      </p:sp>
      <p:pic>
        <p:nvPicPr>
          <p:cNvPr id="12" name="Picture 11"/>
          <p:cNvPicPr>
            <a:picLocks noChangeAspect="1"/>
          </p:cNvPicPr>
          <p:nvPr userDrawn="1"/>
        </p:nvPicPr>
        <p:blipFill rotWithShape="1">
          <a:blip r:embed="rId2">
            <a:extLst>
              <a:ext uri="{28A0092B-C50C-407E-A947-70E740481C1C}">
                <a14:useLocalDpi xmlns:a14="http://schemas.microsoft.com/office/drawing/2010/main" val="0"/>
              </a:ext>
            </a:extLst>
          </a:blip>
          <a:srcRect l="16749" t="685"/>
          <a:stretch/>
        </p:blipFill>
        <p:spPr>
          <a:xfrm>
            <a:off x="2257798" y="326820"/>
            <a:ext cx="9915740" cy="6340130"/>
          </a:xfrm>
          <a:prstGeom prst="rect">
            <a:avLst/>
          </a:prstGeom>
          <a:noFill/>
          <a:ln>
            <a:noFill/>
          </a:ln>
        </p:spPr>
      </p:pic>
    </p:spTree>
    <p:extLst>
      <p:ext uri="{BB962C8B-B14F-4D97-AF65-F5344CB8AC3E}">
        <p14:creationId xmlns:p14="http://schemas.microsoft.com/office/powerpoint/2010/main" val="248963336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Title Slide 2">
    <p:bg bwMode="gray">
      <p:bgPr>
        <a:solidFill>
          <a:schemeClr val="bg1"/>
        </a:solidFill>
        <a:effectLst/>
      </p:bgPr>
    </p:bg>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0"/>
            <a:ext cx="12436475" cy="737470"/>
          </a:xfrm>
        </p:spPr>
        <p:txBody>
          <a:bodyPr/>
          <a:lstStyle>
            <a:lvl1pPr marL="0" indent="0">
              <a:buNone/>
              <a:defRPr/>
            </a:lvl1pPr>
          </a:lstStyle>
          <a:p>
            <a:r>
              <a:rPr lang="en-US"/>
              <a:t>Click icon to add picture</a:t>
            </a:r>
          </a:p>
        </p:txBody>
      </p:sp>
      <p:sp>
        <p:nvSpPr>
          <p:cNvPr id="2" name="Footer Placeholder 1"/>
          <p:cNvSpPr>
            <a:spLocks noGrp="1"/>
          </p:cNvSpPr>
          <p:nvPr>
            <p:ph type="ftr" sz="quarter" idx="13"/>
          </p:nvPr>
        </p:nvSpPr>
        <p:spPr/>
        <p:txBody>
          <a:bodyPr/>
          <a:lstStyle/>
          <a:p>
            <a:r>
              <a:rPr lang="en-US"/>
              <a:t>Microsoft Confidential</a:t>
            </a:r>
          </a:p>
        </p:txBody>
      </p:sp>
      <p:sp>
        <p:nvSpPr>
          <p:cNvPr id="3" name="Slide Number Placeholder 2"/>
          <p:cNvSpPr>
            <a:spLocks noGrp="1"/>
          </p:cNvSpPr>
          <p:nvPr>
            <p:ph type="sldNum" sz="quarter" idx="14"/>
          </p:nvPr>
        </p:nvSpPr>
        <p:spPr/>
        <p:txBody>
          <a:bodyPr/>
          <a:lstStyle/>
          <a:p>
            <a:fld id="{27258FFF-F925-446B-8502-81C933981705}" type="slidenum">
              <a:rPr lang="en-US" smtClean="0"/>
              <a:pPr/>
              <a:t>‹#›</a:t>
            </a:fld>
            <a:endParaRPr lang="en-US"/>
          </a:p>
        </p:txBody>
      </p:sp>
      <p:sp>
        <p:nvSpPr>
          <p:cNvPr id="7" name="Text Placeholder 4"/>
          <p:cNvSpPr>
            <a:spLocks noGrp="1"/>
          </p:cNvSpPr>
          <p:nvPr>
            <p:ph type="body" sz="quarter" idx="12" hasCustomPrompt="1"/>
          </p:nvPr>
        </p:nvSpPr>
        <p:spPr>
          <a:xfrm>
            <a:off x="276542" y="3929327"/>
            <a:ext cx="5197379" cy="1012494"/>
          </a:xfrm>
          <a:noFill/>
        </p:spPr>
        <p:txBody>
          <a:bodyPr lIns="182880" tIns="146304" rIns="182880" bIns="146304">
            <a:noAutofit/>
          </a:bodyPr>
          <a:lstStyle>
            <a:lvl1pPr marL="0" indent="0">
              <a:spcBef>
                <a:spcPts val="0"/>
              </a:spcBef>
              <a:buNone/>
              <a:defRPr sz="3576" spc="0" baseline="0">
                <a:gradFill>
                  <a:gsLst>
                    <a:gs pos="7965">
                      <a:schemeClr val="tx1"/>
                    </a:gs>
                    <a:gs pos="8000">
                      <a:schemeClr val="tx1"/>
                    </a:gs>
                  </a:gsLst>
                  <a:lin ang="5400000" scaled="0"/>
                </a:gradFill>
                <a:latin typeface="+mj-lt"/>
              </a:defRPr>
            </a:lvl1pPr>
          </a:lstStyle>
          <a:p>
            <a:pPr lvl="0"/>
            <a:r>
              <a:rPr lang="en-US"/>
              <a:t>Speaker Name</a:t>
            </a:r>
          </a:p>
        </p:txBody>
      </p:sp>
      <p:sp>
        <p:nvSpPr>
          <p:cNvPr id="8" name="Title 1"/>
          <p:cNvSpPr>
            <a:spLocks noGrp="1"/>
          </p:cNvSpPr>
          <p:nvPr>
            <p:ph type="title" hasCustomPrompt="1"/>
          </p:nvPr>
        </p:nvSpPr>
        <p:spPr>
          <a:xfrm>
            <a:off x="274703" y="2112168"/>
            <a:ext cx="5187450" cy="1817178"/>
          </a:xfrm>
          <a:noFill/>
        </p:spPr>
        <p:txBody>
          <a:bodyPr lIns="146304" tIns="91440" rIns="146304" bIns="91440" anchor="t" anchorCtr="0"/>
          <a:lstStyle>
            <a:lvl1pPr>
              <a:defRPr sz="5961" spc="-99" baseline="0">
                <a:gradFill>
                  <a:gsLst>
                    <a:gs pos="7965">
                      <a:schemeClr val="tx1"/>
                    </a:gs>
                    <a:gs pos="8000">
                      <a:schemeClr val="tx1"/>
                    </a:gs>
                  </a:gsLst>
                  <a:lin ang="5400000" scaled="0"/>
                </a:gradFill>
              </a:defRPr>
            </a:lvl1pPr>
          </a:lstStyle>
          <a:p>
            <a:r>
              <a:rPr lang="en-US"/>
              <a:t>Presentation title</a:t>
            </a:r>
          </a:p>
        </p:txBody>
      </p:sp>
    </p:spTree>
    <p:extLst>
      <p:ext uri="{BB962C8B-B14F-4D97-AF65-F5344CB8AC3E}">
        <p14:creationId xmlns:p14="http://schemas.microsoft.com/office/powerpoint/2010/main" val="8864752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Title Slide 4">
    <p:bg bwMode="gray">
      <p:bgPr>
        <a:solidFill>
          <a:schemeClr val="bg1"/>
        </a:solidFill>
        <a:effectLst/>
      </p:bgPr>
    </p:bg>
    <p:spTree>
      <p:nvGrpSpPr>
        <p:cNvPr id="1" name=""/>
        <p:cNvGrpSpPr/>
        <p:nvPr/>
      </p:nvGrpSpPr>
      <p:grpSpPr>
        <a:xfrm>
          <a:off x="0" y="0"/>
          <a:ext cx="0" cy="0"/>
          <a:chOff x="0" y="0"/>
          <a:chExt cx="0" cy="0"/>
        </a:xfrm>
      </p:grpSpPr>
      <p:sp>
        <p:nvSpPr>
          <p:cNvPr id="4" name="Picture Placeholder 3"/>
          <p:cNvSpPr>
            <a:spLocks noGrp="1"/>
          </p:cNvSpPr>
          <p:nvPr>
            <p:ph type="pic" sz="quarter" idx="13"/>
          </p:nvPr>
        </p:nvSpPr>
        <p:spPr>
          <a:xfrm>
            <a:off x="0" y="0"/>
            <a:ext cx="12436475" cy="737470"/>
          </a:xfrm>
        </p:spPr>
        <p:txBody>
          <a:bodyPr/>
          <a:lstStyle>
            <a:lvl1pPr marL="0" indent="0">
              <a:buNone/>
              <a:defRPr/>
            </a:lvl1pPr>
          </a:lstStyle>
          <a:p>
            <a:r>
              <a:rPr lang="en-US"/>
              <a:t>Click icon to add picture</a:t>
            </a:r>
          </a:p>
        </p:txBody>
      </p:sp>
      <p:sp>
        <p:nvSpPr>
          <p:cNvPr id="5" name="Text Placeholder 4"/>
          <p:cNvSpPr>
            <a:spLocks noGrp="1"/>
          </p:cNvSpPr>
          <p:nvPr>
            <p:ph type="body" sz="quarter" idx="12" hasCustomPrompt="1"/>
          </p:nvPr>
        </p:nvSpPr>
        <p:spPr>
          <a:xfrm>
            <a:off x="276541" y="2112154"/>
            <a:ext cx="5484498" cy="1817184"/>
          </a:xfrm>
          <a:noFill/>
        </p:spPr>
        <p:txBody>
          <a:bodyPr lIns="182880" tIns="146304" rIns="182880" bIns="146304">
            <a:noAutofit/>
          </a:bodyPr>
          <a:lstStyle>
            <a:lvl1pPr marL="0" indent="0">
              <a:spcBef>
                <a:spcPts val="0"/>
              </a:spcBef>
              <a:buNone/>
              <a:defRPr sz="3576" spc="0" baseline="0">
                <a:gradFill>
                  <a:gsLst>
                    <a:gs pos="46903">
                      <a:srgbClr val="FFFFFF"/>
                    </a:gs>
                    <a:gs pos="83000">
                      <a:srgbClr val="FFFFFF"/>
                    </a:gs>
                  </a:gsLst>
                  <a:lin ang="5400000" scaled="1"/>
                </a:gradFill>
                <a:latin typeface="+mj-lt"/>
              </a:defRPr>
            </a:lvl1pPr>
          </a:lstStyle>
          <a:p>
            <a:pPr lvl="0"/>
            <a:r>
              <a:rPr lang="en-US"/>
              <a:t>Speaker Name</a:t>
            </a:r>
          </a:p>
        </p:txBody>
      </p:sp>
      <p:sp>
        <p:nvSpPr>
          <p:cNvPr id="9" name="Title 1"/>
          <p:cNvSpPr>
            <a:spLocks noGrp="1"/>
          </p:cNvSpPr>
          <p:nvPr>
            <p:ph type="title" hasCustomPrompt="1"/>
          </p:nvPr>
        </p:nvSpPr>
        <p:spPr>
          <a:xfrm>
            <a:off x="274704" y="294977"/>
            <a:ext cx="5486335" cy="1817178"/>
          </a:xfrm>
          <a:noFill/>
        </p:spPr>
        <p:txBody>
          <a:bodyPr lIns="146304" tIns="91440" rIns="146304" bIns="91440" anchor="t" anchorCtr="0"/>
          <a:lstStyle>
            <a:lvl1pPr>
              <a:defRPr sz="5961" spc="-99" baseline="0">
                <a:gradFill>
                  <a:gsLst>
                    <a:gs pos="46903">
                      <a:srgbClr val="FFFFFF"/>
                    </a:gs>
                    <a:gs pos="83000">
                      <a:srgbClr val="FFFFFF"/>
                    </a:gs>
                  </a:gsLst>
                  <a:lin ang="5400000" scaled="1"/>
                </a:gradFill>
              </a:defRPr>
            </a:lvl1pPr>
          </a:lstStyle>
          <a:p>
            <a:r>
              <a:rPr lang="en-US"/>
              <a:t>Presentation title</a:t>
            </a:r>
          </a:p>
        </p:txBody>
      </p:sp>
    </p:spTree>
    <p:extLst>
      <p:ext uri="{BB962C8B-B14F-4D97-AF65-F5344CB8AC3E}">
        <p14:creationId xmlns:p14="http://schemas.microsoft.com/office/powerpoint/2010/main" val="13552395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ull Quote 1">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0"/>
          </p:nvPr>
        </p:nvSpPr>
        <p:spPr>
          <a:xfrm>
            <a:off x="0" y="0"/>
            <a:ext cx="12436475" cy="737470"/>
          </a:xfrm>
        </p:spPr>
        <p:txBody>
          <a:bodyPr/>
          <a:lstStyle>
            <a:lvl1pPr marL="0" indent="0">
              <a:buNone/>
              <a:defRPr/>
            </a:lvl1pPr>
          </a:lstStyle>
          <a:p>
            <a:r>
              <a:rPr lang="en-US"/>
              <a:t>Click icon to add picture</a:t>
            </a:r>
          </a:p>
        </p:txBody>
      </p:sp>
      <p:sp>
        <p:nvSpPr>
          <p:cNvPr id="9" name="Title 1"/>
          <p:cNvSpPr>
            <a:spLocks noGrp="1"/>
          </p:cNvSpPr>
          <p:nvPr>
            <p:ph type="title" hasCustomPrompt="1"/>
          </p:nvPr>
        </p:nvSpPr>
        <p:spPr>
          <a:xfrm>
            <a:off x="274704" y="2112154"/>
            <a:ext cx="5486335" cy="3634356"/>
          </a:xfrm>
          <a:noFill/>
        </p:spPr>
        <p:txBody>
          <a:bodyPr lIns="146304" tIns="91440" rIns="146304" bIns="91440" anchor="t" anchorCtr="0"/>
          <a:lstStyle>
            <a:lvl1pPr>
              <a:defRPr sz="5961" spc="-99" baseline="0">
                <a:gradFill>
                  <a:gsLst>
                    <a:gs pos="46903">
                      <a:schemeClr val="tx1"/>
                    </a:gs>
                    <a:gs pos="83000">
                      <a:schemeClr val="tx1"/>
                    </a:gs>
                  </a:gsLst>
                  <a:lin ang="5400000" scaled="1"/>
                </a:gradFill>
              </a:defRPr>
            </a:lvl1pPr>
          </a:lstStyle>
          <a:p>
            <a:r>
              <a:rPr lang="en-US"/>
              <a:t>Pull quote</a:t>
            </a:r>
          </a:p>
        </p:txBody>
      </p:sp>
    </p:spTree>
    <p:extLst>
      <p:ext uri="{BB962C8B-B14F-4D97-AF65-F5344CB8AC3E}">
        <p14:creationId xmlns:p14="http://schemas.microsoft.com/office/powerpoint/2010/main" val="359120056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Pull Quote 2">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8"/>
          </p:nvPr>
        </p:nvSpPr>
        <p:spPr>
          <a:xfrm>
            <a:off x="0" y="0"/>
            <a:ext cx="12436475" cy="737470"/>
          </a:xfrm>
        </p:spPr>
        <p:txBody>
          <a:bodyPr/>
          <a:lstStyle>
            <a:lvl1pPr marL="0" indent="0">
              <a:buNone/>
              <a:defRPr/>
            </a:lvl1pPr>
          </a:lstStyle>
          <a:p>
            <a:r>
              <a:rPr lang="en-US"/>
              <a:t>Click icon to add picture</a:t>
            </a:r>
          </a:p>
        </p:txBody>
      </p:sp>
      <p:sp>
        <p:nvSpPr>
          <p:cNvPr id="13" name="Text Placeholder 5"/>
          <p:cNvSpPr>
            <a:spLocks noGrp="1"/>
          </p:cNvSpPr>
          <p:nvPr>
            <p:ph type="body" sz="quarter" idx="15" hasCustomPrompt="1"/>
          </p:nvPr>
        </p:nvSpPr>
        <p:spPr>
          <a:xfrm>
            <a:off x="6033080" y="718418"/>
            <a:ext cx="640080" cy="636012"/>
          </a:xfrm>
          <a:solidFill>
            <a:srgbClr val="68217A"/>
          </a:solidFill>
        </p:spPr>
        <p:txBody>
          <a:bodyPr anchor="ctr">
            <a:noAutofit/>
          </a:bodyPr>
          <a:lstStyle>
            <a:lvl1pPr marL="0" indent="0">
              <a:lnSpc>
                <a:spcPts val="596"/>
              </a:lnSpc>
              <a:spcBef>
                <a:spcPts val="0"/>
              </a:spcBef>
              <a:buNone/>
              <a:defRPr sz="596">
                <a:solidFill>
                  <a:schemeClr val="bg1"/>
                </a:solidFill>
              </a:defRPr>
            </a:lvl1pPr>
            <a:lvl2pPr marL="340649" indent="0">
              <a:buNone/>
              <a:defRPr sz="3179"/>
            </a:lvl2pPr>
            <a:lvl3pPr marL="567748" indent="0">
              <a:buNone/>
              <a:defRPr sz="3179"/>
            </a:lvl3pPr>
            <a:lvl4pPr marL="794848" indent="0">
              <a:buNone/>
              <a:defRPr sz="3179"/>
            </a:lvl4pPr>
            <a:lvl5pPr marL="1021948" indent="0">
              <a:buNone/>
              <a:defRPr sz="3179"/>
            </a:lvl5pPr>
          </a:lstStyle>
          <a:p>
            <a:pPr lvl="0"/>
            <a:r>
              <a:rPr lang="en-US"/>
              <a:t> </a:t>
            </a:r>
          </a:p>
        </p:txBody>
      </p:sp>
      <p:sp>
        <p:nvSpPr>
          <p:cNvPr id="14" name="Text Placeholder 5"/>
          <p:cNvSpPr>
            <a:spLocks noGrp="1"/>
          </p:cNvSpPr>
          <p:nvPr>
            <p:ph type="body" sz="quarter" idx="16" hasCustomPrompt="1"/>
          </p:nvPr>
        </p:nvSpPr>
        <p:spPr>
          <a:xfrm>
            <a:off x="9418639" y="903863"/>
            <a:ext cx="640080" cy="265122"/>
          </a:xfrm>
          <a:solidFill>
            <a:srgbClr val="68217A"/>
          </a:solidFill>
        </p:spPr>
        <p:txBody>
          <a:bodyPr anchor="ctr"/>
          <a:lstStyle>
            <a:lvl1pPr marL="0" indent="0">
              <a:lnSpc>
                <a:spcPts val="596"/>
              </a:lnSpc>
              <a:spcBef>
                <a:spcPts val="0"/>
              </a:spcBef>
              <a:buNone/>
              <a:defRPr sz="596">
                <a:solidFill>
                  <a:schemeClr val="bg1"/>
                </a:solidFill>
              </a:defRPr>
            </a:lvl1pPr>
            <a:lvl2pPr marL="340649" indent="0">
              <a:buNone/>
              <a:defRPr sz="3179"/>
            </a:lvl2pPr>
            <a:lvl3pPr marL="567748" indent="0">
              <a:buNone/>
              <a:defRPr sz="3179"/>
            </a:lvl3pPr>
            <a:lvl4pPr marL="794848" indent="0">
              <a:buNone/>
              <a:defRPr sz="3179"/>
            </a:lvl4pPr>
            <a:lvl5pPr marL="1021948" indent="0">
              <a:buNone/>
              <a:defRPr sz="3179"/>
            </a:lvl5pPr>
          </a:lstStyle>
          <a:p>
            <a:pPr lvl="0"/>
            <a:r>
              <a:rPr lang="en-US"/>
              <a:t> </a:t>
            </a:r>
          </a:p>
        </p:txBody>
      </p:sp>
      <p:sp>
        <p:nvSpPr>
          <p:cNvPr id="15" name="Text Placeholder 5"/>
          <p:cNvSpPr>
            <a:spLocks noGrp="1"/>
          </p:cNvSpPr>
          <p:nvPr>
            <p:ph type="body" sz="quarter" idx="17" hasCustomPrompt="1"/>
          </p:nvPr>
        </p:nvSpPr>
        <p:spPr>
          <a:xfrm>
            <a:off x="9418639" y="3794198"/>
            <a:ext cx="640080" cy="265122"/>
          </a:xfrm>
          <a:solidFill>
            <a:srgbClr val="68217A"/>
          </a:solidFill>
        </p:spPr>
        <p:txBody>
          <a:bodyPr anchor="ctr"/>
          <a:lstStyle>
            <a:lvl1pPr marL="0" indent="0">
              <a:lnSpc>
                <a:spcPts val="596"/>
              </a:lnSpc>
              <a:spcBef>
                <a:spcPts val="0"/>
              </a:spcBef>
              <a:buNone/>
              <a:defRPr sz="596">
                <a:solidFill>
                  <a:schemeClr val="bg1"/>
                </a:solidFill>
              </a:defRPr>
            </a:lvl1pPr>
            <a:lvl2pPr marL="340649" indent="0">
              <a:buNone/>
              <a:defRPr sz="3179"/>
            </a:lvl2pPr>
            <a:lvl3pPr marL="567748" indent="0">
              <a:buNone/>
              <a:defRPr sz="3179"/>
            </a:lvl3pPr>
            <a:lvl4pPr marL="794848" indent="0">
              <a:buNone/>
              <a:defRPr sz="3179"/>
            </a:lvl4pPr>
            <a:lvl5pPr marL="1021948" indent="0">
              <a:buNone/>
              <a:defRPr sz="3179"/>
            </a:lvl5pPr>
          </a:lstStyle>
          <a:p>
            <a:pPr lvl="0"/>
            <a:r>
              <a:rPr lang="en-US"/>
              <a:t> </a:t>
            </a:r>
          </a:p>
        </p:txBody>
      </p:sp>
      <p:sp>
        <p:nvSpPr>
          <p:cNvPr id="17" name="Title 16"/>
          <p:cNvSpPr>
            <a:spLocks noGrp="1"/>
          </p:cNvSpPr>
          <p:nvPr>
            <p:ph type="title"/>
          </p:nvPr>
        </p:nvSpPr>
        <p:spPr>
          <a:xfrm>
            <a:off x="4394200" y="3605228"/>
            <a:ext cx="2278960" cy="2258011"/>
          </a:xfrm>
          <a:solidFill>
            <a:srgbClr val="68217A"/>
          </a:solidFill>
        </p:spPr>
        <p:txBody>
          <a:bodyPr lIns="182880" tIns="146304" rIns="182880" bIns="146304"/>
          <a:lstStyle>
            <a:lvl1pPr>
              <a:defRPr sz="3179">
                <a:gradFill>
                  <a:gsLst>
                    <a:gs pos="14159">
                      <a:schemeClr val="bg1"/>
                    </a:gs>
                    <a:gs pos="37000">
                      <a:schemeClr val="bg1"/>
                    </a:gs>
                  </a:gsLst>
                  <a:lin ang="5400000" scaled="0"/>
                </a:gradFill>
              </a:defRPr>
            </a:lvl1pPr>
          </a:lstStyle>
          <a:p>
            <a:r>
              <a:rPr lang="en-US"/>
              <a:t>Click to edit Master title style</a:t>
            </a:r>
          </a:p>
        </p:txBody>
      </p:sp>
    </p:spTree>
    <p:extLst>
      <p:ext uri="{BB962C8B-B14F-4D97-AF65-F5344CB8AC3E}">
        <p14:creationId xmlns:p14="http://schemas.microsoft.com/office/powerpoint/2010/main" val="20958928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528" fill="hold" grpId="0" nodeType="withEffect">
                                  <p:stCondLst>
                                    <p:cond delay="0"/>
                                  </p:stCondLst>
                                  <p:childTnLst>
                                    <p:set>
                                      <p:cBhvr>
                                        <p:cTn id="6" dur="1" fill="hold">
                                          <p:stCondLst>
                                            <p:cond delay="0"/>
                                          </p:stCondLst>
                                        </p:cTn>
                                        <p:tgtEl>
                                          <p:spTgt spid="13">
                                            <p:bg/>
                                          </p:spTgt>
                                        </p:tgtEl>
                                        <p:attrNameLst>
                                          <p:attrName>style.visibility</p:attrName>
                                        </p:attrNameLst>
                                      </p:cBhvr>
                                      <p:to>
                                        <p:strVal val="visible"/>
                                      </p:to>
                                    </p:set>
                                    <p:anim calcmode="lin" valueType="num">
                                      <p:cBhvr>
                                        <p:cTn id="7" dur="500" fill="hold"/>
                                        <p:tgtEl>
                                          <p:spTgt spid="13">
                                            <p:bg/>
                                          </p:spTgt>
                                        </p:tgtEl>
                                        <p:attrNameLst>
                                          <p:attrName>ppt_w</p:attrName>
                                        </p:attrNameLst>
                                      </p:cBhvr>
                                      <p:tavLst>
                                        <p:tav tm="0">
                                          <p:val>
                                            <p:fltVal val="0"/>
                                          </p:val>
                                        </p:tav>
                                        <p:tav tm="100000">
                                          <p:val>
                                            <p:strVal val="#ppt_w"/>
                                          </p:val>
                                        </p:tav>
                                      </p:tavLst>
                                    </p:anim>
                                    <p:anim calcmode="lin" valueType="num">
                                      <p:cBhvr>
                                        <p:cTn id="8" dur="500" fill="hold"/>
                                        <p:tgtEl>
                                          <p:spTgt spid="13">
                                            <p:bg/>
                                          </p:spTgt>
                                        </p:tgtEl>
                                        <p:attrNameLst>
                                          <p:attrName>ppt_h</p:attrName>
                                        </p:attrNameLst>
                                      </p:cBhvr>
                                      <p:tavLst>
                                        <p:tav tm="0">
                                          <p:val>
                                            <p:fltVal val="0"/>
                                          </p:val>
                                        </p:tav>
                                        <p:tav tm="100000">
                                          <p:val>
                                            <p:strVal val="#ppt_h"/>
                                          </p:val>
                                        </p:tav>
                                      </p:tavLst>
                                    </p:anim>
                                    <p:animEffect transition="in" filter="fade">
                                      <p:cBhvr>
                                        <p:cTn id="9" dur="500"/>
                                        <p:tgtEl>
                                          <p:spTgt spid="13">
                                            <p:bg/>
                                          </p:spTgt>
                                        </p:tgtEl>
                                      </p:cBhvr>
                                    </p:animEffect>
                                    <p:anim calcmode="lin" valueType="num">
                                      <p:cBhvr>
                                        <p:cTn id="10" dur="500" fill="hold"/>
                                        <p:tgtEl>
                                          <p:spTgt spid="13">
                                            <p:bg/>
                                          </p:spTgt>
                                        </p:tgtEl>
                                        <p:attrNameLst>
                                          <p:attrName>ppt_x</p:attrName>
                                        </p:attrNameLst>
                                      </p:cBhvr>
                                      <p:tavLst>
                                        <p:tav tm="0">
                                          <p:val>
                                            <p:fltVal val="0.5"/>
                                          </p:val>
                                        </p:tav>
                                        <p:tav tm="100000">
                                          <p:val>
                                            <p:strVal val="#ppt_x"/>
                                          </p:val>
                                        </p:tav>
                                      </p:tavLst>
                                    </p:anim>
                                    <p:anim calcmode="lin" valueType="num">
                                      <p:cBhvr>
                                        <p:cTn id="11" dur="500" fill="hold"/>
                                        <p:tgtEl>
                                          <p:spTgt spid="13">
                                            <p:bg/>
                                          </p:spTgt>
                                        </p:tgtEl>
                                        <p:attrNameLst>
                                          <p:attrName>ppt_y</p:attrName>
                                        </p:attrNameLst>
                                      </p:cBhvr>
                                      <p:tavLst>
                                        <p:tav tm="0">
                                          <p:val>
                                            <p:fltVal val="0.5"/>
                                          </p:val>
                                        </p:tav>
                                        <p:tav tm="100000">
                                          <p:val>
                                            <p:strVal val="#ppt_y"/>
                                          </p:val>
                                        </p:tav>
                                      </p:tavLst>
                                    </p:anim>
                                  </p:childTnLst>
                                </p:cTn>
                              </p:par>
                              <p:par>
                                <p:cTn id="12" presetID="53" presetClass="entr" presetSubtype="528" fill="hold" grpId="0" nodeType="withEffect">
                                  <p:stCondLst>
                                    <p:cond delay="0"/>
                                  </p:stCondLst>
                                  <p:childTnLst>
                                    <p:set>
                                      <p:cBhvr>
                                        <p:cTn id="13" dur="1" fill="hold">
                                          <p:stCondLst>
                                            <p:cond delay="0"/>
                                          </p:stCondLst>
                                        </p:cTn>
                                        <p:tgtEl>
                                          <p:spTgt spid="13">
                                            <p:txEl>
                                              <p:pRg st="0" end="0"/>
                                            </p:txEl>
                                          </p:spTgt>
                                        </p:tgtEl>
                                        <p:attrNameLst>
                                          <p:attrName>style.visibility</p:attrName>
                                        </p:attrNameLst>
                                      </p:cBhvr>
                                      <p:to>
                                        <p:strVal val="visible"/>
                                      </p:to>
                                    </p:set>
                                    <p:anim calcmode="lin" valueType="num">
                                      <p:cBhvr>
                                        <p:cTn id="14" dur="500" fill="hold"/>
                                        <p:tgtEl>
                                          <p:spTgt spid="13">
                                            <p:txEl>
                                              <p:pRg st="0" end="0"/>
                                            </p:txEl>
                                          </p:spTgt>
                                        </p:tgtEl>
                                        <p:attrNameLst>
                                          <p:attrName>ppt_w</p:attrName>
                                        </p:attrNameLst>
                                      </p:cBhvr>
                                      <p:tavLst>
                                        <p:tav tm="0">
                                          <p:val>
                                            <p:fltVal val="0"/>
                                          </p:val>
                                        </p:tav>
                                        <p:tav tm="100000">
                                          <p:val>
                                            <p:strVal val="#ppt_w"/>
                                          </p:val>
                                        </p:tav>
                                      </p:tavLst>
                                    </p:anim>
                                    <p:anim calcmode="lin" valueType="num">
                                      <p:cBhvr>
                                        <p:cTn id="15" dur="500" fill="hold"/>
                                        <p:tgtEl>
                                          <p:spTgt spid="13">
                                            <p:txEl>
                                              <p:pRg st="0" end="0"/>
                                            </p:txEl>
                                          </p:spTgt>
                                        </p:tgtEl>
                                        <p:attrNameLst>
                                          <p:attrName>ppt_h</p:attrName>
                                        </p:attrNameLst>
                                      </p:cBhvr>
                                      <p:tavLst>
                                        <p:tav tm="0">
                                          <p:val>
                                            <p:fltVal val="0"/>
                                          </p:val>
                                        </p:tav>
                                        <p:tav tm="100000">
                                          <p:val>
                                            <p:strVal val="#ppt_h"/>
                                          </p:val>
                                        </p:tav>
                                      </p:tavLst>
                                    </p:anim>
                                    <p:animEffect transition="in" filter="fade">
                                      <p:cBhvr>
                                        <p:cTn id="16" dur="500"/>
                                        <p:tgtEl>
                                          <p:spTgt spid="13">
                                            <p:txEl>
                                              <p:pRg st="0" end="0"/>
                                            </p:txEl>
                                          </p:spTgt>
                                        </p:tgtEl>
                                      </p:cBhvr>
                                    </p:animEffect>
                                    <p:anim calcmode="lin" valueType="num">
                                      <p:cBhvr>
                                        <p:cTn id="17" dur="500" fill="hold"/>
                                        <p:tgtEl>
                                          <p:spTgt spid="13">
                                            <p:txEl>
                                              <p:pRg st="0" end="0"/>
                                            </p:txEl>
                                          </p:spTgt>
                                        </p:tgtEl>
                                        <p:attrNameLst>
                                          <p:attrName>ppt_x</p:attrName>
                                        </p:attrNameLst>
                                      </p:cBhvr>
                                      <p:tavLst>
                                        <p:tav tm="0">
                                          <p:val>
                                            <p:fltVal val="0.5"/>
                                          </p:val>
                                        </p:tav>
                                        <p:tav tm="100000">
                                          <p:val>
                                            <p:strVal val="#ppt_x"/>
                                          </p:val>
                                        </p:tav>
                                      </p:tavLst>
                                    </p:anim>
                                    <p:anim calcmode="lin" valueType="num">
                                      <p:cBhvr>
                                        <p:cTn id="18" dur="500" fill="hold"/>
                                        <p:tgtEl>
                                          <p:spTgt spid="13">
                                            <p:txEl>
                                              <p:pRg st="0" end="0"/>
                                            </p:txEl>
                                          </p:spTgt>
                                        </p:tgtEl>
                                        <p:attrNameLst>
                                          <p:attrName>ppt_y</p:attrName>
                                        </p:attrNameLst>
                                      </p:cBhvr>
                                      <p:tavLst>
                                        <p:tav tm="0">
                                          <p:val>
                                            <p:fltVal val="0.5"/>
                                          </p:val>
                                        </p:tav>
                                        <p:tav tm="100000">
                                          <p:val>
                                            <p:strVal val="#ppt_y"/>
                                          </p:val>
                                        </p:tav>
                                      </p:tavLst>
                                    </p:anim>
                                  </p:childTnLst>
                                </p:cTn>
                              </p:par>
                              <p:par>
                                <p:cTn id="19" presetID="53" presetClass="entr" presetSubtype="528" fill="hold" grpId="0" nodeType="withEffect">
                                  <p:stCondLst>
                                    <p:cond delay="0"/>
                                  </p:stCondLst>
                                  <p:childTnLst>
                                    <p:set>
                                      <p:cBhvr>
                                        <p:cTn id="20" dur="1" fill="hold">
                                          <p:stCondLst>
                                            <p:cond delay="0"/>
                                          </p:stCondLst>
                                        </p:cTn>
                                        <p:tgtEl>
                                          <p:spTgt spid="14">
                                            <p:bg/>
                                          </p:spTgt>
                                        </p:tgtEl>
                                        <p:attrNameLst>
                                          <p:attrName>style.visibility</p:attrName>
                                        </p:attrNameLst>
                                      </p:cBhvr>
                                      <p:to>
                                        <p:strVal val="visible"/>
                                      </p:to>
                                    </p:set>
                                    <p:anim calcmode="lin" valueType="num">
                                      <p:cBhvr>
                                        <p:cTn id="21" dur="500" fill="hold"/>
                                        <p:tgtEl>
                                          <p:spTgt spid="14">
                                            <p:bg/>
                                          </p:spTgt>
                                        </p:tgtEl>
                                        <p:attrNameLst>
                                          <p:attrName>ppt_w</p:attrName>
                                        </p:attrNameLst>
                                      </p:cBhvr>
                                      <p:tavLst>
                                        <p:tav tm="0">
                                          <p:val>
                                            <p:fltVal val="0"/>
                                          </p:val>
                                        </p:tav>
                                        <p:tav tm="100000">
                                          <p:val>
                                            <p:strVal val="#ppt_w"/>
                                          </p:val>
                                        </p:tav>
                                      </p:tavLst>
                                    </p:anim>
                                    <p:anim calcmode="lin" valueType="num">
                                      <p:cBhvr>
                                        <p:cTn id="22" dur="500" fill="hold"/>
                                        <p:tgtEl>
                                          <p:spTgt spid="14">
                                            <p:bg/>
                                          </p:spTgt>
                                        </p:tgtEl>
                                        <p:attrNameLst>
                                          <p:attrName>ppt_h</p:attrName>
                                        </p:attrNameLst>
                                      </p:cBhvr>
                                      <p:tavLst>
                                        <p:tav tm="0">
                                          <p:val>
                                            <p:fltVal val="0"/>
                                          </p:val>
                                        </p:tav>
                                        <p:tav tm="100000">
                                          <p:val>
                                            <p:strVal val="#ppt_h"/>
                                          </p:val>
                                        </p:tav>
                                      </p:tavLst>
                                    </p:anim>
                                    <p:animEffect transition="in" filter="fade">
                                      <p:cBhvr>
                                        <p:cTn id="23" dur="500"/>
                                        <p:tgtEl>
                                          <p:spTgt spid="14">
                                            <p:bg/>
                                          </p:spTgt>
                                        </p:tgtEl>
                                      </p:cBhvr>
                                    </p:animEffect>
                                    <p:anim calcmode="lin" valueType="num">
                                      <p:cBhvr>
                                        <p:cTn id="24" dur="500" fill="hold"/>
                                        <p:tgtEl>
                                          <p:spTgt spid="14">
                                            <p:bg/>
                                          </p:spTgt>
                                        </p:tgtEl>
                                        <p:attrNameLst>
                                          <p:attrName>ppt_x</p:attrName>
                                        </p:attrNameLst>
                                      </p:cBhvr>
                                      <p:tavLst>
                                        <p:tav tm="0">
                                          <p:val>
                                            <p:fltVal val="0.5"/>
                                          </p:val>
                                        </p:tav>
                                        <p:tav tm="100000">
                                          <p:val>
                                            <p:strVal val="#ppt_x"/>
                                          </p:val>
                                        </p:tav>
                                      </p:tavLst>
                                    </p:anim>
                                    <p:anim calcmode="lin" valueType="num">
                                      <p:cBhvr>
                                        <p:cTn id="25" dur="500" fill="hold"/>
                                        <p:tgtEl>
                                          <p:spTgt spid="14">
                                            <p:bg/>
                                          </p:spTgt>
                                        </p:tgtEl>
                                        <p:attrNameLst>
                                          <p:attrName>ppt_y</p:attrName>
                                        </p:attrNameLst>
                                      </p:cBhvr>
                                      <p:tavLst>
                                        <p:tav tm="0">
                                          <p:val>
                                            <p:fltVal val="0.5"/>
                                          </p:val>
                                        </p:tav>
                                        <p:tav tm="100000">
                                          <p:val>
                                            <p:strVal val="#ppt_y"/>
                                          </p:val>
                                        </p:tav>
                                      </p:tavLst>
                                    </p:anim>
                                  </p:childTnLst>
                                </p:cTn>
                              </p:par>
                              <p:par>
                                <p:cTn id="26" presetID="53" presetClass="entr" presetSubtype="528" fill="hold" grpId="0" nodeType="withEffect">
                                  <p:stCondLst>
                                    <p:cond delay="0"/>
                                  </p:stCondLst>
                                  <p:childTnLst>
                                    <p:set>
                                      <p:cBhvr>
                                        <p:cTn id="27" dur="1" fill="hold">
                                          <p:stCondLst>
                                            <p:cond delay="0"/>
                                          </p:stCondLst>
                                        </p:cTn>
                                        <p:tgtEl>
                                          <p:spTgt spid="14">
                                            <p:txEl>
                                              <p:pRg st="0" end="0"/>
                                            </p:txEl>
                                          </p:spTgt>
                                        </p:tgtEl>
                                        <p:attrNameLst>
                                          <p:attrName>style.visibility</p:attrName>
                                        </p:attrNameLst>
                                      </p:cBhvr>
                                      <p:to>
                                        <p:strVal val="visible"/>
                                      </p:to>
                                    </p:set>
                                    <p:anim calcmode="lin" valueType="num">
                                      <p:cBhvr>
                                        <p:cTn id="28" dur="500" fill="hold"/>
                                        <p:tgtEl>
                                          <p:spTgt spid="14">
                                            <p:txEl>
                                              <p:pRg st="0" end="0"/>
                                            </p:txEl>
                                          </p:spTgt>
                                        </p:tgtEl>
                                        <p:attrNameLst>
                                          <p:attrName>ppt_w</p:attrName>
                                        </p:attrNameLst>
                                      </p:cBhvr>
                                      <p:tavLst>
                                        <p:tav tm="0">
                                          <p:val>
                                            <p:fltVal val="0"/>
                                          </p:val>
                                        </p:tav>
                                        <p:tav tm="100000">
                                          <p:val>
                                            <p:strVal val="#ppt_w"/>
                                          </p:val>
                                        </p:tav>
                                      </p:tavLst>
                                    </p:anim>
                                    <p:anim calcmode="lin" valueType="num">
                                      <p:cBhvr>
                                        <p:cTn id="29" dur="500" fill="hold"/>
                                        <p:tgtEl>
                                          <p:spTgt spid="14">
                                            <p:txEl>
                                              <p:pRg st="0" end="0"/>
                                            </p:txEl>
                                          </p:spTgt>
                                        </p:tgtEl>
                                        <p:attrNameLst>
                                          <p:attrName>ppt_h</p:attrName>
                                        </p:attrNameLst>
                                      </p:cBhvr>
                                      <p:tavLst>
                                        <p:tav tm="0">
                                          <p:val>
                                            <p:fltVal val="0"/>
                                          </p:val>
                                        </p:tav>
                                        <p:tav tm="100000">
                                          <p:val>
                                            <p:strVal val="#ppt_h"/>
                                          </p:val>
                                        </p:tav>
                                      </p:tavLst>
                                    </p:anim>
                                    <p:animEffect transition="in" filter="fade">
                                      <p:cBhvr>
                                        <p:cTn id="30" dur="500"/>
                                        <p:tgtEl>
                                          <p:spTgt spid="14">
                                            <p:txEl>
                                              <p:pRg st="0" end="0"/>
                                            </p:txEl>
                                          </p:spTgt>
                                        </p:tgtEl>
                                      </p:cBhvr>
                                    </p:animEffect>
                                    <p:anim calcmode="lin" valueType="num">
                                      <p:cBhvr>
                                        <p:cTn id="31" dur="500" fill="hold"/>
                                        <p:tgtEl>
                                          <p:spTgt spid="14">
                                            <p:txEl>
                                              <p:pRg st="0" end="0"/>
                                            </p:txEl>
                                          </p:spTgt>
                                        </p:tgtEl>
                                        <p:attrNameLst>
                                          <p:attrName>ppt_x</p:attrName>
                                        </p:attrNameLst>
                                      </p:cBhvr>
                                      <p:tavLst>
                                        <p:tav tm="0">
                                          <p:val>
                                            <p:fltVal val="0.5"/>
                                          </p:val>
                                        </p:tav>
                                        <p:tav tm="100000">
                                          <p:val>
                                            <p:strVal val="#ppt_x"/>
                                          </p:val>
                                        </p:tav>
                                      </p:tavLst>
                                    </p:anim>
                                    <p:anim calcmode="lin" valueType="num">
                                      <p:cBhvr>
                                        <p:cTn id="32" dur="500" fill="hold"/>
                                        <p:tgtEl>
                                          <p:spTgt spid="14">
                                            <p:txEl>
                                              <p:pRg st="0" end="0"/>
                                            </p:txEl>
                                          </p:spTgt>
                                        </p:tgtEl>
                                        <p:attrNameLst>
                                          <p:attrName>ppt_y</p:attrName>
                                        </p:attrNameLst>
                                      </p:cBhvr>
                                      <p:tavLst>
                                        <p:tav tm="0">
                                          <p:val>
                                            <p:fltVal val="0.5"/>
                                          </p:val>
                                        </p:tav>
                                        <p:tav tm="100000">
                                          <p:val>
                                            <p:strVal val="#ppt_y"/>
                                          </p:val>
                                        </p:tav>
                                      </p:tavLst>
                                    </p:anim>
                                  </p:childTnLst>
                                </p:cTn>
                              </p:par>
                              <p:par>
                                <p:cTn id="33" presetID="53" presetClass="entr" presetSubtype="528" fill="hold" grpId="0" nodeType="withEffect">
                                  <p:stCondLst>
                                    <p:cond delay="0"/>
                                  </p:stCondLst>
                                  <p:childTnLst>
                                    <p:set>
                                      <p:cBhvr>
                                        <p:cTn id="34" dur="1" fill="hold">
                                          <p:stCondLst>
                                            <p:cond delay="0"/>
                                          </p:stCondLst>
                                        </p:cTn>
                                        <p:tgtEl>
                                          <p:spTgt spid="15">
                                            <p:bg/>
                                          </p:spTgt>
                                        </p:tgtEl>
                                        <p:attrNameLst>
                                          <p:attrName>style.visibility</p:attrName>
                                        </p:attrNameLst>
                                      </p:cBhvr>
                                      <p:to>
                                        <p:strVal val="visible"/>
                                      </p:to>
                                    </p:set>
                                    <p:anim calcmode="lin" valueType="num">
                                      <p:cBhvr>
                                        <p:cTn id="35" dur="500" fill="hold"/>
                                        <p:tgtEl>
                                          <p:spTgt spid="15">
                                            <p:bg/>
                                          </p:spTgt>
                                        </p:tgtEl>
                                        <p:attrNameLst>
                                          <p:attrName>ppt_w</p:attrName>
                                        </p:attrNameLst>
                                      </p:cBhvr>
                                      <p:tavLst>
                                        <p:tav tm="0">
                                          <p:val>
                                            <p:fltVal val="0"/>
                                          </p:val>
                                        </p:tav>
                                        <p:tav tm="100000">
                                          <p:val>
                                            <p:strVal val="#ppt_w"/>
                                          </p:val>
                                        </p:tav>
                                      </p:tavLst>
                                    </p:anim>
                                    <p:anim calcmode="lin" valueType="num">
                                      <p:cBhvr>
                                        <p:cTn id="36" dur="500" fill="hold"/>
                                        <p:tgtEl>
                                          <p:spTgt spid="15">
                                            <p:bg/>
                                          </p:spTgt>
                                        </p:tgtEl>
                                        <p:attrNameLst>
                                          <p:attrName>ppt_h</p:attrName>
                                        </p:attrNameLst>
                                      </p:cBhvr>
                                      <p:tavLst>
                                        <p:tav tm="0">
                                          <p:val>
                                            <p:fltVal val="0"/>
                                          </p:val>
                                        </p:tav>
                                        <p:tav tm="100000">
                                          <p:val>
                                            <p:strVal val="#ppt_h"/>
                                          </p:val>
                                        </p:tav>
                                      </p:tavLst>
                                    </p:anim>
                                    <p:animEffect transition="in" filter="fade">
                                      <p:cBhvr>
                                        <p:cTn id="37" dur="500"/>
                                        <p:tgtEl>
                                          <p:spTgt spid="15">
                                            <p:bg/>
                                          </p:spTgt>
                                        </p:tgtEl>
                                      </p:cBhvr>
                                    </p:animEffect>
                                    <p:anim calcmode="lin" valueType="num">
                                      <p:cBhvr>
                                        <p:cTn id="38" dur="500" fill="hold"/>
                                        <p:tgtEl>
                                          <p:spTgt spid="15">
                                            <p:bg/>
                                          </p:spTgt>
                                        </p:tgtEl>
                                        <p:attrNameLst>
                                          <p:attrName>ppt_x</p:attrName>
                                        </p:attrNameLst>
                                      </p:cBhvr>
                                      <p:tavLst>
                                        <p:tav tm="0">
                                          <p:val>
                                            <p:fltVal val="0.5"/>
                                          </p:val>
                                        </p:tav>
                                        <p:tav tm="100000">
                                          <p:val>
                                            <p:strVal val="#ppt_x"/>
                                          </p:val>
                                        </p:tav>
                                      </p:tavLst>
                                    </p:anim>
                                    <p:anim calcmode="lin" valueType="num">
                                      <p:cBhvr>
                                        <p:cTn id="39" dur="500" fill="hold"/>
                                        <p:tgtEl>
                                          <p:spTgt spid="15">
                                            <p:bg/>
                                          </p:spTgt>
                                        </p:tgtEl>
                                        <p:attrNameLst>
                                          <p:attrName>ppt_y</p:attrName>
                                        </p:attrNameLst>
                                      </p:cBhvr>
                                      <p:tavLst>
                                        <p:tav tm="0">
                                          <p:val>
                                            <p:fltVal val="0.5"/>
                                          </p:val>
                                        </p:tav>
                                        <p:tav tm="100000">
                                          <p:val>
                                            <p:strVal val="#ppt_y"/>
                                          </p:val>
                                        </p:tav>
                                      </p:tavLst>
                                    </p:anim>
                                  </p:childTnLst>
                                </p:cTn>
                              </p:par>
                              <p:par>
                                <p:cTn id="40" presetID="53" presetClass="entr" presetSubtype="528" fill="hold" grpId="0" nodeType="withEffect">
                                  <p:stCondLst>
                                    <p:cond delay="0"/>
                                  </p:stCondLst>
                                  <p:childTnLst>
                                    <p:set>
                                      <p:cBhvr>
                                        <p:cTn id="41" dur="1" fill="hold">
                                          <p:stCondLst>
                                            <p:cond delay="0"/>
                                          </p:stCondLst>
                                        </p:cTn>
                                        <p:tgtEl>
                                          <p:spTgt spid="15">
                                            <p:txEl>
                                              <p:pRg st="0" end="0"/>
                                            </p:txEl>
                                          </p:spTgt>
                                        </p:tgtEl>
                                        <p:attrNameLst>
                                          <p:attrName>style.visibility</p:attrName>
                                        </p:attrNameLst>
                                      </p:cBhvr>
                                      <p:to>
                                        <p:strVal val="visible"/>
                                      </p:to>
                                    </p:set>
                                    <p:anim calcmode="lin" valueType="num">
                                      <p:cBhvr>
                                        <p:cTn id="42" dur="500" fill="hold"/>
                                        <p:tgtEl>
                                          <p:spTgt spid="15">
                                            <p:txEl>
                                              <p:pRg st="0" end="0"/>
                                            </p:txEl>
                                          </p:spTgt>
                                        </p:tgtEl>
                                        <p:attrNameLst>
                                          <p:attrName>ppt_w</p:attrName>
                                        </p:attrNameLst>
                                      </p:cBhvr>
                                      <p:tavLst>
                                        <p:tav tm="0">
                                          <p:val>
                                            <p:fltVal val="0"/>
                                          </p:val>
                                        </p:tav>
                                        <p:tav tm="100000">
                                          <p:val>
                                            <p:strVal val="#ppt_w"/>
                                          </p:val>
                                        </p:tav>
                                      </p:tavLst>
                                    </p:anim>
                                    <p:anim calcmode="lin" valueType="num">
                                      <p:cBhvr>
                                        <p:cTn id="43" dur="500" fill="hold"/>
                                        <p:tgtEl>
                                          <p:spTgt spid="15">
                                            <p:txEl>
                                              <p:pRg st="0" end="0"/>
                                            </p:txEl>
                                          </p:spTgt>
                                        </p:tgtEl>
                                        <p:attrNameLst>
                                          <p:attrName>ppt_h</p:attrName>
                                        </p:attrNameLst>
                                      </p:cBhvr>
                                      <p:tavLst>
                                        <p:tav tm="0">
                                          <p:val>
                                            <p:fltVal val="0"/>
                                          </p:val>
                                        </p:tav>
                                        <p:tav tm="100000">
                                          <p:val>
                                            <p:strVal val="#ppt_h"/>
                                          </p:val>
                                        </p:tav>
                                      </p:tavLst>
                                    </p:anim>
                                    <p:animEffect transition="in" filter="fade">
                                      <p:cBhvr>
                                        <p:cTn id="44" dur="500"/>
                                        <p:tgtEl>
                                          <p:spTgt spid="15">
                                            <p:txEl>
                                              <p:pRg st="0" end="0"/>
                                            </p:txEl>
                                          </p:spTgt>
                                        </p:tgtEl>
                                      </p:cBhvr>
                                    </p:animEffect>
                                    <p:anim calcmode="lin" valueType="num">
                                      <p:cBhvr>
                                        <p:cTn id="45" dur="500" fill="hold"/>
                                        <p:tgtEl>
                                          <p:spTgt spid="15">
                                            <p:txEl>
                                              <p:pRg st="0" end="0"/>
                                            </p:txEl>
                                          </p:spTgt>
                                        </p:tgtEl>
                                        <p:attrNameLst>
                                          <p:attrName>ppt_x</p:attrName>
                                        </p:attrNameLst>
                                      </p:cBhvr>
                                      <p:tavLst>
                                        <p:tav tm="0">
                                          <p:val>
                                            <p:fltVal val="0.5"/>
                                          </p:val>
                                        </p:tav>
                                        <p:tav tm="100000">
                                          <p:val>
                                            <p:strVal val="#ppt_x"/>
                                          </p:val>
                                        </p:tav>
                                      </p:tavLst>
                                    </p:anim>
                                    <p:anim calcmode="lin" valueType="num">
                                      <p:cBhvr>
                                        <p:cTn id="46" dur="500" fill="hold"/>
                                        <p:tgtEl>
                                          <p:spTgt spid="15">
                                            <p:txEl>
                                              <p:pRg st="0" end="0"/>
                                            </p:txEl>
                                          </p:spTgt>
                                        </p:tgtEl>
                                        <p:attrNameLst>
                                          <p:attrName>ppt_y</p:attrName>
                                        </p:attrNameLst>
                                      </p:cBhvr>
                                      <p:tavLst>
                                        <p:tav tm="0">
                                          <p:val>
                                            <p:fltVal val="0.5"/>
                                          </p:val>
                                        </p:tav>
                                        <p:tav tm="100000">
                                          <p:val>
                                            <p:strVal val="#ppt_y"/>
                                          </p:val>
                                        </p:tav>
                                      </p:tavLst>
                                    </p:anim>
                                  </p:childTnLst>
                                </p:cTn>
                              </p:par>
                              <p:par>
                                <p:cTn id="47" presetID="53" presetClass="entr" presetSubtype="528"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 calcmode="lin" valueType="num">
                                      <p:cBhvr>
                                        <p:cTn id="49" dur="500" fill="hold"/>
                                        <p:tgtEl>
                                          <p:spTgt spid="17"/>
                                        </p:tgtEl>
                                        <p:attrNameLst>
                                          <p:attrName>ppt_w</p:attrName>
                                        </p:attrNameLst>
                                      </p:cBhvr>
                                      <p:tavLst>
                                        <p:tav tm="0">
                                          <p:val>
                                            <p:fltVal val="0"/>
                                          </p:val>
                                        </p:tav>
                                        <p:tav tm="100000">
                                          <p:val>
                                            <p:strVal val="#ppt_w"/>
                                          </p:val>
                                        </p:tav>
                                      </p:tavLst>
                                    </p:anim>
                                    <p:anim calcmode="lin" valueType="num">
                                      <p:cBhvr>
                                        <p:cTn id="50" dur="500" fill="hold"/>
                                        <p:tgtEl>
                                          <p:spTgt spid="17"/>
                                        </p:tgtEl>
                                        <p:attrNameLst>
                                          <p:attrName>ppt_h</p:attrName>
                                        </p:attrNameLst>
                                      </p:cBhvr>
                                      <p:tavLst>
                                        <p:tav tm="0">
                                          <p:val>
                                            <p:fltVal val="0"/>
                                          </p:val>
                                        </p:tav>
                                        <p:tav tm="100000">
                                          <p:val>
                                            <p:strVal val="#ppt_h"/>
                                          </p:val>
                                        </p:tav>
                                      </p:tavLst>
                                    </p:anim>
                                    <p:animEffect transition="in" filter="fade">
                                      <p:cBhvr>
                                        <p:cTn id="51" dur="500"/>
                                        <p:tgtEl>
                                          <p:spTgt spid="17"/>
                                        </p:tgtEl>
                                      </p:cBhvr>
                                    </p:animEffect>
                                    <p:anim calcmode="lin" valueType="num">
                                      <p:cBhvr>
                                        <p:cTn id="52" dur="500" fill="hold"/>
                                        <p:tgtEl>
                                          <p:spTgt spid="17"/>
                                        </p:tgtEl>
                                        <p:attrNameLst>
                                          <p:attrName>ppt_x</p:attrName>
                                        </p:attrNameLst>
                                      </p:cBhvr>
                                      <p:tavLst>
                                        <p:tav tm="0">
                                          <p:val>
                                            <p:fltVal val="0.5"/>
                                          </p:val>
                                        </p:tav>
                                        <p:tav tm="100000">
                                          <p:val>
                                            <p:strVal val="#ppt_x"/>
                                          </p:val>
                                        </p:tav>
                                      </p:tavLst>
                                    </p:anim>
                                    <p:anim calcmode="lin" valueType="num">
                                      <p:cBhvr>
                                        <p:cTn id="53" dur="500" fill="hold"/>
                                        <p:tgtEl>
                                          <p:spTgt spid="17"/>
                                        </p:tgtEl>
                                        <p:attrNameLst>
                                          <p:attrName>ppt_y</p:attrName>
                                        </p:attrNameLst>
                                      </p:cBhvr>
                                      <p:tavLst>
                                        <p:tav tm="0">
                                          <p:val>
                                            <p:fltVal val="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animBg="1">
        <p:tmplLst>
          <p:tmpl>
            <p:tnLst>
              <p:par>
                <p:cTn presetID="53" presetClass="entr" presetSubtype="528" fill="hold" nodeType="withEffect">
                  <p:stCondLst>
                    <p:cond delay="0"/>
                  </p:stCondLst>
                  <p:childTnLst>
                    <p:set>
                      <p:cBhvr>
                        <p:cTn dur="1" fill="hold">
                          <p:stCondLst>
                            <p:cond delay="0"/>
                          </p:stCondLst>
                        </p:cTn>
                        <p:tgtEl>
                          <p:spTgt spid="13"/>
                        </p:tgtEl>
                        <p:attrNameLst>
                          <p:attrName>style.visibility</p:attrName>
                        </p:attrNameLst>
                      </p:cBhvr>
                      <p:to>
                        <p:strVal val="visible"/>
                      </p:to>
                    </p:set>
                    <p:anim calcmode="lin" valueType="num">
                      <p:cBhvr>
                        <p:cTn dur="500" fill="hold"/>
                        <p:tgtEl>
                          <p:spTgt spid="13"/>
                        </p:tgtEl>
                        <p:attrNameLst>
                          <p:attrName>ppt_w</p:attrName>
                        </p:attrNameLst>
                      </p:cBhvr>
                      <p:tavLst>
                        <p:tav tm="0">
                          <p:val>
                            <p:fltVal val="0"/>
                          </p:val>
                        </p:tav>
                        <p:tav tm="100000">
                          <p:val>
                            <p:strVal val="#ppt_w"/>
                          </p:val>
                        </p:tav>
                      </p:tavLst>
                    </p:anim>
                    <p:anim calcmode="lin" valueType="num">
                      <p:cBhvr>
                        <p:cTn dur="500" fill="hold"/>
                        <p:tgtEl>
                          <p:spTgt spid="13"/>
                        </p:tgtEl>
                        <p:attrNameLst>
                          <p:attrName>ppt_h</p:attrName>
                        </p:attrNameLst>
                      </p:cBhvr>
                      <p:tavLst>
                        <p:tav tm="0">
                          <p:val>
                            <p:fltVal val="0"/>
                          </p:val>
                        </p:tav>
                        <p:tav tm="100000">
                          <p:val>
                            <p:strVal val="#ppt_h"/>
                          </p:val>
                        </p:tav>
                      </p:tavLst>
                    </p:anim>
                    <p:animEffect transition="in" filter="fade">
                      <p:cBhvr>
                        <p:cTn dur="500"/>
                        <p:tgtEl>
                          <p:spTgt spid="13"/>
                        </p:tgtEl>
                      </p:cBhvr>
                    </p:animEffect>
                    <p:anim calcmode="lin" valueType="num">
                      <p:cBhvr>
                        <p:cTn dur="500" fill="hold"/>
                        <p:tgtEl>
                          <p:spTgt spid="13"/>
                        </p:tgtEl>
                        <p:attrNameLst>
                          <p:attrName>ppt_x</p:attrName>
                        </p:attrNameLst>
                      </p:cBhvr>
                      <p:tavLst>
                        <p:tav tm="0">
                          <p:val>
                            <p:fltVal val="0.5"/>
                          </p:val>
                        </p:tav>
                        <p:tav tm="100000">
                          <p:val>
                            <p:strVal val="#ppt_x"/>
                          </p:val>
                        </p:tav>
                      </p:tavLst>
                    </p:anim>
                    <p:anim calcmode="lin" valueType="num">
                      <p:cBhvr>
                        <p:cTn dur="500" fill="hold"/>
                        <p:tgtEl>
                          <p:spTgt spid="13"/>
                        </p:tgtEl>
                        <p:attrNameLst>
                          <p:attrName>ppt_y</p:attrName>
                        </p:attrNameLst>
                      </p:cBhvr>
                      <p:tavLst>
                        <p:tav tm="0">
                          <p:val>
                            <p:fltVal val="0.5"/>
                          </p:val>
                        </p:tav>
                        <p:tav tm="100000">
                          <p:val>
                            <p:strVal val="#ppt_y"/>
                          </p:val>
                        </p:tav>
                      </p:tavLst>
                    </p:anim>
                  </p:childTnLst>
                </p:cTn>
              </p:par>
            </p:tnLst>
          </p:tmpl>
          <p:tmpl lvl="1">
            <p:tnLst>
              <p:par>
                <p:cTn presetID="53" presetClass="entr" presetSubtype="528" fill="hold" nodeType="withEffect">
                  <p:stCondLst>
                    <p:cond delay="0"/>
                  </p:stCondLst>
                  <p:childTnLst>
                    <p:set>
                      <p:cBhvr>
                        <p:cTn dur="1" fill="hold">
                          <p:stCondLst>
                            <p:cond delay="0"/>
                          </p:stCondLst>
                        </p:cTn>
                        <p:tgtEl>
                          <p:spTgt spid="13"/>
                        </p:tgtEl>
                        <p:attrNameLst>
                          <p:attrName>style.visibility</p:attrName>
                        </p:attrNameLst>
                      </p:cBhvr>
                      <p:to>
                        <p:strVal val="visible"/>
                      </p:to>
                    </p:set>
                    <p:anim calcmode="lin" valueType="num">
                      <p:cBhvr>
                        <p:cTn dur="500" fill="hold"/>
                        <p:tgtEl>
                          <p:spTgt spid="13"/>
                        </p:tgtEl>
                        <p:attrNameLst>
                          <p:attrName>ppt_w</p:attrName>
                        </p:attrNameLst>
                      </p:cBhvr>
                      <p:tavLst>
                        <p:tav tm="0">
                          <p:val>
                            <p:fltVal val="0"/>
                          </p:val>
                        </p:tav>
                        <p:tav tm="100000">
                          <p:val>
                            <p:strVal val="#ppt_w"/>
                          </p:val>
                        </p:tav>
                      </p:tavLst>
                    </p:anim>
                    <p:anim calcmode="lin" valueType="num">
                      <p:cBhvr>
                        <p:cTn dur="500" fill="hold"/>
                        <p:tgtEl>
                          <p:spTgt spid="13"/>
                        </p:tgtEl>
                        <p:attrNameLst>
                          <p:attrName>ppt_h</p:attrName>
                        </p:attrNameLst>
                      </p:cBhvr>
                      <p:tavLst>
                        <p:tav tm="0">
                          <p:val>
                            <p:fltVal val="0"/>
                          </p:val>
                        </p:tav>
                        <p:tav tm="100000">
                          <p:val>
                            <p:strVal val="#ppt_h"/>
                          </p:val>
                        </p:tav>
                      </p:tavLst>
                    </p:anim>
                    <p:animEffect transition="in" filter="fade">
                      <p:cBhvr>
                        <p:cTn dur="500"/>
                        <p:tgtEl>
                          <p:spTgt spid="13"/>
                        </p:tgtEl>
                      </p:cBhvr>
                    </p:animEffect>
                    <p:anim calcmode="lin" valueType="num">
                      <p:cBhvr>
                        <p:cTn dur="500" fill="hold"/>
                        <p:tgtEl>
                          <p:spTgt spid="13"/>
                        </p:tgtEl>
                        <p:attrNameLst>
                          <p:attrName>ppt_x</p:attrName>
                        </p:attrNameLst>
                      </p:cBhvr>
                      <p:tavLst>
                        <p:tav tm="0">
                          <p:val>
                            <p:fltVal val="0.5"/>
                          </p:val>
                        </p:tav>
                        <p:tav tm="100000">
                          <p:val>
                            <p:strVal val="#ppt_x"/>
                          </p:val>
                        </p:tav>
                      </p:tavLst>
                    </p:anim>
                    <p:anim calcmode="lin" valueType="num">
                      <p:cBhvr>
                        <p:cTn dur="500" fill="hold"/>
                        <p:tgtEl>
                          <p:spTgt spid="13"/>
                        </p:tgtEl>
                        <p:attrNameLst>
                          <p:attrName>ppt_y</p:attrName>
                        </p:attrNameLst>
                      </p:cBhvr>
                      <p:tavLst>
                        <p:tav tm="0">
                          <p:val>
                            <p:fltVal val="0.5"/>
                          </p:val>
                        </p:tav>
                        <p:tav tm="100000">
                          <p:val>
                            <p:strVal val="#ppt_y"/>
                          </p:val>
                        </p:tav>
                      </p:tavLst>
                    </p:anim>
                  </p:childTnLst>
                </p:cTn>
              </p:par>
            </p:tnLst>
          </p:tmpl>
        </p:tmplLst>
      </p:bldP>
      <p:bldP spid="14" grpId="0" build="p" animBg="1">
        <p:tmplLst>
          <p:tmpl>
            <p:tnLst>
              <p:par>
                <p:cTn presetID="53" presetClass="entr" presetSubtype="528" fill="hold" nodeType="with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p:cTn dur="500" fill="hold"/>
                        <p:tgtEl>
                          <p:spTgt spid="14"/>
                        </p:tgtEl>
                        <p:attrNameLst>
                          <p:attrName>ppt_w</p:attrName>
                        </p:attrNameLst>
                      </p:cBhvr>
                      <p:tavLst>
                        <p:tav tm="0">
                          <p:val>
                            <p:fltVal val="0"/>
                          </p:val>
                        </p:tav>
                        <p:tav tm="100000">
                          <p:val>
                            <p:strVal val="#ppt_w"/>
                          </p:val>
                        </p:tav>
                      </p:tavLst>
                    </p:anim>
                    <p:anim calcmode="lin" valueType="num">
                      <p:cBhvr>
                        <p:cTn dur="500" fill="hold"/>
                        <p:tgtEl>
                          <p:spTgt spid="14"/>
                        </p:tgtEl>
                        <p:attrNameLst>
                          <p:attrName>ppt_h</p:attrName>
                        </p:attrNameLst>
                      </p:cBhvr>
                      <p:tavLst>
                        <p:tav tm="0">
                          <p:val>
                            <p:fltVal val="0"/>
                          </p:val>
                        </p:tav>
                        <p:tav tm="100000">
                          <p:val>
                            <p:strVal val="#ppt_h"/>
                          </p:val>
                        </p:tav>
                      </p:tavLst>
                    </p:anim>
                    <p:animEffect transition="in" filter="fade">
                      <p:cBhvr>
                        <p:cTn dur="500"/>
                        <p:tgtEl>
                          <p:spTgt spid="14"/>
                        </p:tgtEl>
                      </p:cBhvr>
                    </p:animEffect>
                    <p:anim calcmode="lin" valueType="num">
                      <p:cBhvr>
                        <p:cTn dur="500" fill="hold"/>
                        <p:tgtEl>
                          <p:spTgt spid="14"/>
                        </p:tgtEl>
                        <p:attrNameLst>
                          <p:attrName>ppt_x</p:attrName>
                        </p:attrNameLst>
                      </p:cBhvr>
                      <p:tavLst>
                        <p:tav tm="0">
                          <p:val>
                            <p:fltVal val="0.5"/>
                          </p:val>
                        </p:tav>
                        <p:tav tm="100000">
                          <p:val>
                            <p:strVal val="#ppt_x"/>
                          </p:val>
                        </p:tav>
                      </p:tavLst>
                    </p:anim>
                    <p:anim calcmode="lin" valueType="num">
                      <p:cBhvr>
                        <p:cTn dur="500" fill="hold"/>
                        <p:tgtEl>
                          <p:spTgt spid="14"/>
                        </p:tgtEl>
                        <p:attrNameLst>
                          <p:attrName>ppt_y</p:attrName>
                        </p:attrNameLst>
                      </p:cBhvr>
                      <p:tavLst>
                        <p:tav tm="0">
                          <p:val>
                            <p:fltVal val="0.5"/>
                          </p:val>
                        </p:tav>
                        <p:tav tm="100000">
                          <p:val>
                            <p:strVal val="#ppt_y"/>
                          </p:val>
                        </p:tav>
                      </p:tavLst>
                    </p:anim>
                  </p:childTnLst>
                </p:cTn>
              </p:par>
            </p:tnLst>
          </p:tmpl>
          <p:tmpl lvl="1">
            <p:tnLst>
              <p:par>
                <p:cTn presetID="53" presetClass="entr" presetSubtype="528" fill="hold" nodeType="with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p:cTn dur="500" fill="hold"/>
                        <p:tgtEl>
                          <p:spTgt spid="14"/>
                        </p:tgtEl>
                        <p:attrNameLst>
                          <p:attrName>ppt_w</p:attrName>
                        </p:attrNameLst>
                      </p:cBhvr>
                      <p:tavLst>
                        <p:tav tm="0">
                          <p:val>
                            <p:fltVal val="0"/>
                          </p:val>
                        </p:tav>
                        <p:tav tm="100000">
                          <p:val>
                            <p:strVal val="#ppt_w"/>
                          </p:val>
                        </p:tav>
                      </p:tavLst>
                    </p:anim>
                    <p:anim calcmode="lin" valueType="num">
                      <p:cBhvr>
                        <p:cTn dur="500" fill="hold"/>
                        <p:tgtEl>
                          <p:spTgt spid="14"/>
                        </p:tgtEl>
                        <p:attrNameLst>
                          <p:attrName>ppt_h</p:attrName>
                        </p:attrNameLst>
                      </p:cBhvr>
                      <p:tavLst>
                        <p:tav tm="0">
                          <p:val>
                            <p:fltVal val="0"/>
                          </p:val>
                        </p:tav>
                        <p:tav tm="100000">
                          <p:val>
                            <p:strVal val="#ppt_h"/>
                          </p:val>
                        </p:tav>
                      </p:tavLst>
                    </p:anim>
                    <p:animEffect transition="in" filter="fade">
                      <p:cBhvr>
                        <p:cTn dur="500"/>
                        <p:tgtEl>
                          <p:spTgt spid="14"/>
                        </p:tgtEl>
                      </p:cBhvr>
                    </p:animEffect>
                    <p:anim calcmode="lin" valueType="num">
                      <p:cBhvr>
                        <p:cTn dur="500" fill="hold"/>
                        <p:tgtEl>
                          <p:spTgt spid="14"/>
                        </p:tgtEl>
                        <p:attrNameLst>
                          <p:attrName>ppt_x</p:attrName>
                        </p:attrNameLst>
                      </p:cBhvr>
                      <p:tavLst>
                        <p:tav tm="0">
                          <p:val>
                            <p:fltVal val="0.5"/>
                          </p:val>
                        </p:tav>
                        <p:tav tm="100000">
                          <p:val>
                            <p:strVal val="#ppt_x"/>
                          </p:val>
                        </p:tav>
                      </p:tavLst>
                    </p:anim>
                    <p:anim calcmode="lin" valueType="num">
                      <p:cBhvr>
                        <p:cTn dur="500" fill="hold"/>
                        <p:tgtEl>
                          <p:spTgt spid="14"/>
                        </p:tgtEl>
                        <p:attrNameLst>
                          <p:attrName>ppt_y</p:attrName>
                        </p:attrNameLst>
                      </p:cBhvr>
                      <p:tavLst>
                        <p:tav tm="0">
                          <p:val>
                            <p:fltVal val="0.5"/>
                          </p:val>
                        </p:tav>
                        <p:tav tm="100000">
                          <p:val>
                            <p:strVal val="#ppt_y"/>
                          </p:val>
                        </p:tav>
                      </p:tavLst>
                    </p:anim>
                  </p:childTnLst>
                </p:cTn>
              </p:par>
            </p:tnLst>
          </p:tmpl>
        </p:tmplLst>
      </p:bldP>
      <p:bldP spid="15" grpId="0" build="p" animBg="1">
        <p:tmplLst>
          <p:tmpl>
            <p:tnLst>
              <p:par>
                <p:cTn presetID="53" presetClass="entr" presetSubtype="528"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p:cTn dur="500" fill="hold"/>
                        <p:tgtEl>
                          <p:spTgt spid="15"/>
                        </p:tgtEl>
                        <p:attrNameLst>
                          <p:attrName>ppt_w</p:attrName>
                        </p:attrNameLst>
                      </p:cBhvr>
                      <p:tavLst>
                        <p:tav tm="0">
                          <p:val>
                            <p:fltVal val="0"/>
                          </p:val>
                        </p:tav>
                        <p:tav tm="100000">
                          <p:val>
                            <p:strVal val="#ppt_w"/>
                          </p:val>
                        </p:tav>
                      </p:tavLst>
                    </p:anim>
                    <p:anim calcmode="lin" valueType="num">
                      <p:cBhvr>
                        <p:cTn dur="500" fill="hold"/>
                        <p:tgtEl>
                          <p:spTgt spid="15"/>
                        </p:tgtEl>
                        <p:attrNameLst>
                          <p:attrName>ppt_h</p:attrName>
                        </p:attrNameLst>
                      </p:cBhvr>
                      <p:tavLst>
                        <p:tav tm="0">
                          <p:val>
                            <p:fltVal val="0"/>
                          </p:val>
                        </p:tav>
                        <p:tav tm="100000">
                          <p:val>
                            <p:strVal val="#ppt_h"/>
                          </p:val>
                        </p:tav>
                      </p:tavLst>
                    </p:anim>
                    <p:animEffect transition="in" filter="fade">
                      <p:cBhvr>
                        <p:cTn dur="500"/>
                        <p:tgtEl>
                          <p:spTgt spid="15"/>
                        </p:tgtEl>
                      </p:cBhvr>
                    </p:animEffect>
                    <p:anim calcmode="lin" valueType="num">
                      <p:cBhvr>
                        <p:cTn dur="500" fill="hold"/>
                        <p:tgtEl>
                          <p:spTgt spid="15"/>
                        </p:tgtEl>
                        <p:attrNameLst>
                          <p:attrName>ppt_x</p:attrName>
                        </p:attrNameLst>
                      </p:cBhvr>
                      <p:tavLst>
                        <p:tav tm="0">
                          <p:val>
                            <p:fltVal val="0.5"/>
                          </p:val>
                        </p:tav>
                        <p:tav tm="100000">
                          <p:val>
                            <p:strVal val="#ppt_x"/>
                          </p:val>
                        </p:tav>
                      </p:tavLst>
                    </p:anim>
                    <p:anim calcmode="lin" valueType="num">
                      <p:cBhvr>
                        <p:cTn dur="500" fill="hold"/>
                        <p:tgtEl>
                          <p:spTgt spid="15"/>
                        </p:tgtEl>
                        <p:attrNameLst>
                          <p:attrName>ppt_y</p:attrName>
                        </p:attrNameLst>
                      </p:cBhvr>
                      <p:tavLst>
                        <p:tav tm="0">
                          <p:val>
                            <p:fltVal val="0.5"/>
                          </p:val>
                        </p:tav>
                        <p:tav tm="100000">
                          <p:val>
                            <p:strVal val="#ppt_y"/>
                          </p:val>
                        </p:tav>
                      </p:tavLst>
                    </p:anim>
                  </p:childTnLst>
                </p:cTn>
              </p:par>
            </p:tnLst>
          </p:tmpl>
          <p:tmpl lvl="1">
            <p:tnLst>
              <p:par>
                <p:cTn presetID="53" presetClass="entr" presetSubtype="528"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p:cTn dur="500" fill="hold"/>
                        <p:tgtEl>
                          <p:spTgt spid="15"/>
                        </p:tgtEl>
                        <p:attrNameLst>
                          <p:attrName>ppt_w</p:attrName>
                        </p:attrNameLst>
                      </p:cBhvr>
                      <p:tavLst>
                        <p:tav tm="0">
                          <p:val>
                            <p:fltVal val="0"/>
                          </p:val>
                        </p:tav>
                        <p:tav tm="100000">
                          <p:val>
                            <p:strVal val="#ppt_w"/>
                          </p:val>
                        </p:tav>
                      </p:tavLst>
                    </p:anim>
                    <p:anim calcmode="lin" valueType="num">
                      <p:cBhvr>
                        <p:cTn dur="500" fill="hold"/>
                        <p:tgtEl>
                          <p:spTgt spid="15"/>
                        </p:tgtEl>
                        <p:attrNameLst>
                          <p:attrName>ppt_h</p:attrName>
                        </p:attrNameLst>
                      </p:cBhvr>
                      <p:tavLst>
                        <p:tav tm="0">
                          <p:val>
                            <p:fltVal val="0"/>
                          </p:val>
                        </p:tav>
                        <p:tav tm="100000">
                          <p:val>
                            <p:strVal val="#ppt_h"/>
                          </p:val>
                        </p:tav>
                      </p:tavLst>
                    </p:anim>
                    <p:animEffect transition="in" filter="fade">
                      <p:cBhvr>
                        <p:cTn dur="500"/>
                        <p:tgtEl>
                          <p:spTgt spid="15"/>
                        </p:tgtEl>
                      </p:cBhvr>
                    </p:animEffect>
                    <p:anim calcmode="lin" valueType="num">
                      <p:cBhvr>
                        <p:cTn dur="500" fill="hold"/>
                        <p:tgtEl>
                          <p:spTgt spid="15"/>
                        </p:tgtEl>
                        <p:attrNameLst>
                          <p:attrName>ppt_x</p:attrName>
                        </p:attrNameLst>
                      </p:cBhvr>
                      <p:tavLst>
                        <p:tav tm="0">
                          <p:val>
                            <p:fltVal val="0.5"/>
                          </p:val>
                        </p:tav>
                        <p:tav tm="100000">
                          <p:val>
                            <p:strVal val="#ppt_x"/>
                          </p:val>
                        </p:tav>
                      </p:tavLst>
                    </p:anim>
                    <p:anim calcmode="lin" valueType="num">
                      <p:cBhvr>
                        <p:cTn dur="500" fill="hold"/>
                        <p:tgtEl>
                          <p:spTgt spid="15"/>
                        </p:tgtEl>
                        <p:attrNameLst>
                          <p:attrName>ppt_y</p:attrName>
                        </p:attrNameLst>
                      </p:cBhvr>
                      <p:tavLst>
                        <p:tav tm="0">
                          <p:val>
                            <p:fltVal val="0.5"/>
                          </p:val>
                        </p:tav>
                        <p:tav tm="100000">
                          <p:val>
                            <p:strVal val="#ppt_y"/>
                          </p:val>
                        </p:tav>
                      </p:tavLst>
                    </p:anim>
                  </p:childTnLst>
                </p:cTn>
              </p:par>
            </p:tnLst>
          </p:tmpl>
        </p:tmplLst>
      </p:bldP>
      <p:bldP spid="17" grpId="0" animBg="1"/>
    </p:bldLst>
  </p:timing>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Agenda">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0"/>
            <a:ext cx="11887518" cy="3180027"/>
          </a:xfrm>
        </p:spPr>
        <p:txBody>
          <a:bodyPr/>
          <a:lstStyle>
            <a:lvl1pPr>
              <a:defRPr sz="5762">
                <a:gradFill>
                  <a:gsLst>
                    <a:gs pos="6195">
                      <a:schemeClr val="tx1"/>
                    </a:gs>
                    <a:gs pos="39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3929333"/>
            <a:ext cx="5486400" cy="407236"/>
          </a:xfrm>
        </p:spPr>
        <p:txBody>
          <a:bodyPr/>
          <a:lstStyle>
            <a:lvl1pPr marL="0" indent="0">
              <a:buNone/>
              <a:defRPr sz="1589">
                <a:gradFill>
                  <a:gsLst>
                    <a:gs pos="1250">
                      <a:schemeClr val="tx1"/>
                    </a:gs>
                    <a:gs pos="100000">
                      <a:schemeClr val="tx1"/>
                    </a:gs>
                  </a:gsLst>
                  <a:lin ang="5400000" scaled="0"/>
                </a:gradFill>
                <a:latin typeface="+mn-lt"/>
              </a:defRPr>
            </a:lvl1pPr>
            <a:lvl2pPr>
              <a:defRPr sz="1589"/>
            </a:lvl2pPr>
            <a:lvl3pPr>
              <a:defRPr sz="1589"/>
            </a:lvl3pPr>
            <a:lvl4pPr>
              <a:defRPr sz="1589"/>
            </a:lvl4pPr>
            <a:lvl5pPr marL="1021948" indent="0">
              <a:buNone/>
              <a:defRPr sz="1589"/>
            </a:lvl5pPr>
          </a:lstStyle>
          <a:p>
            <a:pPr lvl="0"/>
            <a:r>
              <a:rPr lang="en-US"/>
              <a:t>Click to edit Master text styles</a:t>
            </a:r>
          </a:p>
        </p:txBody>
      </p:sp>
    </p:spTree>
    <p:extLst>
      <p:ext uri="{BB962C8B-B14F-4D97-AF65-F5344CB8AC3E}">
        <p14:creationId xmlns:p14="http://schemas.microsoft.com/office/powerpoint/2010/main" val="4051492082"/>
      </p:ext>
    </p:extLst>
  </p:cSld>
  <p:clrMapOvr>
    <a:masterClrMapping/>
  </p:clrMapOvr>
  <p:transition>
    <p:fade/>
  </p:transition>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and Content Blue">
    <p:bg bwMode="ltGray">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0"/>
            <a:ext cx="11887518" cy="3180027"/>
          </a:xfrm>
        </p:spPr>
        <p:txBody>
          <a:bodyPr/>
          <a:lstStyle>
            <a:lvl1pPr>
              <a:defRPr sz="5762">
                <a:gradFill>
                  <a:gsLst>
                    <a:gs pos="6195">
                      <a:schemeClr val="tx1"/>
                    </a:gs>
                    <a:gs pos="26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3929334"/>
            <a:ext cx="5486400" cy="403683"/>
          </a:xfrm>
        </p:spPr>
        <p:txBody>
          <a:bodyPr/>
          <a:lstStyle>
            <a:lvl1pPr marL="0" indent="0">
              <a:buNone/>
              <a:defRPr sz="1589">
                <a:gradFill>
                  <a:gsLst>
                    <a:gs pos="92035">
                      <a:schemeClr val="tx1"/>
                    </a:gs>
                    <a:gs pos="84000">
                      <a:schemeClr val="tx1"/>
                    </a:gs>
                  </a:gsLst>
                  <a:lin ang="5400000" scaled="0"/>
                </a:gradFill>
                <a:latin typeface="+mn-lt"/>
              </a:defRPr>
            </a:lvl1pPr>
            <a:lvl2pPr>
              <a:defRPr sz="1589">
                <a:gradFill>
                  <a:gsLst>
                    <a:gs pos="94030">
                      <a:srgbClr val="FFFFFF"/>
                    </a:gs>
                    <a:gs pos="68000">
                      <a:srgbClr val="FFFFFF"/>
                    </a:gs>
                  </a:gsLst>
                  <a:lin ang="5400000" scaled="0"/>
                </a:gradFill>
              </a:defRPr>
            </a:lvl2pPr>
            <a:lvl3pPr>
              <a:defRPr sz="1589">
                <a:gradFill>
                  <a:gsLst>
                    <a:gs pos="94030">
                      <a:srgbClr val="FFFFFF"/>
                    </a:gs>
                    <a:gs pos="68000">
                      <a:srgbClr val="FFFFFF"/>
                    </a:gs>
                  </a:gsLst>
                  <a:lin ang="5400000" scaled="0"/>
                </a:gradFill>
              </a:defRPr>
            </a:lvl3pPr>
            <a:lvl4pPr>
              <a:defRPr sz="1589">
                <a:gradFill>
                  <a:gsLst>
                    <a:gs pos="94030">
                      <a:srgbClr val="FFFFFF"/>
                    </a:gs>
                    <a:gs pos="68000">
                      <a:srgbClr val="FFFFFF"/>
                    </a:gs>
                  </a:gsLst>
                  <a:lin ang="5400000" scaled="0"/>
                </a:gradFill>
              </a:defRPr>
            </a:lvl4pPr>
            <a:lvl5pPr>
              <a:defRPr sz="1589">
                <a:gradFill>
                  <a:gsLst>
                    <a:gs pos="94030">
                      <a:srgbClr val="FFFFFF"/>
                    </a:gs>
                    <a:gs pos="68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118805374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Title and Content Purple">
    <p:bg bwMode="ltGray">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0"/>
            <a:ext cx="11887518" cy="3180027"/>
          </a:xfrm>
        </p:spPr>
        <p:txBody>
          <a:bodyPr/>
          <a:lstStyle>
            <a:lvl1pPr>
              <a:defRPr sz="5762">
                <a:gradFill>
                  <a:gsLst>
                    <a:gs pos="6195">
                      <a:schemeClr val="tx1"/>
                    </a:gs>
                    <a:gs pos="26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3929333"/>
            <a:ext cx="5486400" cy="407236"/>
          </a:xfrm>
        </p:spPr>
        <p:txBody>
          <a:bodyPr/>
          <a:lstStyle>
            <a:lvl1pPr marL="0" indent="0">
              <a:buNone/>
              <a:defRPr sz="1589">
                <a:gradFill>
                  <a:gsLst>
                    <a:gs pos="94690">
                      <a:schemeClr val="tx1"/>
                    </a:gs>
                    <a:gs pos="86000">
                      <a:schemeClr val="tx1"/>
                    </a:gs>
                  </a:gsLst>
                  <a:lin ang="5400000" scaled="0"/>
                </a:gradFill>
                <a:latin typeface="+mn-lt"/>
              </a:defRPr>
            </a:lvl1pPr>
            <a:lvl2pPr>
              <a:defRPr sz="1589">
                <a:gradFill>
                  <a:gsLst>
                    <a:gs pos="94030">
                      <a:srgbClr val="FFFFFF"/>
                    </a:gs>
                    <a:gs pos="68000">
                      <a:srgbClr val="FFFFFF"/>
                    </a:gs>
                  </a:gsLst>
                  <a:lin ang="5400000" scaled="0"/>
                </a:gradFill>
              </a:defRPr>
            </a:lvl2pPr>
            <a:lvl3pPr>
              <a:defRPr sz="1589">
                <a:gradFill>
                  <a:gsLst>
                    <a:gs pos="94030">
                      <a:srgbClr val="FFFFFF"/>
                    </a:gs>
                    <a:gs pos="68000">
                      <a:srgbClr val="FFFFFF"/>
                    </a:gs>
                  </a:gsLst>
                  <a:lin ang="5400000" scaled="0"/>
                </a:gradFill>
              </a:defRPr>
            </a:lvl3pPr>
            <a:lvl4pPr>
              <a:defRPr sz="1589">
                <a:gradFill>
                  <a:gsLst>
                    <a:gs pos="94030">
                      <a:srgbClr val="FFFFFF"/>
                    </a:gs>
                    <a:gs pos="68000">
                      <a:srgbClr val="FFFFFF"/>
                    </a:gs>
                  </a:gsLst>
                  <a:lin ang="5400000" scaled="0"/>
                </a:gradFill>
              </a:defRPr>
            </a:lvl4pPr>
            <a:lvl5pPr>
              <a:defRPr sz="1589">
                <a:gradFill>
                  <a:gsLst>
                    <a:gs pos="94030">
                      <a:srgbClr val="FFFFFF"/>
                    </a:gs>
                    <a:gs pos="68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1249032762"/>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Title and Content 2">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2"/>
            <a:ext cx="11887518" cy="1817145"/>
          </a:xfrm>
        </p:spPr>
        <p:txBody>
          <a:bodyPr/>
          <a:lstStyle>
            <a:lvl1pPr>
              <a:defRPr sz="5762">
                <a:gradFill>
                  <a:gsLst>
                    <a:gs pos="56637">
                      <a:schemeClr val="tx1"/>
                    </a:gs>
                    <a:gs pos="33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9" y="2580658"/>
            <a:ext cx="7315200" cy="517378"/>
          </a:xfrm>
        </p:spPr>
        <p:txBody>
          <a:bodyPr/>
          <a:lstStyle>
            <a:lvl1pPr marL="0" indent="0">
              <a:buNone/>
              <a:defRPr sz="2385">
                <a:gradFill>
                  <a:gsLst>
                    <a:gs pos="1250">
                      <a:schemeClr val="tx1"/>
                    </a:gs>
                    <a:gs pos="100000">
                      <a:schemeClr val="tx1"/>
                    </a:gs>
                  </a:gsLst>
                  <a:lin ang="5400000" scaled="0"/>
                </a:gradFill>
                <a:latin typeface="+mn-lt"/>
              </a:defRPr>
            </a:lvl1pPr>
            <a:lvl2pPr>
              <a:defRPr sz="2385"/>
            </a:lvl2pPr>
            <a:lvl3pPr>
              <a:defRPr sz="2385"/>
            </a:lvl3pPr>
            <a:lvl4pPr>
              <a:defRPr sz="2385"/>
            </a:lvl4pPr>
            <a:lvl5pPr>
              <a:defRPr sz="2385"/>
            </a:lvl5pPr>
          </a:lstStyle>
          <a:p>
            <a:pPr lvl="0"/>
            <a:r>
              <a:rPr lang="en-US"/>
              <a:t>Click to edit Master text styles</a:t>
            </a:r>
          </a:p>
        </p:txBody>
      </p:sp>
    </p:spTree>
    <p:extLst>
      <p:ext uri="{BB962C8B-B14F-4D97-AF65-F5344CB8AC3E}">
        <p14:creationId xmlns:p14="http://schemas.microsoft.com/office/powerpoint/2010/main" val="1023669756"/>
      </p:ext>
    </p:extLst>
  </p:cSld>
  <p:clrMapOvr>
    <a:masterClrMapping/>
  </p:clrMapOvr>
  <p:transition>
    <p:fade/>
  </p:transition>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Title and Content 2 Gray">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2"/>
            <a:ext cx="11887518" cy="1817145"/>
          </a:xfrm>
        </p:spPr>
        <p:txBody>
          <a:bodyPr/>
          <a:lstStyle>
            <a:lvl1pPr>
              <a:defRPr sz="5762">
                <a:gradFill>
                  <a:gsLst>
                    <a:gs pos="99115">
                      <a:schemeClr val="tx1"/>
                    </a:gs>
                    <a:gs pos="87611">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9" y="2580657"/>
            <a:ext cx="7315200" cy="513779"/>
          </a:xfrm>
        </p:spPr>
        <p:txBody>
          <a:bodyPr/>
          <a:lstStyle>
            <a:lvl1pPr marL="0" indent="0">
              <a:buNone/>
              <a:defRPr sz="2385">
                <a:gradFill>
                  <a:gsLst>
                    <a:gs pos="14159">
                      <a:schemeClr val="tx1"/>
                    </a:gs>
                    <a:gs pos="31000">
                      <a:schemeClr val="tx1"/>
                    </a:gs>
                  </a:gsLst>
                  <a:lin ang="5400000" scaled="0"/>
                </a:gradFill>
                <a:latin typeface="+mn-lt"/>
              </a:defRPr>
            </a:lvl1pPr>
            <a:lvl2pPr>
              <a:defRPr sz="2385">
                <a:gradFill>
                  <a:gsLst>
                    <a:gs pos="5224">
                      <a:srgbClr val="FFFFFF"/>
                    </a:gs>
                    <a:gs pos="31000">
                      <a:srgbClr val="FFFFFF"/>
                    </a:gs>
                  </a:gsLst>
                  <a:lin ang="5400000" scaled="0"/>
                </a:gradFill>
              </a:defRPr>
            </a:lvl2pPr>
            <a:lvl3pPr>
              <a:defRPr sz="2385">
                <a:gradFill>
                  <a:gsLst>
                    <a:gs pos="5224">
                      <a:srgbClr val="FFFFFF"/>
                    </a:gs>
                    <a:gs pos="31000">
                      <a:srgbClr val="FFFFFF"/>
                    </a:gs>
                  </a:gsLst>
                  <a:lin ang="5400000" scaled="0"/>
                </a:gradFill>
              </a:defRPr>
            </a:lvl3pPr>
            <a:lvl4pPr>
              <a:defRPr sz="2385">
                <a:gradFill>
                  <a:gsLst>
                    <a:gs pos="5224">
                      <a:srgbClr val="FFFFFF"/>
                    </a:gs>
                    <a:gs pos="31000">
                      <a:srgbClr val="FFFFFF"/>
                    </a:gs>
                  </a:gsLst>
                  <a:lin ang="5400000" scaled="0"/>
                </a:gradFill>
              </a:defRPr>
            </a:lvl4pPr>
            <a:lvl5pPr>
              <a:defRPr sz="2385">
                <a:gradFill>
                  <a:gsLst>
                    <a:gs pos="5224">
                      <a:srgbClr val="FFFFFF"/>
                    </a:gs>
                    <a:gs pos="31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166303674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itle and Content 2 Orange">
    <p:bg bwMode="ltGray">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2"/>
            <a:ext cx="11887518" cy="1817145"/>
          </a:xfrm>
        </p:spPr>
        <p:txBody>
          <a:bodyPr/>
          <a:lstStyle>
            <a:lvl1pPr>
              <a:defRPr sz="5762">
                <a:gradFill>
                  <a:gsLst>
                    <a:gs pos="85821">
                      <a:schemeClr val="tx1"/>
                    </a:gs>
                    <a:gs pos="61194">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9" y="2580657"/>
            <a:ext cx="7315200" cy="513779"/>
          </a:xfrm>
        </p:spPr>
        <p:txBody>
          <a:bodyPr/>
          <a:lstStyle>
            <a:lvl1pPr marL="0" indent="0">
              <a:buNone/>
              <a:defRPr sz="2385">
                <a:gradFill>
                  <a:gsLst>
                    <a:gs pos="54867">
                      <a:schemeClr val="tx1"/>
                    </a:gs>
                    <a:gs pos="31000">
                      <a:schemeClr val="tx1"/>
                    </a:gs>
                  </a:gsLst>
                  <a:lin ang="5400000" scaled="0"/>
                </a:gradFill>
                <a:latin typeface="+mn-lt"/>
              </a:defRPr>
            </a:lvl1pPr>
            <a:lvl2pPr>
              <a:defRPr sz="2385">
                <a:gradFill>
                  <a:gsLst>
                    <a:gs pos="5224">
                      <a:srgbClr val="FFFFFF"/>
                    </a:gs>
                    <a:gs pos="31000">
                      <a:srgbClr val="FFFFFF"/>
                    </a:gs>
                  </a:gsLst>
                  <a:lin ang="5400000" scaled="0"/>
                </a:gradFill>
              </a:defRPr>
            </a:lvl2pPr>
            <a:lvl3pPr>
              <a:defRPr sz="2385">
                <a:gradFill>
                  <a:gsLst>
                    <a:gs pos="5224">
                      <a:srgbClr val="FFFFFF"/>
                    </a:gs>
                    <a:gs pos="31000">
                      <a:srgbClr val="FFFFFF"/>
                    </a:gs>
                  </a:gsLst>
                  <a:lin ang="5400000" scaled="0"/>
                </a:gradFill>
              </a:defRPr>
            </a:lvl3pPr>
            <a:lvl4pPr>
              <a:defRPr sz="2385">
                <a:gradFill>
                  <a:gsLst>
                    <a:gs pos="5224">
                      <a:srgbClr val="FFFFFF"/>
                    </a:gs>
                    <a:gs pos="31000">
                      <a:srgbClr val="FFFFFF"/>
                    </a:gs>
                  </a:gsLst>
                  <a:lin ang="5400000" scaled="0"/>
                </a:gradFill>
              </a:defRPr>
            </a:lvl4pPr>
            <a:lvl5pPr>
              <a:defRPr sz="2385">
                <a:gradFill>
                  <a:gsLst>
                    <a:gs pos="5224">
                      <a:srgbClr val="FFFFFF"/>
                    </a:gs>
                    <a:gs pos="31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251912826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Title &amp; Content Bulleted Text">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1"/>
            <a:ext cx="11887518" cy="908555"/>
          </a:xfrm>
        </p:spPr>
        <p:txBody>
          <a:bodyPr/>
          <a:lstStyle>
            <a:lvl1pPr>
              <a:defRPr sz="5762">
                <a:gradFill>
                  <a:gsLst>
                    <a:gs pos="6195">
                      <a:schemeClr val="tx1"/>
                    </a:gs>
                    <a:gs pos="26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1686278"/>
            <a:ext cx="10972800" cy="1890363"/>
          </a:xfrm>
        </p:spPr>
        <p:txBody>
          <a:bodyPr/>
          <a:lstStyle>
            <a:lvl1pPr>
              <a:defRPr sz="2583">
                <a:gradFill>
                  <a:gsLst>
                    <a:gs pos="1250">
                      <a:schemeClr val="tx1"/>
                    </a:gs>
                    <a:gs pos="100000">
                      <a:schemeClr val="tx1"/>
                    </a:gs>
                  </a:gsLst>
                  <a:lin ang="5400000" scaled="0"/>
                </a:gradFill>
                <a:latin typeface="+mn-lt"/>
              </a:defRPr>
            </a:lvl1pPr>
            <a:lvl2pPr>
              <a:defRPr sz="2385"/>
            </a:lvl2pPr>
            <a:lvl3pPr>
              <a:defRPr sz="1987"/>
            </a:lvl3pPr>
            <a:lvl4pPr>
              <a:defRPr sz="1789"/>
            </a:lvl4pPr>
            <a:lvl5pPr>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3949624"/>
      </p:ext>
    </p:extLst>
  </p:cSld>
  <p:clrMapOvr>
    <a:masterClrMapping/>
  </p:clrMapOvr>
  <p:transition>
    <p:fade/>
  </p:transition>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Photo &amp; Content Only">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1"/>
          </p:nvPr>
        </p:nvSpPr>
        <p:spPr>
          <a:xfrm>
            <a:off x="1" y="0"/>
            <a:ext cx="6002338" cy="737470"/>
          </a:xfrm>
        </p:spPr>
        <p:txBody>
          <a:bodyPr/>
          <a:lstStyle>
            <a:lvl1pPr marL="0" indent="0">
              <a:buNone/>
              <a:defRPr/>
            </a:lvl1pPr>
          </a:lstStyle>
          <a:p>
            <a:r>
              <a:rPr lang="en-US"/>
              <a:t>Click icon to add picture</a:t>
            </a:r>
          </a:p>
        </p:txBody>
      </p:sp>
      <p:sp>
        <p:nvSpPr>
          <p:cNvPr id="6" name="Content Placeholder 5"/>
          <p:cNvSpPr>
            <a:spLocks noGrp="1"/>
          </p:cNvSpPr>
          <p:nvPr>
            <p:ph sz="quarter" idx="10"/>
          </p:nvPr>
        </p:nvSpPr>
        <p:spPr>
          <a:xfrm>
            <a:off x="5761038" y="1203567"/>
            <a:ext cx="6400800" cy="596349"/>
          </a:xfrm>
        </p:spPr>
        <p:txBody>
          <a:bodyPr/>
          <a:lstStyle>
            <a:lvl1pPr marL="0" indent="0">
              <a:buNone/>
              <a:defRPr sz="2980"/>
            </a:lvl1pPr>
          </a:lstStyle>
          <a:p>
            <a:pPr lvl="0"/>
            <a:r>
              <a:rPr lang="en-US"/>
              <a:t>Click to edit Master text styles</a:t>
            </a:r>
          </a:p>
        </p:txBody>
      </p:sp>
    </p:spTree>
    <p:extLst>
      <p:ext uri="{BB962C8B-B14F-4D97-AF65-F5344CB8AC3E}">
        <p14:creationId xmlns:p14="http://schemas.microsoft.com/office/powerpoint/2010/main" val="2147623300"/>
      </p:ext>
    </p:extLst>
  </p:cSld>
  <p:clrMapOvr>
    <a:masterClrMapping/>
  </p:clrMapOvr>
  <p:transition>
    <p:fade/>
  </p:transition>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Title Only">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gradFill>
                  <a:gsLst>
                    <a:gs pos="2655">
                      <a:schemeClr val="tx1"/>
                    </a:gs>
                    <a:gs pos="31000">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1562301269"/>
      </p:ext>
    </p:extLst>
  </p:cSld>
  <p:clrMapOvr>
    <a:masterClrMapping/>
  </p:clrMapOvr>
  <p:transition>
    <p:fade/>
  </p:transition>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Small Title &amp; Content">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385"/>
            </a:lvl1pPr>
          </a:lstStyle>
          <a:p>
            <a:r>
              <a:rPr lang="en-US"/>
              <a:t>Click to edit Master title style</a:t>
            </a:r>
          </a:p>
        </p:txBody>
      </p:sp>
      <p:sp>
        <p:nvSpPr>
          <p:cNvPr id="4" name="Content Placeholder 3"/>
          <p:cNvSpPr>
            <a:spLocks noGrp="1"/>
          </p:cNvSpPr>
          <p:nvPr>
            <p:ph sz="quarter" idx="10"/>
          </p:nvPr>
        </p:nvSpPr>
        <p:spPr>
          <a:xfrm>
            <a:off x="274638" y="1686254"/>
            <a:ext cx="9144000" cy="678921"/>
          </a:xfrm>
        </p:spPr>
        <p:txBody>
          <a:bodyPr/>
          <a:lstStyle>
            <a:lvl1pPr marL="0" indent="0">
              <a:buNone/>
              <a:defRPr sz="3576"/>
            </a:lvl1pPr>
            <a:lvl2pPr>
              <a:defRPr sz="3576"/>
            </a:lvl2pPr>
            <a:lvl3pPr>
              <a:defRPr sz="3576"/>
            </a:lvl3pPr>
            <a:lvl4pPr>
              <a:defRPr sz="3576"/>
            </a:lvl4pPr>
            <a:lvl5pPr>
              <a:defRPr sz="3576"/>
            </a:lvl5pPr>
          </a:lstStyle>
          <a:p>
            <a:pPr lvl="0"/>
            <a:r>
              <a:rPr lang="en-US"/>
              <a:t>Click to edit Master text styles</a:t>
            </a:r>
          </a:p>
        </p:txBody>
      </p:sp>
    </p:spTree>
    <p:extLst>
      <p:ext uri="{BB962C8B-B14F-4D97-AF65-F5344CB8AC3E}">
        <p14:creationId xmlns:p14="http://schemas.microsoft.com/office/powerpoint/2010/main" val="2946574733"/>
      </p:ext>
    </p:extLst>
  </p:cSld>
  <p:clrMapOvr>
    <a:masterClrMapping/>
  </p:clrMapOvr>
  <p:transition>
    <p:fade/>
  </p:transition>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Title and Content box">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576"/>
            </a:lvl1pPr>
          </a:lstStyle>
          <a:p>
            <a:r>
              <a:rPr lang="en-US"/>
              <a:t>Click to edit Master title style</a:t>
            </a:r>
          </a:p>
        </p:txBody>
      </p:sp>
      <p:sp>
        <p:nvSpPr>
          <p:cNvPr id="4" name="Content Placeholder 3"/>
          <p:cNvSpPr>
            <a:spLocks noGrp="1"/>
          </p:cNvSpPr>
          <p:nvPr>
            <p:ph sz="quarter" idx="10"/>
          </p:nvPr>
        </p:nvSpPr>
        <p:spPr>
          <a:xfrm>
            <a:off x="274638" y="1686278"/>
            <a:ext cx="3657600" cy="431208"/>
          </a:xfrm>
        </p:spPr>
        <p:txBody>
          <a:bodyPr/>
          <a:lstStyle>
            <a:lvl1pPr marL="0" indent="0">
              <a:buNone/>
              <a:defRPr sz="1789">
                <a:latin typeface="+mn-lt"/>
              </a:defRPr>
            </a:lvl1pPr>
            <a:lvl2pPr>
              <a:defRPr sz="1789"/>
            </a:lvl2pPr>
            <a:lvl3pPr>
              <a:defRPr sz="1789"/>
            </a:lvl3pPr>
            <a:lvl4pPr>
              <a:defRPr sz="1789"/>
            </a:lvl4pPr>
            <a:lvl5pPr>
              <a:defRPr sz="1789"/>
            </a:lvl5pPr>
          </a:lstStyle>
          <a:p>
            <a:pPr lvl="0"/>
            <a:r>
              <a:rPr lang="en-US"/>
              <a:t>Click to edit Master text styles</a:t>
            </a:r>
          </a:p>
        </p:txBody>
      </p:sp>
    </p:spTree>
    <p:extLst>
      <p:ext uri="{BB962C8B-B14F-4D97-AF65-F5344CB8AC3E}">
        <p14:creationId xmlns:p14="http://schemas.microsoft.com/office/powerpoint/2010/main" val="85243930"/>
      </p:ext>
    </p:extLst>
  </p:cSld>
  <p:clrMapOvr>
    <a:masterClrMapping/>
  </p:clrMapOvr>
  <p:transition>
    <p:fade/>
  </p:transition>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Title &amp; photo">
    <p:bg bwMode="ltGray">
      <p:bgRef idx="1001">
        <a:schemeClr val="bg1"/>
      </p:bgRef>
    </p:bg>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a:xfrm>
            <a:off x="0" y="0"/>
            <a:ext cx="12436475" cy="737470"/>
          </a:xfrm>
        </p:spPr>
        <p:txBody>
          <a:bodyPr/>
          <a:lstStyle/>
          <a:p>
            <a:r>
              <a:rPr lang="en-US"/>
              <a:t>Click icon to add picture</a:t>
            </a:r>
          </a:p>
        </p:txBody>
      </p:sp>
      <p:sp>
        <p:nvSpPr>
          <p:cNvPr id="2" name="Title 1"/>
          <p:cNvSpPr>
            <a:spLocks noGrp="1"/>
          </p:cNvSpPr>
          <p:nvPr>
            <p:ph type="title"/>
          </p:nvPr>
        </p:nvSpPr>
        <p:spPr/>
        <p:txBody>
          <a:bodyPr/>
          <a:lstStyle>
            <a:lvl1pPr>
              <a:defRPr sz="4768">
                <a:gradFill>
                  <a:gsLst>
                    <a:gs pos="69027">
                      <a:schemeClr val="tx1"/>
                    </a:gs>
                    <a:gs pos="22000">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981313851"/>
      </p:ext>
    </p:extLst>
  </p:cSld>
  <p:clrMapOvr>
    <a:masterClrMapping/>
  </p:clrMapOvr>
  <p:transition>
    <p:fade/>
  </p:transition>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Title &amp; 4 Categories">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1" y="295011"/>
            <a:ext cx="11889564" cy="747313"/>
          </a:xfrm>
        </p:spPr>
        <p:txBody>
          <a:bodyPr/>
          <a:lstStyle>
            <a:lvl1pPr>
              <a:defRPr sz="3576"/>
            </a:lvl1pPr>
          </a:lstStyle>
          <a:p>
            <a:r>
              <a:rPr lang="en-US"/>
              <a:t>Click to edit Master title style</a:t>
            </a:r>
          </a:p>
        </p:txBody>
      </p:sp>
      <p:sp>
        <p:nvSpPr>
          <p:cNvPr id="4" name="Content Placeholder 3"/>
          <p:cNvSpPr>
            <a:spLocks noGrp="1"/>
          </p:cNvSpPr>
          <p:nvPr>
            <p:ph sz="quarter" idx="10"/>
          </p:nvPr>
        </p:nvSpPr>
        <p:spPr>
          <a:xfrm>
            <a:off x="274639" y="3020744"/>
            <a:ext cx="11887200" cy="513779"/>
          </a:xfrm>
        </p:spPr>
        <p:txBody>
          <a:bodyPr/>
          <a:lstStyle>
            <a:lvl1pPr marL="0" indent="0">
              <a:buNone/>
              <a:defRPr sz="2385"/>
            </a:lvl1pPr>
          </a:lstStyle>
          <a:p>
            <a:pPr lvl="0"/>
            <a:r>
              <a:rPr lang="en-US"/>
              <a:t>Click to edit Master text styles</a:t>
            </a:r>
          </a:p>
        </p:txBody>
      </p:sp>
      <p:sp>
        <p:nvSpPr>
          <p:cNvPr id="6" name="Content Placeholder 5"/>
          <p:cNvSpPr>
            <a:spLocks noGrp="1"/>
          </p:cNvSpPr>
          <p:nvPr>
            <p:ph sz="quarter" idx="11"/>
          </p:nvPr>
        </p:nvSpPr>
        <p:spPr>
          <a:xfrm>
            <a:off x="274638"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
        <p:nvSpPr>
          <p:cNvPr id="7" name="Content Placeholder 5"/>
          <p:cNvSpPr>
            <a:spLocks noGrp="1"/>
          </p:cNvSpPr>
          <p:nvPr>
            <p:ph sz="quarter" idx="12"/>
          </p:nvPr>
        </p:nvSpPr>
        <p:spPr>
          <a:xfrm>
            <a:off x="3321740"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
        <p:nvSpPr>
          <p:cNvPr id="8" name="Content Placeholder 5"/>
          <p:cNvSpPr>
            <a:spLocks noGrp="1"/>
          </p:cNvSpPr>
          <p:nvPr>
            <p:ph sz="quarter" idx="13"/>
          </p:nvPr>
        </p:nvSpPr>
        <p:spPr>
          <a:xfrm>
            <a:off x="6368842"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
        <p:nvSpPr>
          <p:cNvPr id="9" name="Content Placeholder 5"/>
          <p:cNvSpPr>
            <a:spLocks noGrp="1"/>
          </p:cNvSpPr>
          <p:nvPr>
            <p:ph sz="quarter" idx="14"/>
          </p:nvPr>
        </p:nvSpPr>
        <p:spPr>
          <a:xfrm>
            <a:off x="9415946"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Tree>
    <p:extLst>
      <p:ext uri="{BB962C8B-B14F-4D97-AF65-F5344CB8AC3E}">
        <p14:creationId xmlns:p14="http://schemas.microsoft.com/office/powerpoint/2010/main" val="664228174"/>
      </p:ext>
    </p:extLst>
  </p:cSld>
  <p:clrMapOvr>
    <a:masterClrMapping/>
  </p:clrMapOvr>
  <p:transition>
    <p:fade/>
  </p:transition>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Title &amp; Dark Content Box">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576"/>
            </a:lvl1pPr>
          </a:lstStyle>
          <a:p>
            <a:r>
              <a:rPr lang="en-US"/>
              <a:t>Click to edit Master title style</a:t>
            </a:r>
          </a:p>
        </p:txBody>
      </p:sp>
      <p:sp>
        <p:nvSpPr>
          <p:cNvPr id="4" name="Content Placeholder 3"/>
          <p:cNvSpPr>
            <a:spLocks noGrp="1"/>
          </p:cNvSpPr>
          <p:nvPr>
            <p:ph sz="quarter" idx="10"/>
          </p:nvPr>
        </p:nvSpPr>
        <p:spPr>
          <a:xfrm>
            <a:off x="274638" y="1686252"/>
            <a:ext cx="5486400" cy="4968848"/>
          </a:xfrm>
          <a:solidFill>
            <a:schemeClr val="accent1">
              <a:alpha val="90000"/>
            </a:schemeClr>
          </a:solidFill>
        </p:spPr>
        <p:txBody>
          <a:bodyPr lIns="182880" tIns="146304" rIns="182880" bIns="146304">
            <a:noAutofit/>
          </a:bodyPr>
          <a:lstStyle>
            <a:lvl1pPr marL="0" indent="0">
              <a:buNone/>
              <a:defRPr sz="2385">
                <a:gradFill>
                  <a:gsLst>
                    <a:gs pos="10619">
                      <a:schemeClr val="bg1"/>
                    </a:gs>
                    <a:gs pos="33000">
                      <a:schemeClr val="bg1"/>
                    </a:gs>
                  </a:gsLst>
                  <a:lin ang="5400000" scaled="0"/>
                </a:gradFill>
              </a:defRPr>
            </a:lvl1pPr>
            <a:lvl2pPr>
              <a:defRPr sz="1987"/>
            </a:lvl2pPr>
            <a:lvl3pPr>
              <a:defRPr sz="1987"/>
            </a:lvl3pPr>
            <a:lvl4pPr>
              <a:defRPr sz="1789"/>
            </a:lvl4pPr>
            <a:lvl5pPr>
              <a:defRPr sz="1789"/>
            </a:lvl5pPr>
          </a:lstStyle>
          <a:p>
            <a:pPr lvl="0"/>
            <a:r>
              <a:rPr lang="en-US"/>
              <a:t>Click to edit Master text styles</a:t>
            </a:r>
          </a:p>
        </p:txBody>
      </p:sp>
    </p:spTree>
    <p:extLst>
      <p:ext uri="{BB962C8B-B14F-4D97-AF65-F5344CB8AC3E}">
        <p14:creationId xmlns:p14="http://schemas.microsoft.com/office/powerpoint/2010/main" val="3357058740"/>
      </p:ext>
    </p:extLst>
  </p:cSld>
  <p:clrMapOvr>
    <a:masterClrMapping/>
  </p:clrMapOvr>
  <p:transition>
    <p:fade/>
  </p:transition>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mall Title Only">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385"/>
            </a:lvl1pPr>
          </a:lstStyle>
          <a:p>
            <a:r>
              <a:rPr lang="en-US"/>
              <a:t>Click to edit Master title style</a:t>
            </a:r>
          </a:p>
        </p:txBody>
      </p:sp>
    </p:spTree>
    <p:extLst>
      <p:ext uri="{BB962C8B-B14F-4D97-AF65-F5344CB8AC3E}">
        <p14:creationId xmlns:p14="http://schemas.microsoft.com/office/powerpoint/2010/main" val="2553428368"/>
      </p:ext>
    </p:extLst>
  </p:cSld>
  <p:clrMapOvr>
    <a:masterClrMapping/>
  </p:clrMapOvr>
  <p:transition>
    <p:fade/>
  </p:transition>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lank">
    <p:bg bwMode="gray">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5142589"/>
      </p:ext>
    </p:extLst>
  </p:cSld>
  <p:clrMapOvr>
    <a:masterClrMapping/>
  </p:clrMapOvr>
  <p:transition>
    <p:fade/>
  </p:transition>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Section Title 1">
    <p:bg bwMode="ltGray">
      <p:bgRef idx="1001">
        <a:schemeClr val="bg1"/>
      </p:bgRef>
    </p:bg>
    <p:spTree>
      <p:nvGrpSpPr>
        <p:cNvPr id="1" name=""/>
        <p:cNvGrpSpPr/>
        <p:nvPr/>
      </p:nvGrpSpPr>
      <p:grpSpPr>
        <a:xfrm>
          <a:off x="0" y="0"/>
          <a:ext cx="0" cy="0"/>
          <a:chOff x="0" y="0"/>
          <a:chExt cx="0" cy="0"/>
        </a:xfrm>
      </p:grpSpPr>
      <p:grpSp>
        <p:nvGrpSpPr>
          <p:cNvPr id="3" name="Group 2"/>
          <p:cNvGrpSpPr/>
          <p:nvPr userDrawn="1"/>
        </p:nvGrpSpPr>
        <p:grpSpPr>
          <a:xfrm>
            <a:off x="278609" y="294977"/>
            <a:ext cx="11887200" cy="6207989"/>
            <a:chOff x="274638" y="297107"/>
            <a:chExt cx="11887200" cy="6247693"/>
          </a:xfrm>
        </p:grpSpPr>
        <p:pic>
          <p:nvPicPr>
            <p:cNvPr id="4" name="Picture 3" descr="NewGridTile_8x8.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4638" y="298483"/>
              <a:ext cx="3657356" cy="3657356"/>
            </a:xfrm>
            <a:prstGeom prst="rect">
              <a:avLst/>
            </a:prstGeom>
          </p:spPr>
        </p:pic>
        <p:pic>
          <p:nvPicPr>
            <p:cNvPr id="5" name="Picture 4" descr="NewGridTile_8x8.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89838" y="298727"/>
              <a:ext cx="3657356" cy="3657356"/>
            </a:xfrm>
            <a:prstGeom prst="rect">
              <a:avLst/>
            </a:prstGeom>
          </p:spPr>
        </p:pic>
        <p:pic>
          <p:nvPicPr>
            <p:cNvPr id="6" name="Picture 5" descr="NewGridTile_8x8.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2482" y="298483"/>
              <a:ext cx="3657356" cy="3657356"/>
            </a:xfrm>
            <a:prstGeom prst="rect">
              <a:avLst/>
            </a:prstGeom>
          </p:spPr>
        </p:pic>
        <p:pic>
          <p:nvPicPr>
            <p:cNvPr id="7" name="Picture 6" descr="NewGridTile_8x8.png"/>
            <p:cNvPicPr>
              <a:picLocks noChangeAspect="1"/>
            </p:cNvPicPr>
            <p:nvPr userDrawn="1"/>
          </p:nvPicPr>
          <p:blipFill rotWithShape="1">
            <a:blip r:embed="rId3" cstate="screen">
              <a:extLst>
                <a:ext uri="{28A0092B-C50C-407E-A947-70E740481C1C}">
                  <a14:useLocalDpi xmlns:a14="http://schemas.microsoft.com/office/drawing/2010/main" val="0"/>
                </a:ext>
              </a:extLst>
            </a:blip>
            <a:srcRect/>
            <a:stretch/>
          </p:blipFill>
          <p:spPr>
            <a:xfrm>
              <a:off x="274882" y="3954584"/>
              <a:ext cx="3657356" cy="2583015"/>
            </a:xfrm>
            <a:prstGeom prst="rect">
              <a:avLst/>
            </a:prstGeom>
          </p:spPr>
        </p:pic>
        <p:pic>
          <p:nvPicPr>
            <p:cNvPr id="8" name="Picture 7" descr="NewGridTile_8x8.png"/>
            <p:cNvPicPr>
              <a:picLocks noChangeAspect="1"/>
            </p:cNvPicPr>
            <p:nvPr userDrawn="1"/>
          </p:nvPicPr>
          <p:blipFill rotWithShape="1">
            <a:blip r:embed="rId4" cstate="screen">
              <a:extLst>
                <a:ext uri="{28A0092B-C50C-407E-A947-70E740481C1C}">
                  <a14:useLocalDpi xmlns:a14="http://schemas.microsoft.com/office/drawing/2010/main" val="0"/>
                </a:ext>
              </a:extLst>
            </a:blip>
            <a:srcRect/>
            <a:stretch/>
          </p:blipFill>
          <p:spPr>
            <a:xfrm>
              <a:off x="7589838" y="3954707"/>
              <a:ext cx="3657356" cy="2590093"/>
            </a:xfrm>
            <a:prstGeom prst="rect">
              <a:avLst/>
            </a:prstGeom>
          </p:spPr>
        </p:pic>
        <p:pic>
          <p:nvPicPr>
            <p:cNvPr id="9" name="Picture 8" descr="NewGridTile_8x8.png"/>
            <p:cNvPicPr>
              <a:picLocks noChangeAspect="1"/>
            </p:cNvPicPr>
            <p:nvPr userDrawn="1"/>
          </p:nvPicPr>
          <p:blipFill rotWithShape="1">
            <a:blip r:embed="rId4" cstate="screen">
              <a:extLst>
                <a:ext uri="{28A0092B-C50C-407E-A947-70E740481C1C}">
                  <a14:useLocalDpi xmlns:a14="http://schemas.microsoft.com/office/drawing/2010/main" val="0"/>
                </a:ext>
              </a:extLst>
            </a:blip>
            <a:srcRect/>
            <a:stretch/>
          </p:blipFill>
          <p:spPr>
            <a:xfrm>
              <a:off x="3932482" y="3954463"/>
              <a:ext cx="3657356" cy="2590337"/>
            </a:xfrm>
            <a:prstGeom prst="rect">
              <a:avLst/>
            </a:prstGeom>
          </p:spPr>
        </p:pic>
        <p:pic>
          <p:nvPicPr>
            <p:cNvPr id="10" name="Picture 9" descr="NewGridTile_8x8.png"/>
            <p:cNvPicPr>
              <a:picLocks noChangeAspect="1"/>
            </p:cNvPicPr>
            <p:nvPr userDrawn="1"/>
          </p:nvPicPr>
          <p:blipFill rotWithShape="1">
            <a:blip r:embed="rId5" cstate="screen">
              <a:extLst>
                <a:ext uri="{28A0092B-C50C-407E-A947-70E740481C1C}">
                  <a14:useLocalDpi xmlns:a14="http://schemas.microsoft.com/office/drawing/2010/main" val="0"/>
                </a:ext>
              </a:extLst>
            </a:blip>
            <a:srcRect/>
            <a:stretch/>
          </p:blipFill>
          <p:spPr>
            <a:xfrm>
              <a:off x="11247438" y="297107"/>
              <a:ext cx="914400" cy="3657356"/>
            </a:xfrm>
            <a:prstGeom prst="rect">
              <a:avLst/>
            </a:prstGeom>
          </p:spPr>
        </p:pic>
        <p:pic>
          <p:nvPicPr>
            <p:cNvPr id="11" name="Picture 10" descr="NewGridTile_8x8.png"/>
            <p:cNvPicPr>
              <a:picLocks noChangeAspect="1"/>
            </p:cNvPicPr>
            <p:nvPr userDrawn="1"/>
          </p:nvPicPr>
          <p:blipFill rotWithShape="1">
            <a:blip r:embed="rId6" cstate="screen">
              <a:extLst>
                <a:ext uri="{28A0092B-C50C-407E-A947-70E740481C1C}">
                  <a14:useLocalDpi xmlns:a14="http://schemas.microsoft.com/office/drawing/2010/main" val="0"/>
                </a:ext>
              </a:extLst>
            </a:blip>
            <a:srcRect/>
            <a:stretch/>
          </p:blipFill>
          <p:spPr>
            <a:xfrm>
              <a:off x="11247438" y="3952515"/>
              <a:ext cx="914400" cy="2590093"/>
            </a:xfrm>
            <a:prstGeom prst="rect">
              <a:avLst/>
            </a:prstGeom>
          </p:spPr>
        </p:pic>
      </p:grpSp>
      <p:sp>
        <p:nvSpPr>
          <p:cNvPr id="2" name="Title 1"/>
          <p:cNvSpPr>
            <a:spLocks noGrp="1"/>
          </p:cNvSpPr>
          <p:nvPr>
            <p:ph type="title"/>
          </p:nvPr>
        </p:nvSpPr>
        <p:spPr>
          <a:xfrm>
            <a:off x="274321" y="2109001"/>
            <a:ext cx="11889564" cy="2728922"/>
          </a:xfrm>
        </p:spPr>
        <p:txBody>
          <a:bodyPr/>
          <a:lstStyle>
            <a:lvl1pPr>
              <a:defRPr sz="8743">
                <a:gradFill>
                  <a:gsLst>
                    <a:gs pos="885">
                      <a:schemeClr val="tx1"/>
                    </a:gs>
                    <a:gs pos="11194">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24475667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Section Title 2">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1" y="2109001"/>
            <a:ext cx="11889564" cy="2728922"/>
          </a:xfrm>
        </p:spPr>
        <p:txBody>
          <a:bodyPr/>
          <a:lstStyle>
            <a:lvl1pPr>
              <a:defRPr sz="8743">
                <a:gradFill>
                  <a:gsLst>
                    <a:gs pos="0">
                      <a:schemeClr val="tx1"/>
                    </a:gs>
                    <a:gs pos="11194">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90889634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Section Title 3">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1" y="294978"/>
            <a:ext cx="11889564" cy="1817178"/>
          </a:xfrm>
        </p:spPr>
        <p:txBody>
          <a:bodyPr/>
          <a:lstStyle>
            <a:lvl1pPr>
              <a:defRPr sz="5365">
                <a:gradFill>
                  <a:gsLst>
                    <a:gs pos="885">
                      <a:schemeClr val="tx1"/>
                    </a:gs>
                    <a:gs pos="11194">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11661272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Thank You">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321" y="2115917"/>
            <a:ext cx="11889564" cy="911744"/>
          </a:xfrm>
        </p:spPr>
        <p:txBody>
          <a:bodyPr/>
          <a:lstStyle>
            <a:lvl1pPr>
              <a:defRPr sz="5961"/>
            </a:lvl1pPr>
          </a:lstStyle>
          <a:p>
            <a:r>
              <a:rPr lang="en-US"/>
              <a:t>Thank you</a:t>
            </a:r>
          </a:p>
        </p:txBody>
      </p:sp>
    </p:spTree>
    <p:extLst>
      <p:ext uri="{BB962C8B-B14F-4D97-AF65-F5344CB8AC3E}">
        <p14:creationId xmlns:p14="http://schemas.microsoft.com/office/powerpoint/2010/main" val="3776538477"/>
      </p:ext>
    </p:extLst>
  </p:cSld>
  <p:clrMapOvr>
    <a:masterClrMapping/>
  </p:clrMapOvr>
  <p:transition>
    <p:fade/>
  </p:transition>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05143"/>
            <a:ext cx="11888787" cy="2293654"/>
          </a:xfrm>
        </p:spPr>
        <p:txBody>
          <a:bodyPr>
            <a:spAutoFit/>
          </a:bodyPr>
          <a:lstStyle>
            <a:lvl1pPr marL="0" indent="0">
              <a:buNone/>
              <a:defRPr/>
            </a:lvl1pPr>
            <a:lvl2pPr marL="227100" indent="0">
              <a:buNone/>
              <a:defRPr/>
            </a:lvl2pPr>
            <a:lvl3pPr marL="454199" indent="0">
              <a:buNone/>
              <a:defRPr/>
            </a:lvl3pPr>
            <a:lvl4pPr marL="681299" indent="0">
              <a:buNone/>
              <a:defRPr/>
            </a:lvl4pPr>
            <a:lvl5pPr marL="908398"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2008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7.xml><?xml version="1.0" encoding="utf-8"?>
<p:sldLayout xmlns:a="http://schemas.openxmlformats.org/drawingml/2006/main" xmlns:r="http://schemas.openxmlformats.org/officeDocument/2006/relationships" xmlns:p="http://schemas.openxmlformats.org/presentationml/2006/main" type="twoColTx" preserve="1">
  <p:cSld name="Title and two columns">
    <p:spTree>
      <p:nvGrpSpPr>
        <p:cNvPr id="1" name="Shape 131"/>
        <p:cNvGrpSpPr/>
        <p:nvPr/>
      </p:nvGrpSpPr>
      <p:grpSpPr>
        <a:xfrm>
          <a:off x="0" y="0"/>
          <a:ext cx="0" cy="0"/>
          <a:chOff x="0" y="0"/>
          <a:chExt cx="0" cy="0"/>
        </a:xfrm>
      </p:grpSpPr>
      <p:sp>
        <p:nvSpPr>
          <p:cNvPr id="132" name="Shape 132"/>
          <p:cNvSpPr txBox="1">
            <a:spLocks noGrp="1"/>
          </p:cNvSpPr>
          <p:nvPr>
            <p:ph type="title"/>
          </p:nvPr>
        </p:nvSpPr>
        <p:spPr>
          <a:xfrm>
            <a:off x="423934" y="601334"/>
            <a:ext cx="11588608" cy="773852"/>
          </a:xfrm>
          <a:prstGeom prst="rect">
            <a:avLst/>
          </a:prstGeom>
        </p:spPr>
        <p:txBody>
          <a:bodyPr lIns="91425" tIns="91425" rIns="91425" bIns="91425" anchor="t" anchorCtr="0"/>
          <a:lstStyle>
            <a:lvl1pPr lvl="0" rtl="0">
              <a:spcBef>
                <a:spcPts val="0"/>
              </a:spcBef>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133" name="Shape 133"/>
          <p:cNvSpPr txBox="1">
            <a:spLocks noGrp="1"/>
          </p:cNvSpPr>
          <p:nvPr>
            <p:ph type="body" idx="1"/>
          </p:nvPr>
        </p:nvSpPr>
        <p:spPr>
          <a:xfrm>
            <a:off x="423934"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4" name="Shape 134"/>
          <p:cNvSpPr txBox="1">
            <a:spLocks noGrp="1"/>
          </p:cNvSpPr>
          <p:nvPr>
            <p:ph type="body" idx="2"/>
          </p:nvPr>
        </p:nvSpPr>
        <p:spPr>
          <a:xfrm>
            <a:off x="6572399"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5" name="Shape 135"/>
          <p:cNvSpPr txBox="1">
            <a:spLocks noGrp="1"/>
          </p:cNvSpPr>
          <p:nvPr>
            <p:ph type="sldNum" idx="12"/>
          </p:nvPr>
        </p:nvSpPr>
        <p:spPr>
          <a:xfrm>
            <a:off x="11523130" y="6301098"/>
            <a:ext cx="746270" cy="531846"/>
          </a:xfrm>
          <a:prstGeom prst="rect">
            <a:avLst/>
          </a:prstGeom>
        </p:spPr>
        <p:txBody>
          <a:bodyPr lIns="91425" tIns="91425" rIns="91425" bIns="91425" anchor="ctr" anchorCtr="0">
            <a:noAutofit/>
          </a:bodyPr>
          <a:lstStyle/>
          <a:p>
            <a:fld id="{00000000-1234-1234-1234-123412341234}" type="slidenum">
              <a:rPr lang="en" sz="1892" kern="0">
                <a:solidFill>
                  <a:srgbClr val="000000"/>
                </a:solidFill>
                <a:latin typeface="Arial"/>
                <a:ea typeface="Arial"/>
                <a:cs typeface="Arial"/>
                <a:sym typeface="Arial"/>
              </a:rPr>
              <a:pPr/>
              <a:t>‹#›</a:t>
            </a:fld>
            <a:endParaRPr lang="en" sz="1892" kern="0">
              <a:solidFill>
                <a:srgbClr val="000000"/>
              </a:solidFill>
              <a:latin typeface="Arial"/>
              <a:ea typeface="Arial"/>
              <a:cs typeface="Arial"/>
              <a:sym typeface="Arial"/>
            </a:endParaRPr>
          </a:p>
        </p:txBody>
      </p:sp>
    </p:spTree>
    <p:extLst>
      <p:ext uri="{BB962C8B-B14F-4D97-AF65-F5344CB8AC3E}">
        <p14:creationId xmlns:p14="http://schemas.microsoft.com/office/powerpoint/2010/main" val="3750648899"/>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1102050"/>
            <a:fld id="{350DE342-D4AC-4E23-8642-C9E9A95F063C}" type="datetimeFigureOut">
              <a:rPr lang="en-US" smtClean="0">
                <a:solidFill>
                  <a:prstClr val="black">
                    <a:tint val="75000"/>
                  </a:prstClr>
                </a:solidFill>
              </a:rPr>
              <a:pPr defTabSz="1102050"/>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110205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1102050"/>
            <a:fld id="{66F619C3-7D96-4230-A702-E5C0C4C46E62}" type="slidenum">
              <a:rPr lang="en-US" smtClean="0">
                <a:solidFill>
                  <a:prstClr val="black">
                    <a:tint val="75000"/>
                  </a:prstClr>
                </a:solidFill>
              </a:rPr>
              <a:pPr defTabSz="1102050"/>
              <a:t>‹#›</a:t>
            </a:fld>
            <a:endParaRPr lang="en-US">
              <a:solidFill>
                <a:prstClr val="black">
                  <a:tint val="75000"/>
                </a:prstClr>
              </a:solidFill>
            </a:endParaRPr>
          </a:p>
        </p:txBody>
      </p:sp>
    </p:spTree>
    <p:extLst>
      <p:ext uri="{BB962C8B-B14F-4D97-AF65-F5344CB8AC3E}">
        <p14:creationId xmlns:p14="http://schemas.microsoft.com/office/powerpoint/2010/main" val="3376214238"/>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52pt Title + Subtitle">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274640" y="1132581"/>
            <a:ext cx="11033125" cy="571023"/>
          </a:xfrm>
          <a:prstGeom prst="rect">
            <a:avLst/>
          </a:prstGeom>
        </p:spPr>
        <p:txBody>
          <a:bodyPr lIns="192024"/>
          <a:lstStyle>
            <a:lvl1pPr marL="0" indent="0">
              <a:buNone/>
              <a:defRPr lang="en-US" sz="2782" kern="1200" smtClean="0">
                <a:solidFill>
                  <a:schemeClr val="tx2"/>
                </a:solidFill>
                <a:latin typeface="+mj-lt"/>
                <a:ea typeface="+mn-ea"/>
                <a:cs typeface="+mn-cs"/>
              </a:defRPr>
            </a:lvl1pPr>
            <a:lvl2pPr marL="0" indent="0">
              <a:buNone/>
              <a:defRPr lang="en-US" sz="3150" kern="1200" smtClean="0">
                <a:solidFill>
                  <a:schemeClr val="bg1"/>
                </a:solidFill>
                <a:latin typeface="+mj-lt"/>
                <a:ea typeface="+mn-ea"/>
                <a:cs typeface="+mn-cs"/>
              </a:defRPr>
            </a:lvl2pPr>
            <a:lvl3pPr marL="0" indent="0">
              <a:buNone/>
              <a:defRPr lang="en-US" sz="3150" kern="1200" smtClean="0">
                <a:solidFill>
                  <a:schemeClr val="bg1"/>
                </a:solidFill>
                <a:latin typeface="+mj-lt"/>
                <a:ea typeface="+mn-ea"/>
                <a:cs typeface="+mn-cs"/>
              </a:defRPr>
            </a:lvl3pPr>
            <a:lvl4pPr marL="0" indent="0">
              <a:buNone/>
              <a:defRPr lang="en-US" sz="3150" kern="1200" smtClean="0">
                <a:solidFill>
                  <a:schemeClr val="bg1"/>
                </a:solidFill>
                <a:latin typeface="+mj-lt"/>
                <a:ea typeface="+mn-ea"/>
                <a:cs typeface="+mn-cs"/>
              </a:defRPr>
            </a:lvl4pPr>
            <a:lvl5pPr marL="0" indent="0">
              <a:buNone/>
              <a:defRPr lang="en-US" sz="3150" kern="1200">
                <a:solidFill>
                  <a:schemeClr val="bg1"/>
                </a:solidFill>
                <a:latin typeface="+mj-lt"/>
                <a:ea typeface="+mn-ea"/>
                <a:cs typeface="+mn-cs"/>
              </a:defRPr>
            </a:lvl5pPr>
          </a:lstStyle>
          <a:p>
            <a:pPr lvl="0"/>
            <a:r>
              <a:rPr lang="en-US"/>
              <a:t>Click to edit Master text styles</a:t>
            </a:r>
          </a:p>
        </p:txBody>
      </p:sp>
      <p:sp>
        <p:nvSpPr>
          <p:cNvPr id="7" name="Title 2"/>
          <p:cNvSpPr>
            <a:spLocks noGrp="1"/>
          </p:cNvSpPr>
          <p:nvPr>
            <p:ph type="title"/>
          </p:nvPr>
        </p:nvSpPr>
        <p:spPr>
          <a:xfrm>
            <a:off x="274320" y="290226"/>
            <a:ext cx="11887200" cy="940398"/>
          </a:xfrm>
          <a:prstGeom prst="rect">
            <a:avLst/>
          </a:prstGeom>
        </p:spPr>
        <p:txBody>
          <a:bodyPr/>
          <a:lstStyle>
            <a:lvl1pPr algn="l">
              <a:defRPr sz="5165">
                <a:solidFill>
                  <a:schemeClr val="tx2"/>
                </a:solidFill>
              </a:defRPr>
            </a:lvl1pPr>
          </a:lstStyle>
          <a:p>
            <a:r>
              <a:rPr lang="en-US"/>
              <a:t>Click to edit Master title style</a:t>
            </a:r>
          </a:p>
        </p:txBody>
      </p:sp>
      <p:sp>
        <p:nvSpPr>
          <p:cNvPr id="4" name="Footer Placeholder 2"/>
          <p:cNvSpPr>
            <a:spLocks noGrp="1"/>
          </p:cNvSpPr>
          <p:nvPr>
            <p:ph type="ftr" sz="quarter" idx="14"/>
          </p:nvPr>
        </p:nvSpPr>
        <p:spPr/>
        <p:txBody>
          <a:bodyPr/>
          <a:lstStyle>
            <a:lvl1pPr fontAlgn="base">
              <a:spcBef>
                <a:spcPct val="0"/>
              </a:spcBef>
              <a:spcAft>
                <a:spcPct val="0"/>
              </a:spcAft>
              <a:defRPr>
                <a:solidFill>
                  <a:srgbClr val="505050"/>
                </a:solidFill>
              </a:defRPr>
            </a:lvl1pPr>
          </a:lstStyle>
          <a:p>
            <a:pPr>
              <a:defRPr/>
            </a:pPr>
            <a:r>
              <a:t>Microsoft Confidential</a:t>
            </a:r>
          </a:p>
        </p:txBody>
      </p:sp>
      <p:sp>
        <p:nvSpPr>
          <p:cNvPr id="5" name="Slide Number Placeholder 3"/>
          <p:cNvSpPr>
            <a:spLocks noGrp="1"/>
          </p:cNvSpPr>
          <p:nvPr>
            <p:ph type="sldNum" sz="quarter" idx="15"/>
          </p:nvPr>
        </p:nvSpPr>
        <p:spPr/>
        <p:txBody>
          <a:bodyPr/>
          <a:lstStyle>
            <a:lvl1pPr>
              <a:defRPr/>
            </a:lvl1pPr>
          </a:lstStyle>
          <a:p>
            <a:fld id="{6052FC3A-E1BD-E54F-9A48-71EBDEF00552}" type="slidenum">
              <a:rPr lang="en-US"/>
              <a:pPr/>
              <a:t>‹#›</a:t>
            </a:fld>
            <a:endParaRPr lang="en-US"/>
          </a:p>
        </p:txBody>
      </p:sp>
    </p:spTree>
    <p:extLst>
      <p:ext uri="{BB962C8B-B14F-4D97-AF65-F5344CB8AC3E}">
        <p14:creationId xmlns:p14="http://schemas.microsoft.com/office/powerpoint/2010/main" val="1534200638"/>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Footer Placeholder 1"/>
          <p:cNvSpPr>
            <a:spLocks noGrp="1"/>
          </p:cNvSpPr>
          <p:nvPr>
            <p:ph type="ftr" sz="quarter" idx="10"/>
          </p:nvPr>
        </p:nvSpPr>
        <p:spPr/>
        <p:txBody>
          <a:bodyPr/>
          <a:lstStyle>
            <a:lvl1pPr fontAlgn="base">
              <a:spcBef>
                <a:spcPct val="0"/>
              </a:spcBef>
              <a:spcAft>
                <a:spcPct val="0"/>
              </a:spcAft>
              <a:defRPr>
                <a:solidFill>
                  <a:srgbClr val="000000"/>
                </a:solidFill>
              </a:defRPr>
            </a:lvl1pPr>
          </a:lstStyle>
          <a:p>
            <a:pPr>
              <a:defRPr/>
            </a:pPr>
            <a:r>
              <a:t>Microsoft Confidential</a:t>
            </a:r>
          </a:p>
        </p:txBody>
      </p:sp>
      <p:sp>
        <p:nvSpPr>
          <p:cNvPr id="3" name="Slide Number Placeholder 2"/>
          <p:cNvSpPr>
            <a:spLocks noGrp="1"/>
          </p:cNvSpPr>
          <p:nvPr>
            <p:ph type="sldNum" sz="quarter" idx="11"/>
          </p:nvPr>
        </p:nvSpPr>
        <p:spPr/>
        <p:txBody>
          <a:bodyPr/>
          <a:lstStyle>
            <a:lvl1pPr>
              <a:defRPr>
                <a:solidFill>
                  <a:srgbClr val="000000"/>
                </a:solidFill>
              </a:defRPr>
            </a:lvl1pPr>
          </a:lstStyle>
          <a:p>
            <a:fld id="{675909FA-3F91-0646-A6A8-60C236B90508}" type="slidenum">
              <a:rPr lang="en-US"/>
              <a:pPr/>
              <a:t>‹#›</a:t>
            </a:fld>
            <a:endParaRPr lang="en-US"/>
          </a:p>
        </p:txBody>
      </p:sp>
    </p:spTree>
    <p:extLst>
      <p:ext uri="{BB962C8B-B14F-4D97-AF65-F5344CB8AC3E}">
        <p14:creationId xmlns:p14="http://schemas.microsoft.com/office/powerpoint/2010/main" val="2227662591"/>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Blank_charcoal">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6955808"/>
      </p:ext>
    </p:extLst>
  </p:cSld>
  <p:clrMapOvr>
    <a:masterClrMapping/>
  </p:clrMapOvr>
  <p:transition>
    <p:fade/>
  </p:transition>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 y="0"/>
            <a:ext cx="12426249" cy="6950075"/>
          </a:xfrm>
          <a:prstGeom prst="rect">
            <a:avLst/>
          </a:prstGeom>
        </p:spPr>
      </p:pic>
      <p:sp>
        <p:nvSpPr>
          <p:cNvPr id="4" name="Date Placeholder 3"/>
          <p:cNvSpPr>
            <a:spLocks noGrp="1"/>
          </p:cNvSpPr>
          <p:nvPr>
            <p:ph type="dt" sz="half" idx="10"/>
          </p:nvPr>
        </p:nvSpPr>
        <p:spPr>
          <a:xfrm>
            <a:off x="512735" y="5076234"/>
            <a:ext cx="2901844" cy="370027"/>
          </a:xfrm>
          <a:prstGeom prst="rect">
            <a:avLst/>
          </a:prstGeom>
        </p:spPr>
        <p:txBody>
          <a:bodyPr lIns="121917" tIns="60958" rIns="121917" bIns="60958"/>
          <a:lstStyle>
            <a:lvl1pPr>
              <a:defRPr>
                <a:solidFill>
                  <a:schemeClr val="bg1"/>
                </a:solidFill>
              </a:defRPr>
            </a:lvl1pPr>
          </a:lstStyle>
          <a:p>
            <a:pPr defTabSz="926620"/>
            <a:fld id="{B9CFEEF2-ADE0-4B48-B5E9-FE1FDBC12385}" type="datetimeFigureOut">
              <a:rPr lang="en-US" smtClean="0">
                <a:solidFill>
                  <a:srgbClr val="FFFFFF"/>
                </a:solidFill>
              </a:rPr>
              <a:pPr defTabSz="926620"/>
              <a:t>8/30/2026</a:t>
            </a:fld>
            <a:endParaRPr lang="en-US">
              <a:solidFill>
                <a:srgbClr val="FFFFFF"/>
              </a:solidFill>
            </a:endParaRPr>
          </a:p>
        </p:txBody>
      </p:sp>
      <p:sp>
        <p:nvSpPr>
          <p:cNvPr id="7" name="Title 1"/>
          <p:cNvSpPr>
            <a:spLocks noGrp="1"/>
          </p:cNvSpPr>
          <p:nvPr>
            <p:ph type="title" hasCustomPrompt="1"/>
          </p:nvPr>
        </p:nvSpPr>
        <p:spPr bwMode="auto">
          <a:xfrm>
            <a:off x="373616" y="2235074"/>
            <a:ext cx="8705446" cy="2471138"/>
          </a:xfrm>
          <a:noFill/>
        </p:spPr>
        <p:txBody>
          <a:bodyPr lIns="195067" tIns="121917" rIns="195067" bIns="121917" anchor="t" anchorCtr="0"/>
          <a:lstStyle>
            <a:lvl1pPr>
              <a:defRPr sz="7292" spc="-135" baseline="0">
                <a:solidFill>
                  <a:srgbClr val="FFFFFF"/>
                </a:solidFill>
                <a:latin typeface="Segoe UI Light"/>
                <a:cs typeface="Segoe UI Light"/>
              </a:defRPr>
            </a:lvl1pPr>
          </a:lstStyle>
          <a:p>
            <a:r>
              <a:rPr lang="en-US"/>
              <a:t>Presentation title</a:t>
            </a:r>
          </a:p>
        </p:txBody>
      </p:sp>
      <p:sp>
        <p:nvSpPr>
          <p:cNvPr id="8" name="Text Placeholder 2"/>
          <p:cNvSpPr>
            <a:spLocks noGrp="1"/>
          </p:cNvSpPr>
          <p:nvPr>
            <p:ph type="body" sz="quarter" idx="14" hasCustomPrompt="1"/>
          </p:nvPr>
        </p:nvSpPr>
        <p:spPr bwMode="auto">
          <a:xfrm>
            <a:off x="371368" y="3634688"/>
            <a:ext cx="7464044" cy="1071524"/>
          </a:xfrm>
          <a:noFill/>
        </p:spPr>
        <p:txBody>
          <a:bodyPr tIns="146300" bIns="146300">
            <a:noAutofit/>
          </a:bodyPr>
          <a:lstStyle>
            <a:lvl1pPr marL="0" indent="0">
              <a:spcBef>
                <a:spcPts val="0"/>
              </a:spcBef>
              <a:buNone/>
              <a:defRPr sz="4358">
                <a:solidFill>
                  <a:srgbClr val="FFFFFF"/>
                </a:solidFill>
              </a:defRPr>
            </a:lvl1pPr>
          </a:lstStyle>
          <a:p>
            <a:pPr lvl="0"/>
            <a:r>
              <a:rPr lang="en-US"/>
              <a:t>Speaker Name</a:t>
            </a:r>
          </a:p>
        </p:txBody>
      </p:sp>
    </p:spTree>
    <p:extLst>
      <p:ext uri="{BB962C8B-B14F-4D97-AF65-F5344CB8AC3E}">
        <p14:creationId xmlns:p14="http://schemas.microsoft.com/office/powerpoint/2010/main" val="3574926015"/>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Blank Accent Color 1">
    <p:bg>
      <p:bgPr>
        <a:solidFill>
          <a:srgbClr val="00BCF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3224689"/>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274320" y="290226"/>
            <a:ext cx="11887200" cy="940398"/>
          </a:xfrm>
          <a:prstGeom prst="rect">
            <a:avLst/>
          </a:prstGeom>
        </p:spPr>
        <p:txBody>
          <a:bodyPr/>
          <a:lstStyle>
            <a:lvl1pPr algn="l">
              <a:defRPr sz="5163">
                <a:solidFill>
                  <a:schemeClr val="tx2"/>
                </a:solidFill>
              </a:defRPr>
            </a:lvl1pPr>
          </a:lstStyle>
          <a:p>
            <a:r>
              <a:rPr lang="en-US"/>
              <a:t>Click to edit Master title style</a:t>
            </a:r>
          </a:p>
        </p:txBody>
      </p:sp>
    </p:spTree>
    <p:extLst>
      <p:ext uri="{BB962C8B-B14F-4D97-AF65-F5344CB8AC3E}">
        <p14:creationId xmlns:p14="http://schemas.microsoft.com/office/powerpoint/2010/main" val="2929333119"/>
      </p:ext>
    </p:extLst>
  </p:cSld>
  <p:clrMapOvr>
    <a:masterClrMapping/>
  </p:clrMapOvr>
  <p:transition spd="med">
    <p:fade/>
  </p:transition>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Blank Accent Color 3">
    <p:bg>
      <p:bgPr>
        <a:solidFill>
          <a:schemeClr val="accent3"/>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1434522"/>
      </p:ext>
    </p:extLst>
  </p:cSld>
  <p:clrMapOvr>
    <a:masterClrMapping/>
  </p:clrMapOvr>
  <p:transition>
    <p:fade/>
  </p:transition>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1_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9" y="1205143"/>
            <a:ext cx="11887200" cy="2147960"/>
          </a:xfrm>
        </p:spPr>
        <p:txBody>
          <a:bodyPr/>
          <a:lstStyle>
            <a:lvl1pPr marL="0" indent="0">
              <a:buNone/>
              <a:defRPr>
                <a:gradFill>
                  <a:gsLst>
                    <a:gs pos="1250">
                      <a:schemeClr val="tx1"/>
                    </a:gs>
                    <a:gs pos="99000">
                      <a:schemeClr val="tx1"/>
                    </a:gs>
                  </a:gsLst>
                  <a:lin ang="5400000" scaled="0"/>
                </a:gradFill>
              </a:defRPr>
            </a:lvl1pPr>
            <a:lvl2pPr marL="0" indent="0">
              <a:buFontTx/>
              <a:buNone/>
              <a:defRPr sz="1987"/>
            </a:lvl2pPr>
            <a:lvl3pPr marL="227100" indent="0">
              <a:buNone/>
              <a:defRPr/>
            </a:lvl3pPr>
            <a:lvl4pPr marL="454199" indent="0">
              <a:buNone/>
              <a:defRPr/>
            </a:lvl4pPr>
            <a:lvl5pPr marL="681299"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9762707"/>
      </p:ext>
    </p:extLst>
  </p:cSld>
  <p:clrMapOvr>
    <a:masterClrMapping/>
  </p:clrMapOvr>
  <p:transition>
    <p:fade/>
  </p:transition>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Walkin (event name)">
    <p:bg>
      <p:bgPr>
        <a:solidFill>
          <a:schemeClr val="accent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1203567"/>
            <a:ext cx="9143936" cy="1817178"/>
          </a:xfrm>
          <a:noFill/>
        </p:spPr>
        <p:txBody>
          <a:bodyPr lIns="146304" tIns="91440" rIns="146304" bIns="91440" anchor="b" anchorCtr="0"/>
          <a:lstStyle>
            <a:lvl1pPr>
              <a:defRPr sz="5365" spc="-99" baseline="0">
                <a:gradFill>
                  <a:gsLst>
                    <a:gs pos="62564">
                      <a:schemeClr val="tx1"/>
                    </a:gs>
                    <a:gs pos="55000">
                      <a:schemeClr val="tx1"/>
                    </a:gs>
                  </a:gsLst>
                  <a:lin ang="5400000" scaled="0"/>
                </a:gradFill>
              </a:defRPr>
            </a:lvl1pPr>
          </a:lstStyle>
          <a:p>
            <a:r>
              <a:rPr lang="en-US"/>
              <a:t>Event name</a:t>
            </a:r>
          </a:p>
        </p:txBody>
      </p:sp>
      <p:sp>
        <p:nvSpPr>
          <p:cNvPr id="5" name="Text Placeholder 4"/>
          <p:cNvSpPr>
            <a:spLocks noGrp="1"/>
          </p:cNvSpPr>
          <p:nvPr>
            <p:ph type="body" sz="quarter" idx="12" hasCustomPrompt="1"/>
          </p:nvPr>
        </p:nvSpPr>
        <p:spPr>
          <a:xfrm>
            <a:off x="274702" y="3020745"/>
            <a:ext cx="9143937" cy="725543"/>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Date</a:t>
            </a:r>
          </a:p>
        </p:txBody>
      </p:sp>
      <p:sp>
        <p:nvSpPr>
          <p:cNvPr id="3" name="Text Placeholder 2"/>
          <p:cNvSpPr>
            <a:spLocks noGrp="1"/>
          </p:cNvSpPr>
          <p:nvPr>
            <p:ph type="body" sz="quarter" idx="13" hasCustomPrompt="1"/>
          </p:nvPr>
        </p:nvSpPr>
        <p:spPr>
          <a:xfrm>
            <a:off x="274639" y="3746287"/>
            <a:ext cx="9144000" cy="458731"/>
          </a:xfrm>
        </p:spPr>
        <p:txBody>
          <a:bodyPr/>
          <a:lstStyle>
            <a:lvl1pPr marL="0" indent="0">
              <a:buNone/>
              <a:defRPr lang="en-US" sz="1987" kern="1200" spc="0" baseline="0" dirty="0" smtClean="0">
                <a:gradFill>
                  <a:gsLst>
                    <a:gs pos="91000">
                      <a:schemeClr val="tx1"/>
                    </a:gs>
                    <a:gs pos="0">
                      <a:schemeClr val="tx1"/>
                    </a:gs>
                  </a:gsLst>
                  <a:lin ang="5400000" scaled="0"/>
                </a:gradFill>
                <a:latin typeface="Segoe UI" panose="020B0502040204020203" pitchFamily="34" charset="0"/>
                <a:ea typeface="+mn-ea"/>
                <a:cs typeface="Segoe UI" panose="020B0502040204020203" pitchFamily="34" charset="0"/>
              </a:defRPr>
            </a:lvl1pPr>
          </a:lstStyle>
          <a:p>
            <a:r>
              <a:rPr lang="en-US"/>
              <a:t>Optional (City, State or venue)</a:t>
            </a:r>
          </a:p>
        </p:txBody>
      </p:sp>
      <p:pic>
        <p:nvPicPr>
          <p:cNvPr id="141" name="Picture 140"/>
          <p:cNvPicPr>
            <a:picLocks noChangeAspect="1"/>
          </p:cNvPicPr>
          <p:nvPr userDrawn="1"/>
        </p:nvPicPr>
        <p:blipFill>
          <a:blip r:embed="rId2"/>
          <a:stretch>
            <a:fillRect/>
          </a:stretch>
        </p:blipFill>
        <p:spPr bwMode="black">
          <a:xfrm>
            <a:off x="457200" y="478025"/>
            <a:ext cx="1483418" cy="308921"/>
          </a:xfrm>
          <a:prstGeom prst="rect">
            <a:avLst/>
          </a:prstGeom>
        </p:spPr>
      </p:pic>
      <p:sp>
        <p:nvSpPr>
          <p:cNvPr id="142" name="Freeform 19"/>
          <p:cNvSpPr>
            <a:spLocks noChangeAspect="1" noEditPoints="1"/>
          </p:cNvSpPr>
          <p:nvPr userDrawn="1"/>
        </p:nvSpPr>
        <p:spPr bwMode="black">
          <a:xfrm>
            <a:off x="6727387" y="3443990"/>
            <a:ext cx="5242215" cy="3025631"/>
          </a:xfrm>
          <a:custGeom>
            <a:avLst/>
            <a:gdLst>
              <a:gd name="T0" fmla="*/ 230 w 476"/>
              <a:gd name="T1" fmla="*/ 110 h 278"/>
              <a:gd name="T2" fmla="*/ 204 w 476"/>
              <a:gd name="T3" fmla="*/ 137 h 278"/>
              <a:gd name="T4" fmla="*/ 248 w 476"/>
              <a:gd name="T5" fmla="*/ 164 h 278"/>
              <a:gd name="T6" fmla="*/ 249 w 476"/>
              <a:gd name="T7" fmla="*/ 191 h 278"/>
              <a:gd name="T8" fmla="*/ 241 w 476"/>
              <a:gd name="T9" fmla="*/ 218 h 278"/>
              <a:gd name="T10" fmla="*/ 245 w 476"/>
              <a:gd name="T11" fmla="*/ 256 h 278"/>
              <a:gd name="T12" fmla="*/ 122 w 476"/>
              <a:gd name="T13" fmla="*/ 239 h 278"/>
              <a:gd name="T14" fmla="*/ 145 w 476"/>
              <a:gd name="T15" fmla="*/ 212 h 278"/>
              <a:gd name="T16" fmla="*/ 130 w 476"/>
              <a:gd name="T17" fmla="*/ 185 h 278"/>
              <a:gd name="T18" fmla="*/ 70 w 476"/>
              <a:gd name="T19" fmla="*/ 157 h 278"/>
              <a:gd name="T20" fmla="*/ 95 w 476"/>
              <a:gd name="T21" fmla="*/ 130 h 278"/>
              <a:gd name="T22" fmla="*/ 128 w 476"/>
              <a:gd name="T23" fmla="*/ 103 h 278"/>
              <a:gd name="T24" fmla="*/ 140 w 476"/>
              <a:gd name="T25" fmla="*/ 76 h 278"/>
              <a:gd name="T26" fmla="*/ 135 w 476"/>
              <a:gd name="T27" fmla="*/ 49 h 278"/>
              <a:gd name="T28" fmla="*/ 145 w 476"/>
              <a:gd name="T29" fmla="*/ 22 h 278"/>
              <a:gd name="T30" fmla="*/ 248 w 476"/>
              <a:gd name="T31" fmla="*/ 42 h 278"/>
              <a:gd name="T32" fmla="*/ 217 w 476"/>
              <a:gd name="T33" fmla="*/ 69 h 278"/>
              <a:gd name="T34" fmla="*/ 422 w 476"/>
              <a:gd name="T35" fmla="*/ 234 h 278"/>
              <a:gd name="T36" fmla="*/ 416 w 476"/>
              <a:gd name="T37" fmla="*/ 261 h 278"/>
              <a:gd name="T38" fmla="*/ 385 w 476"/>
              <a:gd name="T39" fmla="*/ 254 h 278"/>
              <a:gd name="T40" fmla="*/ 354 w 476"/>
              <a:gd name="T41" fmla="*/ 227 h 278"/>
              <a:gd name="T42" fmla="*/ 394 w 476"/>
              <a:gd name="T43" fmla="*/ 193 h 278"/>
              <a:gd name="T44" fmla="*/ 343 w 476"/>
              <a:gd name="T45" fmla="*/ 193 h 278"/>
              <a:gd name="T46" fmla="*/ 303 w 476"/>
              <a:gd name="T47" fmla="*/ 166 h 278"/>
              <a:gd name="T48" fmla="*/ 240 w 476"/>
              <a:gd name="T49" fmla="*/ 139 h 278"/>
              <a:gd name="T50" fmla="*/ 245 w 476"/>
              <a:gd name="T51" fmla="*/ 112 h 278"/>
              <a:gd name="T52" fmla="*/ 213 w 476"/>
              <a:gd name="T53" fmla="*/ 85 h 278"/>
              <a:gd name="T54" fmla="*/ 402 w 476"/>
              <a:gd name="T55" fmla="*/ 62 h 278"/>
              <a:gd name="T56" fmla="*/ 404 w 476"/>
              <a:gd name="T57" fmla="*/ 35 h 278"/>
              <a:gd name="T58" fmla="*/ 180 w 476"/>
              <a:gd name="T59" fmla="*/ 28 h 278"/>
              <a:gd name="T60" fmla="*/ 175 w 476"/>
              <a:gd name="T61" fmla="*/ 56 h 278"/>
              <a:gd name="T62" fmla="*/ 149 w 476"/>
              <a:gd name="T63" fmla="*/ 83 h 278"/>
              <a:gd name="T64" fmla="*/ 6 w 476"/>
              <a:gd name="T65" fmla="*/ 67 h 278"/>
              <a:gd name="T66" fmla="*/ 17 w 476"/>
              <a:gd name="T67" fmla="*/ 40 h 278"/>
              <a:gd name="T68" fmla="*/ 56 w 476"/>
              <a:gd name="T69" fmla="*/ 47 h 278"/>
              <a:gd name="T70" fmla="*/ 87 w 476"/>
              <a:gd name="T71" fmla="*/ 74 h 278"/>
              <a:gd name="T72" fmla="*/ 34 w 476"/>
              <a:gd name="T73" fmla="*/ 96 h 278"/>
              <a:gd name="T74" fmla="*/ 33 w 476"/>
              <a:gd name="T75" fmla="*/ 123 h 278"/>
              <a:gd name="T76" fmla="*/ 51 w 476"/>
              <a:gd name="T77" fmla="*/ 151 h 278"/>
              <a:gd name="T78" fmla="*/ 75 w 476"/>
              <a:gd name="T79" fmla="*/ 178 h 278"/>
              <a:gd name="T80" fmla="*/ 94 w 476"/>
              <a:gd name="T81" fmla="*/ 205 h 278"/>
              <a:gd name="T82" fmla="*/ 99 w 476"/>
              <a:gd name="T83" fmla="*/ 232 h 278"/>
              <a:gd name="T84" fmla="*/ 100 w 476"/>
              <a:gd name="T85" fmla="*/ 259 h 278"/>
              <a:gd name="T86" fmla="*/ 222 w 476"/>
              <a:gd name="T87" fmla="*/ 227 h 278"/>
              <a:gd name="T88" fmla="*/ 216 w 476"/>
              <a:gd name="T89" fmla="*/ 200 h 278"/>
              <a:gd name="T90" fmla="*/ 187 w 476"/>
              <a:gd name="T91" fmla="*/ 173 h 278"/>
              <a:gd name="T92" fmla="*/ 190 w 476"/>
              <a:gd name="T93" fmla="*/ 146 h 278"/>
              <a:gd name="T94" fmla="*/ 200 w 476"/>
              <a:gd name="T95" fmla="*/ 118 h 278"/>
              <a:gd name="T96" fmla="*/ 181 w 476"/>
              <a:gd name="T97" fmla="*/ 91 h 278"/>
              <a:gd name="T98" fmla="*/ 377 w 476"/>
              <a:gd name="T99" fmla="*/ 103 h 278"/>
              <a:gd name="T100" fmla="*/ 362 w 476"/>
              <a:gd name="T101" fmla="*/ 130 h 278"/>
              <a:gd name="T102" fmla="*/ 340 w 476"/>
              <a:gd name="T103" fmla="*/ 157 h 278"/>
              <a:gd name="T104" fmla="*/ 367 w 476"/>
              <a:gd name="T105" fmla="*/ 185 h 278"/>
              <a:gd name="T106" fmla="*/ 398 w 476"/>
              <a:gd name="T107" fmla="*/ 185 h 278"/>
              <a:gd name="T108" fmla="*/ 401 w 476"/>
              <a:gd name="T109" fmla="*/ 218 h 278"/>
              <a:gd name="T110" fmla="*/ 401 w 476"/>
              <a:gd name="T111" fmla="*/ 246 h 278"/>
              <a:gd name="T112" fmla="*/ 427 w 476"/>
              <a:gd name="T113" fmla="*/ 273 h 278"/>
              <a:gd name="T114" fmla="*/ 439 w 476"/>
              <a:gd name="T115" fmla="*/ 246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76" h="278">
                <a:moveTo>
                  <a:pt x="205" y="84"/>
                </a:moveTo>
                <a:cubicBezTo>
                  <a:pt x="181" y="84"/>
                  <a:pt x="181" y="84"/>
                  <a:pt x="181" y="84"/>
                </a:cubicBezTo>
                <a:cubicBezTo>
                  <a:pt x="178" y="84"/>
                  <a:pt x="176" y="87"/>
                  <a:pt x="176" y="89"/>
                </a:cubicBezTo>
                <a:cubicBezTo>
                  <a:pt x="176" y="92"/>
                  <a:pt x="178" y="95"/>
                  <a:pt x="181" y="95"/>
                </a:cubicBezTo>
                <a:cubicBezTo>
                  <a:pt x="190" y="95"/>
                  <a:pt x="190" y="95"/>
                  <a:pt x="190" y="95"/>
                </a:cubicBezTo>
                <a:cubicBezTo>
                  <a:pt x="191" y="95"/>
                  <a:pt x="192" y="95"/>
                  <a:pt x="192" y="96"/>
                </a:cubicBezTo>
                <a:cubicBezTo>
                  <a:pt x="192" y="97"/>
                  <a:pt x="191" y="98"/>
                  <a:pt x="190" y="98"/>
                </a:cubicBezTo>
                <a:cubicBezTo>
                  <a:pt x="181" y="98"/>
                  <a:pt x="181" y="98"/>
                  <a:pt x="181" y="98"/>
                </a:cubicBezTo>
                <a:cubicBezTo>
                  <a:pt x="178" y="98"/>
                  <a:pt x="176" y="100"/>
                  <a:pt x="176" y="103"/>
                </a:cubicBezTo>
                <a:cubicBezTo>
                  <a:pt x="176" y="106"/>
                  <a:pt x="178" y="108"/>
                  <a:pt x="181" y="108"/>
                </a:cubicBezTo>
                <a:cubicBezTo>
                  <a:pt x="228" y="108"/>
                  <a:pt x="228" y="108"/>
                  <a:pt x="228" y="108"/>
                </a:cubicBezTo>
                <a:cubicBezTo>
                  <a:pt x="229" y="108"/>
                  <a:pt x="230" y="109"/>
                  <a:pt x="230" y="110"/>
                </a:cubicBezTo>
                <a:cubicBezTo>
                  <a:pt x="230" y="111"/>
                  <a:pt x="229" y="112"/>
                  <a:pt x="228" y="112"/>
                </a:cubicBezTo>
                <a:cubicBezTo>
                  <a:pt x="200" y="112"/>
                  <a:pt x="200" y="112"/>
                  <a:pt x="200" y="112"/>
                </a:cubicBezTo>
                <a:cubicBezTo>
                  <a:pt x="197" y="112"/>
                  <a:pt x="194" y="114"/>
                  <a:pt x="194" y="117"/>
                </a:cubicBezTo>
                <a:cubicBezTo>
                  <a:pt x="194" y="119"/>
                  <a:pt x="197" y="122"/>
                  <a:pt x="200" y="122"/>
                </a:cubicBezTo>
                <a:cubicBezTo>
                  <a:pt x="229" y="122"/>
                  <a:pt x="229" y="122"/>
                  <a:pt x="229" y="122"/>
                </a:cubicBezTo>
                <a:cubicBezTo>
                  <a:pt x="230" y="122"/>
                  <a:pt x="231" y="122"/>
                  <a:pt x="231" y="123"/>
                </a:cubicBezTo>
                <a:cubicBezTo>
                  <a:pt x="231" y="124"/>
                  <a:pt x="230" y="125"/>
                  <a:pt x="229" y="125"/>
                </a:cubicBezTo>
                <a:cubicBezTo>
                  <a:pt x="190" y="125"/>
                  <a:pt x="190" y="125"/>
                  <a:pt x="190" y="125"/>
                </a:cubicBezTo>
                <a:cubicBezTo>
                  <a:pt x="187" y="125"/>
                  <a:pt x="185" y="127"/>
                  <a:pt x="185" y="130"/>
                </a:cubicBezTo>
                <a:cubicBezTo>
                  <a:pt x="185" y="133"/>
                  <a:pt x="187" y="135"/>
                  <a:pt x="190" y="135"/>
                </a:cubicBezTo>
                <a:cubicBezTo>
                  <a:pt x="203" y="135"/>
                  <a:pt x="203" y="135"/>
                  <a:pt x="203" y="135"/>
                </a:cubicBezTo>
                <a:cubicBezTo>
                  <a:pt x="204" y="135"/>
                  <a:pt x="204" y="136"/>
                  <a:pt x="204" y="137"/>
                </a:cubicBezTo>
                <a:cubicBezTo>
                  <a:pt x="204" y="138"/>
                  <a:pt x="204" y="139"/>
                  <a:pt x="203" y="139"/>
                </a:cubicBezTo>
                <a:cubicBezTo>
                  <a:pt x="190" y="139"/>
                  <a:pt x="190" y="139"/>
                  <a:pt x="190" y="139"/>
                </a:cubicBezTo>
                <a:cubicBezTo>
                  <a:pt x="187" y="139"/>
                  <a:pt x="185" y="141"/>
                  <a:pt x="185" y="144"/>
                </a:cubicBezTo>
                <a:cubicBezTo>
                  <a:pt x="185" y="147"/>
                  <a:pt x="187" y="149"/>
                  <a:pt x="190" y="149"/>
                </a:cubicBezTo>
                <a:cubicBezTo>
                  <a:pt x="238" y="149"/>
                  <a:pt x="238" y="149"/>
                  <a:pt x="238" y="149"/>
                </a:cubicBezTo>
                <a:cubicBezTo>
                  <a:pt x="239" y="149"/>
                  <a:pt x="240" y="150"/>
                  <a:pt x="240" y="151"/>
                </a:cubicBezTo>
                <a:cubicBezTo>
                  <a:pt x="240" y="151"/>
                  <a:pt x="239" y="152"/>
                  <a:pt x="238" y="152"/>
                </a:cubicBezTo>
                <a:cubicBezTo>
                  <a:pt x="180" y="152"/>
                  <a:pt x="180" y="152"/>
                  <a:pt x="180" y="152"/>
                </a:cubicBezTo>
                <a:cubicBezTo>
                  <a:pt x="177" y="152"/>
                  <a:pt x="175" y="154"/>
                  <a:pt x="175" y="157"/>
                </a:cubicBezTo>
                <a:cubicBezTo>
                  <a:pt x="175" y="160"/>
                  <a:pt x="177" y="162"/>
                  <a:pt x="180" y="162"/>
                </a:cubicBezTo>
                <a:cubicBezTo>
                  <a:pt x="247" y="162"/>
                  <a:pt x="247" y="162"/>
                  <a:pt x="247" y="162"/>
                </a:cubicBezTo>
                <a:cubicBezTo>
                  <a:pt x="248" y="162"/>
                  <a:pt x="248" y="163"/>
                  <a:pt x="248" y="164"/>
                </a:cubicBezTo>
                <a:cubicBezTo>
                  <a:pt x="248" y="165"/>
                  <a:pt x="248" y="166"/>
                  <a:pt x="247" y="166"/>
                </a:cubicBezTo>
                <a:cubicBezTo>
                  <a:pt x="187" y="166"/>
                  <a:pt x="187" y="166"/>
                  <a:pt x="187" y="166"/>
                </a:cubicBezTo>
                <a:cubicBezTo>
                  <a:pt x="184" y="166"/>
                  <a:pt x="182" y="168"/>
                  <a:pt x="182" y="171"/>
                </a:cubicBezTo>
                <a:cubicBezTo>
                  <a:pt x="182" y="174"/>
                  <a:pt x="184" y="176"/>
                  <a:pt x="187" y="176"/>
                </a:cubicBezTo>
                <a:cubicBezTo>
                  <a:pt x="260" y="176"/>
                  <a:pt x="260" y="176"/>
                  <a:pt x="260" y="176"/>
                </a:cubicBezTo>
                <a:cubicBezTo>
                  <a:pt x="261" y="176"/>
                  <a:pt x="262" y="177"/>
                  <a:pt x="262" y="178"/>
                </a:cubicBezTo>
                <a:cubicBezTo>
                  <a:pt x="262" y="179"/>
                  <a:pt x="261" y="179"/>
                  <a:pt x="260" y="179"/>
                </a:cubicBezTo>
                <a:cubicBezTo>
                  <a:pt x="213" y="179"/>
                  <a:pt x="213" y="179"/>
                  <a:pt x="213" y="179"/>
                </a:cubicBezTo>
                <a:cubicBezTo>
                  <a:pt x="211" y="179"/>
                  <a:pt x="208" y="182"/>
                  <a:pt x="208" y="185"/>
                </a:cubicBezTo>
                <a:cubicBezTo>
                  <a:pt x="208" y="187"/>
                  <a:pt x="211" y="190"/>
                  <a:pt x="213" y="190"/>
                </a:cubicBezTo>
                <a:cubicBezTo>
                  <a:pt x="247" y="190"/>
                  <a:pt x="247" y="190"/>
                  <a:pt x="247" y="190"/>
                </a:cubicBezTo>
                <a:cubicBezTo>
                  <a:pt x="248" y="190"/>
                  <a:pt x="249" y="190"/>
                  <a:pt x="249" y="191"/>
                </a:cubicBezTo>
                <a:cubicBezTo>
                  <a:pt x="249" y="192"/>
                  <a:pt x="248" y="193"/>
                  <a:pt x="247" y="193"/>
                </a:cubicBezTo>
                <a:cubicBezTo>
                  <a:pt x="216" y="193"/>
                  <a:pt x="216" y="193"/>
                  <a:pt x="216" y="193"/>
                </a:cubicBezTo>
                <a:cubicBezTo>
                  <a:pt x="213" y="193"/>
                  <a:pt x="210" y="195"/>
                  <a:pt x="210" y="198"/>
                </a:cubicBezTo>
                <a:cubicBezTo>
                  <a:pt x="210" y="201"/>
                  <a:pt x="213" y="203"/>
                  <a:pt x="216" y="203"/>
                </a:cubicBezTo>
                <a:cubicBezTo>
                  <a:pt x="248" y="203"/>
                  <a:pt x="248" y="203"/>
                  <a:pt x="248" y="203"/>
                </a:cubicBezTo>
                <a:cubicBezTo>
                  <a:pt x="249" y="203"/>
                  <a:pt x="250" y="204"/>
                  <a:pt x="250" y="205"/>
                </a:cubicBezTo>
                <a:cubicBezTo>
                  <a:pt x="250" y="206"/>
                  <a:pt x="249" y="207"/>
                  <a:pt x="248" y="207"/>
                </a:cubicBezTo>
                <a:cubicBezTo>
                  <a:pt x="217" y="207"/>
                  <a:pt x="217" y="207"/>
                  <a:pt x="217" y="207"/>
                </a:cubicBezTo>
                <a:cubicBezTo>
                  <a:pt x="214" y="207"/>
                  <a:pt x="212" y="209"/>
                  <a:pt x="212" y="212"/>
                </a:cubicBezTo>
                <a:cubicBezTo>
                  <a:pt x="212" y="214"/>
                  <a:pt x="214" y="217"/>
                  <a:pt x="217" y="217"/>
                </a:cubicBezTo>
                <a:cubicBezTo>
                  <a:pt x="240" y="217"/>
                  <a:pt x="240" y="217"/>
                  <a:pt x="240" y="217"/>
                </a:cubicBezTo>
                <a:cubicBezTo>
                  <a:pt x="241" y="217"/>
                  <a:pt x="241" y="217"/>
                  <a:pt x="241" y="218"/>
                </a:cubicBezTo>
                <a:cubicBezTo>
                  <a:pt x="241" y="219"/>
                  <a:pt x="241" y="220"/>
                  <a:pt x="240" y="220"/>
                </a:cubicBezTo>
                <a:cubicBezTo>
                  <a:pt x="222" y="220"/>
                  <a:pt x="222" y="220"/>
                  <a:pt x="222" y="220"/>
                </a:cubicBezTo>
                <a:cubicBezTo>
                  <a:pt x="219" y="220"/>
                  <a:pt x="217" y="222"/>
                  <a:pt x="217" y="225"/>
                </a:cubicBezTo>
                <a:cubicBezTo>
                  <a:pt x="217" y="228"/>
                  <a:pt x="219" y="230"/>
                  <a:pt x="222" y="230"/>
                </a:cubicBezTo>
                <a:cubicBezTo>
                  <a:pt x="231" y="230"/>
                  <a:pt x="231" y="230"/>
                  <a:pt x="231" y="230"/>
                </a:cubicBezTo>
                <a:cubicBezTo>
                  <a:pt x="232" y="230"/>
                  <a:pt x="232" y="231"/>
                  <a:pt x="232" y="232"/>
                </a:cubicBezTo>
                <a:cubicBezTo>
                  <a:pt x="232" y="233"/>
                  <a:pt x="232" y="234"/>
                  <a:pt x="231" y="234"/>
                </a:cubicBezTo>
                <a:cubicBezTo>
                  <a:pt x="230" y="234"/>
                  <a:pt x="230" y="234"/>
                  <a:pt x="230" y="234"/>
                </a:cubicBezTo>
                <a:cubicBezTo>
                  <a:pt x="225" y="234"/>
                  <a:pt x="222" y="237"/>
                  <a:pt x="222" y="242"/>
                </a:cubicBezTo>
                <a:cubicBezTo>
                  <a:pt x="222" y="247"/>
                  <a:pt x="225" y="251"/>
                  <a:pt x="230" y="251"/>
                </a:cubicBezTo>
                <a:cubicBezTo>
                  <a:pt x="240" y="251"/>
                  <a:pt x="240" y="251"/>
                  <a:pt x="240" y="251"/>
                </a:cubicBezTo>
                <a:cubicBezTo>
                  <a:pt x="243" y="251"/>
                  <a:pt x="245" y="253"/>
                  <a:pt x="245" y="256"/>
                </a:cubicBezTo>
                <a:cubicBezTo>
                  <a:pt x="245" y="259"/>
                  <a:pt x="243" y="261"/>
                  <a:pt x="240" y="261"/>
                </a:cubicBezTo>
                <a:cubicBezTo>
                  <a:pt x="105" y="261"/>
                  <a:pt x="105" y="261"/>
                  <a:pt x="105" y="261"/>
                </a:cubicBezTo>
                <a:cubicBezTo>
                  <a:pt x="104" y="261"/>
                  <a:pt x="103" y="260"/>
                  <a:pt x="103" y="259"/>
                </a:cubicBezTo>
                <a:cubicBezTo>
                  <a:pt x="103" y="258"/>
                  <a:pt x="104" y="257"/>
                  <a:pt x="105" y="257"/>
                </a:cubicBezTo>
                <a:cubicBezTo>
                  <a:pt x="112" y="257"/>
                  <a:pt x="112" y="257"/>
                  <a:pt x="112" y="257"/>
                </a:cubicBezTo>
                <a:cubicBezTo>
                  <a:pt x="114" y="257"/>
                  <a:pt x="116" y="255"/>
                  <a:pt x="116" y="252"/>
                </a:cubicBezTo>
                <a:cubicBezTo>
                  <a:pt x="116" y="250"/>
                  <a:pt x="114" y="247"/>
                  <a:pt x="112" y="247"/>
                </a:cubicBezTo>
                <a:cubicBezTo>
                  <a:pt x="105" y="247"/>
                  <a:pt x="105" y="247"/>
                  <a:pt x="105" y="247"/>
                </a:cubicBezTo>
                <a:cubicBezTo>
                  <a:pt x="104" y="247"/>
                  <a:pt x="103" y="247"/>
                  <a:pt x="103" y="246"/>
                </a:cubicBezTo>
                <a:cubicBezTo>
                  <a:pt x="103" y="245"/>
                  <a:pt x="104" y="244"/>
                  <a:pt x="105" y="244"/>
                </a:cubicBezTo>
                <a:cubicBezTo>
                  <a:pt x="117" y="244"/>
                  <a:pt x="117" y="244"/>
                  <a:pt x="117" y="244"/>
                </a:cubicBezTo>
                <a:cubicBezTo>
                  <a:pt x="120" y="244"/>
                  <a:pt x="122" y="242"/>
                  <a:pt x="122" y="239"/>
                </a:cubicBezTo>
                <a:cubicBezTo>
                  <a:pt x="122" y="236"/>
                  <a:pt x="120" y="234"/>
                  <a:pt x="117" y="234"/>
                </a:cubicBezTo>
                <a:cubicBezTo>
                  <a:pt x="104" y="234"/>
                  <a:pt x="104" y="234"/>
                  <a:pt x="104" y="234"/>
                </a:cubicBezTo>
                <a:cubicBezTo>
                  <a:pt x="103" y="234"/>
                  <a:pt x="102" y="233"/>
                  <a:pt x="102" y="232"/>
                </a:cubicBezTo>
                <a:cubicBezTo>
                  <a:pt x="102" y="231"/>
                  <a:pt x="103" y="230"/>
                  <a:pt x="104" y="230"/>
                </a:cubicBezTo>
                <a:cubicBezTo>
                  <a:pt x="130" y="230"/>
                  <a:pt x="130" y="230"/>
                  <a:pt x="130" y="230"/>
                </a:cubicBezTo>
                <a:cubicBezTo>
                  <a:pt x="133" y="230"/>
                  <a:pt x="135" y="228"/>
                  <a:pt x="135" y="225"/>
                </a:cubicBezTo>
                <a:cubicBezTo>
                  <a:pt x="135" y="222"/>
                  <a:pt x="133" y="220"/>
                  <a:pt x="130" y="220"/>
                </a:cubicBezTo>
                <a:cubicBezTo>
                  <a:pt x="105" y="220"/>
                  <a:pt x="105" y="220"/>
                  <a:pt x="105" y="220"/>
                </a:cubicBezTo>
                <a:cubicBezTo>
                  <a:pt x="104" y="220"/>
                  <a:pt x="104" y="219"/>
                  <a:pt x="104" y="218"/>
                </a:cubicBezTo>
                <a:cubicBezTo>
                  <a:pt x="104" y="217"/>
                  <a:pt x="104" y="217"/>
                  <a:pt x="105" y="217"/>
                </a:cubicBezTo>
                <a:cubicBezTo>
                  <a:pt x="140" y="217"/>
                  <a:pt x="140" y="217"/>
                  <a:pt x="140" y="217"/>
                </a:cubicBezTo>
                <a:cubicBezTo>
                  <a:pt x="143" y="217"/>
                  <a:pt x="145" y="214"/>
                  <a:pt x="145" y="212"/>
                </a:cubicBezTo>
                <a:cubicBezTo>
                  <a:pt x="145" y="209"/>
                  <a:pt x="143" y="207"/>
                  <a:pt x="140" y="207"/>
                </a:cubicBezTo>
                <a:cubicBezTo>
                  <a:pt x="99" y="207"/>
                  <a:pt x="99" y="207"/>
                  <a:pt x="99" y="207"/>
                </a:cubicBezTo>
                <a:cubicBezTo>
                  <a:pt x="98" y="207"/>
                  <a:pt x="97" y="206"/>
                  <a:pt x="97" y="205"/>
                </a:cubicBezTo>
                <a:cubicBezTo>
                  <a:pt x="97" y="204"/>
                  <a:pt x="98" y="203"/>
                  <a:pt x="99" y="203"/>
                </a:cubicBezTo>
                <a:cubicBezTo>
                  <a:pt x="143" y="203"/>
                  <a:pt x="143" y="203"/>
                  <a:pt x="143" y="203"/>
                </a:cubicBezTo>
                <a:cubicBezTo>
                  <a:pt x="146" y="203"/>
                  <a:pt x="148" y="201"/>
                  <a:pt x="148" y="198"/>
                </a:cubicBezTo>
                <a:cubicBezTo>
                  <a:pt x="148" y="195"/>
                  <a:pt x="146" y="193"/>
                  <a:pt x="143" y="193"/>
                </a:cubicBezTo>
                <a:cubicBezTo>
                  <a:pt x="89" y="193"/>
                  <a:pt x="89" y="193"/>
                  <a:pt x="89" y="193"/>
                </a:cubicBezTo>
                <a:cubicBezTo>
                  <a:pt x="88" y="193"/>
                  <a:pt x="88" y="192"/>
                  <a:pt x="88" y="191"/>
                </a:cubicBezTo>
                <a:cubicBezTo>
                  <a:pt x="88" y="190"/>
                  <a:pt x="88" y="190"/>
                  <a:pt x="89" y="190"/>
                </a:cubicBezTo>
                <a:cubicBezTo>
                  <a:pt x="125" y="190"/>
                  <a:pt x="125" y="190"/>
                  <a:pt x="125" y="190"/>
                </a:cubicBezTo>
                <a:cubicBezTo>
                  <a:pt x="128" y="190"/>
                  <a:pt x="130" y="187"/>
                  <a:pt x="130" y="185"/>
                </a:cubicBezTo>
                <a:cubicBezTo>
                  <a:pt x="130" y="182"/>
                  <a:pt x="128" y="179"/>
                  <a:pt x="125" y="179"/>
                </a:cubicBezTo>
                <a:cubicBezTo>
                  <a:pt x="80" y="179"/>
                  <a:pt x="80" y="179"/>
                  <a:pt x="80" y="179"/>
                </a:cubicBezTo>
                <a:cubicBezTo>
                  <a:pt x="79" y="179"/>
                  <a:pt x="78" y="179"/>
                  <a:pt x="78" y="178"/>
                </a:cubicBezTo>
                <a:cubicBezTo>
                  <a:pt x="78" y="177"/>
                  <a:pt x="79" y="176"/>
                  <a:pt x="80" y="176"/>
                </a:cubicBezTo>
                <a:cubicBezTo>
                  <a:pt x="84" y="176"/>
                  <a:pt x="84" y="176"/>
                  <a:pt x="84" y="176"/>
                </a:cubicBezTo>
                <a:cubicBezTo>
                  <a:pt x="86" y="176"/>
                  <a:pt x="89" y="174"/>
                  <a:pt x="89" y="171"/>
                </a:cubicBezTo>
                <a:cubicBezTo>
                  <a:pt x="89" y="168"/>
                  <a:pt x="86" y="166"/>
                  <a:pt x="84" y="166"/>
                </a:cubicBezTo>
                <a:cubicBezTo>
                  <a:pt x="65" y="166"/>
                  <a:pt x="65" y="166"/>
                  <a:pt x="65" y="166"/>
                </a:cubicBezTo>
                <a:cubicBezTo>
                  <a:pt x="64" y="166"/>
                  <a:pt x="63" y="165"/>
                  <a:pt x="63" y="164"/>
                </a:cubicBezTo>
                <a:cubicBezTo>
                  <a:pt x="63" y="163"/>
                  <a:pt x="64" y="162"/>
                  <a:pt x="65" y="162"/>
                </a:cubicBezTo>
                <a:cubicBezTo>
                  <a:pt x="65" y="162"/>
                  <a:pt x="65" y="162"/>
                  <a:pt x="65" y="162"/>
                </a:cubicBezTo>
                <a:cubicBezTo>
                  <a:pt x="68" y="162"/>
                  <a:pt x="70" y="160"/>
                  <a:pt x="70" y="157"/>
                </a:cubicBezTo>
                <a:cubicBezTo>
                  <a:pt x="70" y="154"/>
                  <a:pt x="68" y="152"/>
                  <a:pt x="65" y="152"/>
                </a:cubicBezTo>
                <a:cubicBezTo>
                  <a:pt x="56" y="152"/>
                  <a:pt x="56" y="152"/>
                  <a:pt x="56" y="152"/>
                </a:cubicBezTo>
                <a:cubicBezTo>
                  <a:pt x="55" y="152"/>
                  <a:pt x="54" y="151"/>
                  <a:pt x="54" y="151"/>
                </a:cubicBezTo>
                <a:cubicBezTo>
                  <a:pt x="54" y="150"/>
                  <a:pt x="55" y="149"/>
                  <a:pt x="56" y="149"/>
                </a:cubicBezTo>
                <a:cubicBezTo>
                  <a:pt x="63" y="149"/>
                  <a:pt x="63" y="149"/>
                  <a:pt x="63" y="149"/>
                </a:cubicBezTo>
                <a:cubicBezTo>
                  <a:pt x="66" y="149"/>
                  <a:pt x="68" y="147"/>
                  <a:pt x="68" y="144"/>
                </a:cubicBezTo>
                <a:cubicBezTo>
                  <a:pt x="68" y="141"/>
                  <a:pt x="66" y="139"/>
                  <a:pt x="63" y="139"/>
                </a:cubicBezTo>
                <a:cubicBezTo>
                  <a:pt x="45" y="139"/>
                  <a:pt x="45" y="139"/>
                  <a:pt x="45" y="139"/>
                </a:cubicBezTo>
                <a:cubicBezTo>
                  <a:pt x="44" y="139"/>
                  <a:pt x="43" y="138"/>
                  <a:pt x="43" y="137"/>
                </a:cubicBezTo>
                <a:cubicBezTo>
                  <a:pt x="43" y="136"/>
                  <a:pt x="44" y="135"/>
                  <a:pt x="45" y="135"/>
                </a:cubicBezTo>
                <a:cubicBezTo>
                  <a:pt x="90" y="135"/>
                  <a:pt x="90" y="135"/>
                  <a:pt x="90" y="135"/>
                </a:cubicBezTo>
                <a:cubicBezTo>
                  <a:pt x="93" y="135"/>
                  <a:pt x="95" y="133"/>
                  <a:pt x="95" y="130"/>
                </a:cubicBezTo>
                <a:cubicBezTo>
                  <a:pt x="95" y="127"/>
                  <a:pt x="93" y="125"/>
                  <a:pt x="90" y="125"/>
                </a:cubicBezTo>
                <a:cubicBezTo>
                  <a:pt x="39" y="125"/>
                  <a:pt x="39" y="125"/>
                  <a:pt x="39" y="125"/>
                </a:cubicBezTo>
                <a:cubicBezTo>
                  <a:pt x="38" y="125"/>
                  <a:pt x="37" y="124"/>
                  <a:pt x="37" y="123"/>
                </a:cubicBezTo>
                <a:cubicBezTo>
                  <a:pt x="37" y="122"/>
                  <a:pt x="38" y="122"/>
                  <a:pt x="39" y="122"/>
                </a:cubicBezTo>
                <a:cubicBezTo>
                  <a:pt x="102" y="122"/>
                  <a:pt x="102" y="122"/>
                  <a:pt x="102" y="122"/>
                </a:cubicBezTo>
                <a:cubicBezTo>
                  <a:pt x="105" y="122"/>
                  <a:pt x="107" y="119"/>
                  <a:pt x="107" y="117"/>
                </a:cubicBezTo>
                <a:cubicBezTo>
                  <a:pt x="107" y="114"/>
                  <a:pt x="105" y="112"/>
                  <a:pt x="102" y="112"/>
                </a:cubicBezTo>
                <a:cubicBezTo>
                  <a:pt x="43" y="112"/>
                  <a:pt x="43" y="112"/>
                  <a:pt x="43" y="112"/>
                </a:cubicBezTo>
                <a:cubicBezTo>
                  <a:pt x="42" y="112"/>
                  <a:pt x="41" y="111"/>
                  <a:pt x="41" y="110"/>
                </a:cubicBezTo>
                <a:cubicBezTo>
                  <a:pt x="41" y="109"/>
                  <a:pt x="42" y="108"/>
                  <a:pt x="43" y="108"/>
                </a:cubicBezTo>
                <a:cubicBezTo>
                  <a:pt x="122" y="108"/>
                  <a:pt x="122" y="108"/>
                  <a:pt x="122" y="108"/>
                </a:cubicBezTo>
                <a:cubicBezTo>
                  <a:pt x="125" y="108"/>
                  <a:pt x="128" y="106"/>
                  <a:pt x="128" y="103"/>
                </a:cubicBezTo>
                <a:cubicBezTo>
                  <a:pt x="128" y="100"/>
                  <a:pt x="125" y="98"/>
                  <a:pt x="122" y="98"/>
                </a:cubicBezTo>
                <a:cubicBezTo>
                  <a:pt x="39" y="98"/>
                  <a:pt x="39" y="98"/>
                  <a:pt x="39" y="98"/>
                </a:cubicBezTo>
                <a:cubicBezTo>
                  <a:pt x="38" y="98"/>
                  <a:pt x="37" y="97"/>
                  <a:pt x="37" y="96"/>
                </a:cubicBezTo>
                <a:cubicBezTo>
                  <a:pt x="37" y="95"/>
                  <a:pt x="38" y="95"/>
                  <a:pt x="39" y="95"/>
                </a:cubicBezTo>
                <a:cubicBezTo>
                  <a:pt x="123" y="95"/>
                  <a:pt x="123" y="95"/>
                  <a:pt x="123" y="95"/>
                </a:cubicBezTo>
                <a:cubicBezTo>
                  <a:pt x="126" y="95"/>
                  <a:pt x="128" y="92"/>
                  <a:pt x="128" y="89"/>
                </a:cubicBezTo>
                <a:cubicBezTo>
                  <a:pt x="128" y="89"/>
                  <a:pt x="128" y="88"/>
                  <a:pt x="128" y="88"/>
                </a:cubicBezTo>
                <a:cubicBezTo>
                  <a:pt x="148" y="88"/>
                  <a:pt x="148" y="88"/>
                  <a:pt x="148" y="88"/>
                </a:cubicBezTo>
                <a:cubicBezTo>
                  <a:pt x="150" y="88"/>
                  <a:pt x="152" y="85"/>
                  <a:pt x="152" y="83"/>
                </a:cubicBezTo>
                <a:cubicBezTo>
                  <a:pt x="152" y="80"/>
                  <a:pt x="150" y="78"/>
                  <a:pt x="148" y="78"/>
                </a:cubicBezTo>
                <a:cubicBezTo>
                  <a:pt x="142" y="78"/>
                  <a:pt x="142" y="78"/>
                  <a:pt x="142" y="78"/>
                </a:cubicBezTo>
                <a:cubicBezTo>
                  <a:pt x="141" y="78"/>
                  <a:pt x="140" y="77"/>
                  <a:pt x="140" y="76"/>
                </a:cubicBezTo>
                <a:cubicBezTo>
                  <a:pt x="140" y="75"/>
                  <a:pt x="141" y="74"/>
                  <a:pt x="142" y="74"/>
                </a:cubicBezTo>
                <a:cubicBezTo>
                  <a:pt x="170" y="74"/>
                  <a:pt x="170" y="74"/>
                  <a:pt x="170" y="74"/>
                </a:cubicBezTo>
                <a:cubicBezTo>
                  <a:pt x="173" y="74"/>
                  <a:pt x="175" y="72"/>
                  <a:pt x="175" y="69"/>
                </a:cubicBezTo>
                <a:cubicBezTo>
                  <a:pt x="175" y="66"/>
                  <a:pt x="173" y="64"/>
                  <a:pt x="170" y="64"/>
                </a:cubicBezTo>
                <a:cubicBezTo>
                  <a:pt x="142" y="64"/>
                  <a:pt x="142" y="64"/>
                  <a:pt x="142" y="64"/>
                </a:cubicBezTo>
                <a:cubicBezTo>
                  <a:pt x="141" y="64"/>
                  <a:pt x="140" y="63"/>
                  <a:pt x="140" y="62"/>
                </a:cubicBezTo>
                <a:cubicBezTo>
                  <a:pt x="140" y="62"/>
                  <a:pt x="141" y="61"/>
                  <a:pt x="142" y="61"/>
                </a:cubicBezTo>
                <a:cubicBezTo>
                  <a:pt x="173" y="61"/>
                  <a:pt x="173" y="61"/>
                  <a:pt x="173" y="61"/>
                </a:cubicBezTo>
                <a:cubicBezTo>
                  <a:pt x="176" y="61"/>
                  <a:pt x="178" y="58"/>
                  <a:pt x="178" y="56"/>
                </a:cubicBezTo>
                <a:cubicBezTo>
                  <a:pt x="178" y="53"/>
                  <a:pt x="176" y="50"/>
                  <a:pt x="173" y="50"/>
                </a:cubicBezTo>
                <a:cubicBezTo>
                  <a:pt x="137" y="50"/>
                  <a:pt x="137" y="50"/>
                  <a:pt x="137" y="50"/>
                </a:cubicBezTo>
                <a:cubicBezTo>
                  <a:pt x="136" y="50"/>
                  <a:pt x="135" y="50"/>
                  <a:pt x="135" y="49"/>
                </a:cubicBezTo>
                <a:cubicBezTo>
                  <a:pt x="135" y="48"/>
                  <a:pt x="136" y="47"/>
                  <a:pt x="137" y="47"/>
                </a:cubicBezTo>
                <a:cubicBezTo>
                  <a:pt x="177" y="47"/>
                  <a:pt x="177" y="47"/>
                  <a:pt x="177" y="47"/>
                </a:cubicBezTo>
                <a:cubicBezTo>
                  <a:pt x="179" y="47"/>
                  <a:pt x="182" y="45"/>
                  <a:pt x="182" y="42"/>
                </a:cubicBezTo>
                <a:cubicBezTo>
                  <a:pt x="182" y="39"/>
                  <a:pt x="179" y="37"/>
                  <a:pt x="177" y="37"/>
                </a:cubicBezTo>
                <a:cubicBezTo>
                  <a:pt x="132" y="37"/>
                  <a:pt x="132" y="37"/>
                  <a:pt x="132" y="37"/>
                </a:cubicBezTo>
                <a:cubicBezTo>
                  <a:pt x="132" y="37"/>
                  <a:pt x="131" y="36"/>
                  <a:pt x="131" y="35"/>
                </a:cubicBezTo>
                <a:cubicBezTo>
                  <a:pt x="131" y="34"/>
                  <a:pt x="132" y="34"/>
                  <a:pt x="132" y="34"/>
                </a:cubicBezTo>
                <a:cubicBezTo>
                  <a:pt x="178" y="34"/>
                  <a:pt x="178" y="34"/>
                  <a:pt x="178" y="34"/>
                </a:cubicBezTo>
                <a:cubicBezTo>
                  <a:pt x="181" y="34"/>
                  <a:pt x="183" y="31"/>
                  <a:pt x="183" y="28"/>
                </a:cubicBezTo>
                <a:cubicBezTo>
                  <a:pt x="183" y="26"/>
                  <a:pt x="181" y="23"/>
                  <a:pt x="178" y="23"/>
                </a:cubicBezTo>
                <a:cubicBezTo>
                  <a:pt x="147" y="23"/>
                  <a:pt x="147" y="23"/>
                  <a:pt x="147" y="23"/>
                </a:cubicBezTo>
                <a:cubicBezTo>
                  <a:pt x="146" y="23"/>
                  <a:pt x="145" y="23"/>
                  <a:pt x="145" y="22"/>
                </a:cubicBezTo>
                <a:cubicBezTo>
                  <a:pt x="145" y="21"/>
                  <a:pt x="146" y="20"/>
                  <a:pt x="147" y="20"/>
                </a:cubicBezTo>
                <a:cubicBezTo>
                  <a:pt x="292" y="20"/>
                  <a:pt x="292" y="20"/>
                  <a:pt x="292" y="20"/>
                </a:cubicBezTo>
                <a:cubicBezTo>
                  <a:pt x="292" y="20"/>
                  <a:pt x="293" y="21"/>
                  <a:pt x="293" y="22"/>
                </a:cubicBezTo>
                <a:cubicBezTo>
                  <a:pt x="293" y="23"/>
                  <a:pt x="292" y="23"/>
                  <a:pt x="292" y="23"/>
                </a:cubicBezTo>
                <a:cubicBezTo>
                  <a:pt x="289" y="23"/>
                  <a:pt x="289" y="23"/>
                  <a:pt x="289" y="23"/>
                </a:cubicBezTo>
                <a:cubicBezTo>
                  <a:pt x="286" y="23"/>
                  <a:pt x="284" y="26"/>
                  <a:pt x="284" y="28"/>
                </a:cubicBezTo>
                <a:cubicBezTo>
                  <a:pt x="284" y="31"/>
                  <a:pt x="286" y="34"/>
                  <a:pt x="289" y="34"/>
                </a:cubicBezTo>
                <a:cubicBezTo>
                  <a:pt x="399" y="34"/>
                  <a:pt x="399" y="34"/>
                  <a:pt x="399" y="34"/>
                </a:cubicBezTo>
                <a:cubicBezTo>
                  <a:pt x="400" y="34"/>
                  <a:pt x="401" y="34"/>
                  <a:pt x="401" y="35"/>
                </a:cubicBezTo>
                <a:cubicBezTo>
                  <a:pt x="401" y="36"/>
                  <a:pt x="400" y="37"/>
                  <a:pt x="399" y="37"/>
                </a:cubicBezTo>
                <a:cubicBezTo>
                  <a:pt x="253" y="37"/>
                  <a:pt x="253" y="37"/>
                  <a:pt x="253" y="37"/>
                </a:cubicBezTo>
                <a:cubicBezTo>
                  <a:pt x="251" y="37"/>
                  <a:pt x="248" y="39"/>
                  <a:pt x="248" y="42"/>
                </a:cubicBezTo>
                <a:cubicBezTo>
                  <a:pt x="248" y="45"/>
                  <a:pt x="251" y="47"/>
                  <a:pt x="253" y="47"/>
                </a:cubicBezTo>
                <a:cubicBezTo>
                  <a:pt x="397" y="47"/>
                  <a:pt x="397" y="47"/>
                  <a:pt x="397" y="47"/>
                </a:cubicBezTo>
                <a:cubicBezTo>
                  <a:pt x="398" y="47"/>
                  <a:pt x="399" y="48"/>
                  <a:pt x="399" y="49"/>
                </a:cubicBezTo>
                <a:cubicBezTo>
                  <a:pt x="399" y="50"/>
                  <a:pt x="398" y="50"/>
                  <a:pt x="397" y="50"/>
                </a:cubicBezTo>
                <a:cubicBezTo>
                  <a:pt x="270" y="50"/>
                  <a:pt x="270" y="50"/>
                  <a:pt x="270" y="50"/>
                </a:cubicBezTo>
                <a:cubicBezTo>
                  <a:pt x="267" y="50"/>
                  <a:pt x="265" y="53"/>
                  <a:pt x="265" y="56"/>
                </a:cubicBezTo>
                <a:cubicBezTo>
                  <a:pt x="265" y="58"/>
                  <a:pt x="267" y="61"/>
                  <a:pt x="270" y="61"/>
                </a:cubicBezTo>
                <a:cubicBezTo>
                  <a:pt x="396" y="61"/>
                  <a:pt x="396" y="61"/>
                  <a:pt x="396" y="61"/>
                </a:cubicBezTo>
                <a:cubicBezTo>
                  <a:pt x="397" y="61"/>
                  <a:pt x="398" y="62"/>
                  <a:pt x="398" y="62"/>
                </a:cubicBezTo>
                <a:cubicBezTo>
                  <a:pt x="398" y="63"/>
                  <a:pt x="397" y="64"/>
                  <a:pt x="396" y="64"/>
                </a:cubicBezTo>
                <a:cubicBezTo>
                  <a:pt x="222" y="64"/>
                  <a:pt x="222" y="64"/>
                  <a:pt x="222" y="64"/>
                </a:cubicBezTo>
                <a:cubicBezTo>
                  <a:pt x="219" y="64"/>
                  <a:pt x="217" y="66"/>
                  <a:pt x="217" y="69"/>
                </a:cubicBezTo>
                <a:cubicBezTo>
                  <a:pt x="217" y="72"/>
                  <a:pt x="219" y="74"/>
                  <a:pt x="222" y="74"/>
                </a:cubicBezTo>
                <a:cubicBezTo>
                  <a:pt x="366" y="74"/>
                  <a:pt x="366" y="74"/>
                  <a:pt x="366" y="74"/>
                </a:cubicBezTo>
                <a:cubicBezTo>
                  <a:pt x="367" y="74"/>
                  <a:pt x="368" y="75"/>
                  <a:pt x="368" y="76"/>
                </a:cubicBezTo>
                <a:cubicBezTo>
                  <a:pt x="368" y="77"/>
                  <a:pt x="367" y="78"/>
                  <a:pt x="366" y="78"/>
                </a:cubicBezTo>
                <a:cubicBezTo>
                  <a:pt x="209" y="78"/>
                  <a:pt x="209" y="78"/>
                  <a:pt x="209" y="78"/>
                </a:cubicBezTo>
                <a:cubicBezTo>
                  <a:pt x="207" y="78"/>
                  <a:pt x="204" y="80"/>
                  <a:pt x="204" y="83"/>
                </a:cubicBezTo>
                <a:cubicBezTo>
                  <a:pt x="204" y="83"/>
                  <a:pt x="204" y="84"/>
                  <a:pt x="205" y="84"/>
                </a:cubicBezTo>
                <a:close/>
                <a:moveTo>
                  <a:pt x="471" y="200"/>
                </a:moveTo>
                <a:cubicBezTo>
                  <a:pt x="469" y="200"/>
                  <a:pt x="467" y="202"/>
                  <a:pt x="467" y="205"/>
                </a:cubicBezTo>
                <a:cubicBezTo>
                  <a:pt x="467" y="206"/>
                  <a:pt x="468" y="208"/>
                  <a:pt x="470" y="209"/>
                </a:cubicBezTo>
                <a:cubicBezTo>
                  <a:pt x="468" y="223"/>
                  <a:pt x="456" y="234"/>
                  <a:pt x="442" y="234"/>
                </a:cubicBezTo>
                <a:cubicBezTo>
                  <a:pt x="422" y="234"/>
                  <a:pt x="422" y="234"/>
                  <a:pt x="422" y="234"/>
                </a:cubicBezTo>
                <a:cubicBezTo>
                  <a:pt x="419" y="234"/>
                  <a:pt x="417" y="236"/>
                  <a:pt x="417" y="239"/>
                </a:cubicBezTo>
                <a:cubicBezTo>
                  <a:pt x="417" y="242"/>
                  <a:pt x="419" y="244"/>
                  <a:pt x="422" y="244"/>
                </a:cubicBezTo>
                <a:cubicBezTo>
                  <a:pt x="434" y="244"/>
                  <a:pt x="434" y="244"/>
                  <a:pt x="434" y="244"/>
                </a:cubicBezTo>
                <a:cubicBezTo>
                  <a:pt x="435" y="244"/>
                  <a:pt x="436" y="245"/>
                  <a:pt x="436" y="246"/>
                </a:cubicBezTo>
                <a:cubicBezTo>
                  <a:pt x="436" y="247"/>
                  <a:pt x="435" y="247"/>
                  <a:pt x="434" y="247"/>
                </a:cubicBezTo>
                <a:cubicBezTo>
                  <a:pt x="423" y="247"/>
                  <a:pt x="423" y="247"/>
                  <a:pt x="423" y="247"/>
                </a:cubicBezTo>
                <a:cubicBezTo>
                  <a:pt x="420" y="247"/>
                  <a:pt x="418" y="250"/>
                  <a:pt x="418" y="252"/>
                </a:cubicBezTo>
                <a:cubicBezTo>
                  <a:pt x="418" y="255"/>
                  <a:pt x="420" y="258"/>
                  <a:pt x="423" y="258"/>
                </a:cubicBezTo>
                <a:cubicBezTo>
                  <a:pt x="430" y="258"/>
                  <a:pt x="430" y="258"/>
                  <a:pt x="430" y="258"/>
                </a:cubicBezTo>
                <a:cubicBezTo>
                  <a:pt x="431" y="258"/>
                  <a:pt x="432" y="258"/>
                  <a:pt x="432" y="259"/>
                </a:cubicBezTo>
                <a:cubicBezTo>
                  <a:pt x="432" y="260"/>
                  <a:pt x="431" y="261"/>
                  <a:pt x="430" y="261"/>
                </a:cubicBezTo>
                <a:cubicBezTo>
                  <a:pt x="416" y="261"/>
                  <a:pt x="416" y="261"/>
                  <a:pt x="416" y="261"/>
                </a:cubicBezTo>
                <a:cubicBezTo>
                  <a:pt x="413" y="261"/>
                  <a:pt x="411" y="263"/>
                  <a:pt x="411" y="266"/>
                </a:cubicBezTo>
                <a:cubicBezTo>
                  <a:pt x="411" y="269"/>
                  <a:pt x="413" y="271"/>
                  <a:pt x="416" y="271"/>
                </a:cubicBezTo>
                <a:cubicBezTo>
                  <a:pt x="421" y="271"/>
                  <a:pt x="421" y="271"/>
                  <a:pt x="421" y="271"/>
                </a:cubicBezTo>
                <a:cubicBezTo>
                  <a:pt x="422" y="271"/>
                  <a:pt x="423" y="272"/>
                  <a:pt x="423" y="273"/>
                </a:cubicBezTo>
                <a:cubicBezTo>
                  <a:pt x="423" y="274"/>
                  <a:pt x="422" y="275"/>
                  <a:pt x="421" y="275"/>
                </a:cubicBezTo>
                <a:cubicBezTo>
                  <a:pt x="389" y="275"/>
                  <a:pt x="389" y="275"/>
                  <a:pt x="389" y="275"/>
                </a:cubicBezTo>
                <a:cubicBezTo>
                  <a:pt x="386" y="275"/>
                  <a:pt x="384" y="272"/>
                  <a:pt x="384" y="269"/>
                </a:cubicBezTo>
                <a:cubicBezTo>
                  <a:pt x="384" y="267"/>
                  <a:pt x="386" y="264"/>
                  <a:pt x="389" y="264"/>
                </a:cubicBezTo>
                <a:cubicBezTo>
                  <a:pt x="391" y="264"/>
                  <a:pt x="391" y="264"/>
                  <a:pt x="391" y="264"/>
                </a:cubicBezTo>
                <a:cubicBezTo>
                  <a:pt x="393" y="264"/>
                  <a:pt x="396" y="262"/>
                  <a:pt x="396" y="259"/>
                </a:cubicBezTo>
                <a:cubicBezTo>
                  <a:pt x="396" y="256"/>
                  <a:pt x="393" y="254"/>
                  <a:pt x="391" y="254"/>
                </a:cubicBezTo>
                <a:cubicBezTo>
                  <a:pt x="385" y="254"/>
                  <a:pt x="385" y="254"/>
                  <a:pt x="385" y="254"/>
                </a:cubicBezTo>
                <a:cubicBezTo>
                  <a:pt x="384" y="254"/>
                  <a:pt x="384" y="253"/>
                  <a:pt x="384" y="252"/>
                </a:cubicBezTo>
                <a:cubicBezTo>
                  <a:pt x="384" y="251"/>
                  <a:pt x="384" y="251"/>
                  <a:pt x="385" y="251"/>
                </a:cubicBezTo>
                <a:cubicBezTo>
                  <a:pt x="399" y="251"/>
                  <a:pt x="399" y="251"/>
                  <a:pt x="399" y="251"/>
                </a:cubicBezTo>
                <a:cubicBezTo>
                  <a:pt x="402" y="251"/>
                  <a:pt x="404" y="248"/>
                  <a:pt x="404" y="246"/>
                </a:cubicBezTo>
                <a:cubicBezTo>
                  <a:pt x="404" y="243"/>
                  <a:pt x="402" y="241"/>
                  <a:pt x="399" y="241"/>
                </a:cubicBezTo>
                <a:cubicBezTo>
                  <a:pt x="355" y="241"/>
                  <a:pt x="355" y="241"/>
                  <a:pt x="355" y="241"/>
                </a:cubicBezTo>
                <a:cubicBezTo>
                  <a:pt x="354" y="241"/>
                  <a:pt x="353" y="240"/>
                  <a:pt x="353" y="239"/>
                </a:cubicBezTo>
                <a:cubicBezTo>
                  <a:pt x="353" y="238"/>
                  <a:pt x="354" y="237"/>
                  <a:pt x="355" y="237"/>
                </a:cubicBezTo>
                <a:cubicBezTo>
                  <a:pt x="403" y="237"/>
                  <a:pt x="403" y="237"/>
                  <a:pt x="403" y="237"/>
                </a:cubicBezTo>
                <a:cubicBezTo>
                  <a:pt x="406" y="237"/>
                  <a:pt x="408" y="235"/>
                  <a:pt x="408" y="232"/>
                </a:cubicBezTo>
                <a:cubicBezTo>
                  <a:pt x="408" y="229"/>
                  <a:pt x="406" y="227"/>
                  <a:pt x="403" y="227"/>
                </a:cubicBezTo>
                <a:cubicBezTo>
                  <a:pt x="354" y="227"/>
                  <a:pt x="354" y="227"/>
                  <a:pt x="354" y="227"/>
                </a:cubicBezTo>
                <a:cubicBezTo>
                  <a:pt x="353" y="227"/>
                  <a:pt x="352" y="226"/>
                  <a:pt x="352" y="225"/>
                </a:cubicBezTo>
                <a:cubicBezTo>
                  <a:pt x="352" y="224"/>
                  <a:pt x="353" y="224"/>
                  <a:pt x="354" y="224"/>
                </a:cubicBezTo>
                <a:cubicBezTo>
                  <a:pt x="400" y="224"/>
                  <a:pt x="400" y="224"/>
                  <a:pt x="400" y="224"/>
                </a:cubicBezTo>
                <a:cubicBezTo>
                  <a:pt x="403" y="224"/>
                  <a:pt x="405" y="221"/>
                  <a:pt x="405" y="218"/>
                </a:cubicBezTo>
                <a:cubicBezTo>
                  <a:pt x="405" y="216"/>
                  <a:pt x="403" y="213"/>
                  <a:pt x="400" y="213"/>
                </a:cubicBezTo>
                <a:cubicBezTo>
                  <a:pt x="365" y="213"/>
                  <a:pt x="365" y="213"/>
                  <a:pt x="365" y="213"/>
                </a:cubicBezTo>
                <a:cubicBezTo>
                  <a:pt x="364" y="213"/>
                  <a:pt x="364" y="213"/>
                  <a:pt x="364" y="212"/>
                </a:cubicBezTo>
                <a:cubicBezTo>
                  <a:pt x="364" y="211"/>
                  <a:pt x="364" y="210"/>
                  <a:pt x="365" y="210"/>
                </a:cubicBezTo>
                <a:cubicBezTo>
                  <a:pt x="396" y="210"/>
                  <a:pt x="396" y="210"/>
                  <a:pt x="396" y="210"/>
                </a:cubicBezTo>
                <a:cubicBezTo>
                  <a:pt x="401" y="210"/>
                  <a:pt x="405" y="206"/>
                  <a:pt x="405" y="201"/>
                </a:cubicBezTo>
                <a:cubicBezTo>
                  <a:pt x="405" y="197"/>
                  <a:pt x="401" y="193"/>
                  <a:pt x="396" y="193"/>
                </a:cubicBezTo>
                <a:cubicBezTo>
                  <a:pt x="394" y="193"/>
                  <a:pt x="394" y="193"/>
                  <a:pt x="394" y="193"/>
                </a:cubicBezTo>
                <a:cubicBezTo>
                  <a:pt x="393" y="193"/>
                  <a:pt x="392" y="192"/>
                  <a:pt x="392" y="191"/>
                </a:cubicBezTo>
                <a:cubicBezTo>
                  <a:pt x="392" y="190"/>
                  <a:pt x="393" y="190"/>
                  <a:pt x="394" y="190"/>
                </a:cubicBezTo>
                <a:cubicBezTo>
                  <a:pt x="396" y="190"/>
                  <a:pt x="396" y="190"/>
                  <a:pt x="396" y="190"/>
                </a:cubicBezTo>
                <a:cubicBezTo>
                  <a:pt x="399" y="190"/>
                  <a:pt x="401" y="187"/>
                  <a:pt x="401" y="185"/>
                </a:cubicBezTo>
                <a:cubicBezTo>
                  <a:pt x="401" y="182"/>
                  <a:pt x="399" y="179"/>
                  <a:pt x="396" y="179"/>
                </a:cubicBezTo>
                <a:cubicBezTo>
                  <a:pt x="379" y="179"/>
                  <a:pt x="379" y="179"/>
                  <a:pt x="379" y="179"/>
                </a:cubicBezTo>
                <a:cubicBezTo>
                  <a:pt x="376" y="179"/>
                  <a:pt x="373" y="182"/>
                  <a:pt x="373" y="185"/>
                </a:cubicBezTo>
                <a:cubicBezTo>
                  <a:pt x="373" y="187"/>
                  <a:pt x="376" y="190"/>
                  <a:pt x="379" y="190"/>
                </a:cubicBezTo>
                <a:cubicBezTo>
                  <a:pt x="382" y="190"/>
                  <a:pt x="382" y="190"/>
                  <a:pt x="382" y="190"/>
                </a:cubicBezTo>
                <a:cubicBezTo>
                  <a:pt x="383" y="190"/>
                  <a:pt x="384" y="190"/>
                  <a:pt x="384" y="191"/>
                </a:cubicBezTo>
                <a:cubicBezTo>
                  <a:pt x="384" y="192"/>
                  <a:pt x="383" y="193"/>
                  <a:pt x="382" y="193"/>
                </a:cubicBezTo>
                <a:cubicBezTo>
                  <a:pt x="343" y="193"/>
                  <a:pt x="343" y="193"/>
                  <a:pt x="343" y="193"/>
                </a:cubicBezTo>
                <a:cubicBezTo>
                  <a:pt x="342" y="193"/>
                  <a:pt x="341" y="192"/>
                  <a:pt x="341" y="191"/>
                </a:cubicBezTo>
                <a:cubicBezTo>
                  <a:pt x="341" y="190"/>
                  <a:pt x="342" y="190"/>
                  <a:pt x="343" y="190"/>
                </a:cubicBezTo>
                <a:cubicBezTo>
                  <a:pt x="365" y="190"/>
                  <a:pt x="365" y="190"/>
                  <a:pt x="365" y="190"/>
                </a:cubicBezTo>
                <a:cubicBezTo>
                  <a:pt x="368" y="190"/>
                  <a:pt x="370" y="187"/>
                  <a:pt x="370" y="185"/>
                </a:cubicBezTo>
                <a:cubicBezTo>
                  <a:pt x="370" y="182"/>
                  <a:pt x="368" y="179"/>
                  <a:pt x="365" y="179"/>
                </a:cubicBezTo>
                <a:cubicBezTo>
                  <a:pt x="311" y="179"/>
                  <a:pt x="311" y="179"/>
                  <a:pt x="311" y="179"/>
                </a:cubicBezTo>
                <a:cubicBezTo>
                  <a:pt x="310" y="179"/>
                  <a:pt x="310" y="179"/>
                  <a:pt x="310" y="178"/>
                </a:cubicBezTo>
                <a:cubicBezTo>
                  <a:pt x="310" y="177"/>
                  <a:pt x="310" y="176"/>
                  <a:pt x="311" y="176"/>
                </a:cubicBezTo>
                <a:cubicBezTo>
                  <a:pt x="343" y="176"/>
                  <a:pt x="343" y="176"/>
                  <a:pt x="343" y="176"/>
                </a:cubicBezTo>
                <a:cubicBezTo>
                  <a:pt x="345" y="176"/>
                  <a:pt x="348" y="174"/>
                  <a:pt x="348" y="171"/>
                </a:cubicBezTo>
                <a:cubicBezTo>
                  <a:pt x="348" y="168"/>
                  <a:pt x="345" y="166"/>
                  <a:pt x="343" y="166"/>
                </a:cubicBezTo>
                <a:cubicBezTo>
                  <a:pt x="303" y="166"/>
                  <a:pt x="303" y="166"/>
                  <a:pt x="303" y="166"/>
                </a:cubicBezTo>
                <a:cubicBezTo>
                  <a:pt x="302" y="166"/>
                  <a:pt x="302" y="165"/>
                  <a:pt x="302" y="164"/>
                </a:cubicBezTo>
                <a:cubicBezTo>
                  <a:pt x="302" y="163"/>
                  <a:pt x="302" y="162"/>
                  <a:pt x="303" y="162"/>
                </a:cubicBezTo>
                <a:cubicBezTo>
                  <a:pt x="338" y="162"/>
                  <a:pt x="338" y="162"/>
                  <a:pt x="338" y="162"/>
                </a:cubicBezTo>
                <a:cubicBezTo>
                  <a:pt x="341" y="162"/>
                  <a:pt x="344" y="160"/>
                  <a:pt x="344" y="157"/>
                </a:cubicBezTo>
                <a:cubicBezTo>
                  <a:pt x="344" y="154"/>
                  <a:pt x="341" y="152"/>
                  <a:pt x="338" y="152"/>
                </a:cubicBezTo>
                <a:cubicBezTo>
                  <a:pt x="252" y="152"/>
                  <a:pt x="252" y="152"/>
                  <a:pt x="252" y="152"/>
                </a:cubicBezTo>
                <a:cubicBezTo>
                  <a:pt x="251" y="152"/>
                  <a:pt x="250" y="151"/>
                  <a:pt x="250" y="151"/>
                </a:cubicBezTo>
                <a:cubicBezTo>
                  <a:pt x="250" y="150"/>
                  <a:pt x="251" y="149"/>
                  <a:pt x="252" y="149"/>
                </a:cubicBezTo>
                <a:cubicBezTo>
                  <a:pt x="360" y="149"/>
                  <a:pt x="360" y="149"/>
                  <a:pt x="360" y="149"/>
                </a:cubicBezTo>
                <a:cubicBezTo>
                  <a:pt x="362" y="149"/>
                  <a:pt x="365" y="147"/>
                  <a:pt x="365" y="144"/>
                </a:cubicBezTo>
                <a:cubicBezTo>
                  <a:pt x="365" y="141"/>
                  <a:pt x="362" y="139"/>
                  <a:pt x="360" y="139"/>
                </a:cubicBezTo>
                <a:cubicBezTo>
                  <a:pt x="240" y="139"/>
                  <a:pt x="240" y="139"/>
                  <a:pt x="240" y="139"/>
                </a:cubicBezTo>
                <a:cubicBezTo>
                  <a:pt x="239" y="139"/>
                  <a:pt x="239" y="138"/>
                  <a:pt x="239" y="137"/>
                </a:cubicBezTo>
                <a:cubicBezTo>
                  <a:pt x="239" y="136"/>
                  <a:pt x="239" y="135"/>
                  <a:pt x="240" y="135"/>
                </a:cubicBezTo>
                <a:cubicBezTo>
                  <a:pt x="360" y="135"/>
                  <a:pt x="360" y="135"/>
                  <a:pt x="360" y="135"/>
                </a:cubicBezTo>
                <a:cubicBezTo>
                  <a:pt x="363" y="135"/>
                  <a:pt x="365" y="133"/>
                  <a:pt x="365" y="130"/>
                </a:cubicBezTo>
                <a:cubicBezTo>
                  <a:pt x="365" y="127"/>
                  <a:pt x="363" y="125"/>
                  <a:pt x="360" y="125"/>
                </a:cubicBezTo>
                <a:cubicBezTo>
                  <a:pt x="245" y="125"/>
                  <a:pt x="245" y="125"/>
                  <a:pt x="245" y="125"/>
                </a:cubicBezTo>
                <a:cubicBezTo>
                  <a:pt x="244" y="125"/>
                  <a:pt x="243" y="124"/>
                  <a:pt x="243" y="124"/>
                </a:cubicBezTo>
                <a:cubicBezTo>
                  <a:pt x="243" y="123"/>
                  <a:pt x="244" y="122"/>
                  <a:pt x="245" y="122"/>
                </a:cubicBezTo>
                <a:cubicBezTo>
                  <a:pt x="366" y="122"/>
                  <a:pt x="366" y="122"/>
                  <a:pt x="366" y="122"/>
                </a:cubicBezTo>
                <a:cubicBezTo>
                  <a:pt x="368" y="122"/>
                  <a:pt x="371" y="120"/>
                  <a:pt x="371" y="117"/>
                </a:cubicBezTo>
                <a:cubicBezTo>
                  <a:pt x="371" y="114"/>
                  <a:pt x="368" y="112"/>
                  <a:pt x="366" y="112"/>
                </a:cubicBezTo>
                <a:cubicBezTo>
                  <a:pt x="245" y="112"/>
                  <a:pt x="245" y="112"/>
                  <a:pt x="245" y="112"/>
                </a:cubicBezTo>
                <a:cubicBezTo>
                  <a:pt x="244" y="112"/>
                  <a:pt x="243" y="111"/>
                  <a:pt x="243" y="110"/>
                </a:cubicBezTo>
                <a:cubicBezTo>
                  <a:pt x="243" y="109"/>
                  <a:pt x="244" y="108"/>
                  <a:pt x="245" y="108"/>
                </a:cubicBezTo>
                <a:cubicBezTo>
                  <a:pt x="375" y="108"/>
                  <a:pt x="375" y="108"/>
                  <a:pt x="375" y="108"/>
                </a:cubicBezTo>
                <a:cubicBezTo>
                  <a:pt x="378" y="108"/>
                  <a:pt x="380" y="106"/>
                  <a:pt x="380" y="103"/>
                </a:cubicBezTo>
                <a:cubicBezTo>
                  <a:pt x="380" y="100"/>
                  <a:pt x="378" y="98"/>
                  <a:pt x="375" y="98"/>
                </a:cubicBezTo>
                <a:cubicBezTo>
                  <a:pt x="202" y="98"/>
                  <a:pt x="202" y="98"/>
                  <a:pt x="202" y="98"/>
                </a:cubicBezTo>
                <a:cubicBezTo>
                  <a:pt x="201" y="98"/>
                  <a:pt x="200" y="97"/>
                  <a:pt x="200" y="96"/>
                </a:cubicBezTo>
                <a:cubicBezTo>
                  <a:pt x="200" y="95"/>
                  <a:pt x="201" y="95"/>
                  <a:pt x="202" y="95"/>
                </a:cubicBezTo>
                <a:cubicBezTo>
                  <a:pt x="375" y="95"/>
                  <a:pt x="375" y="95"/>
                  <a:pt x="375" y="95"/>
                </a:cubicBezTo>
                <a:cubicBezTo>
                  <a:pt x="378" y="95"/>
                  <a:pt x="380" y="92"/>
                  <a:pt x="380" y="89"/>
                </a:cubicBezTo>
                <a:cubicBezTo>
                  <a:pt x="380" y="87"/>
                  <a:pt x="378" y="85"/>
                  <a:pt x="375" y="85"/>
                </a:cubicBezTo>
                <a:cubicBezTo>
                  <a:pt x="213" y="85"/>
                  <a:pt x="213" y="85"/>
                  <a:pt x="213" y="85"/>
                </a:cubicBezTo>
                <a:cubicBezTo>
                  <a:pt x="213" y="84"/>
                  <a:pt x="213" y="84"/>
                  <a:pt x="213" y="84"/>
                </a:cubicBezTo>
                <a:cubicBezTo>
                  <a:pt x="209" y="84"/>
                  <a:pt x="209" y="84"/>
                  <a:pt x="209" y="84"/>
                </a:cubicBezTo>
                <a:cubicBezTo>
                  <a:pt x="208" y="84"/>
                  <a:pt x="208" y="84"/>
                  <a:pt x="208" y="83"/>
                </a:cubicBezTo>
                <a:cubicBezTo>
                  <a:pt x="208" y="82"/>
                  <a:pt x="208" y="81"/>
                  <a:pt x="209" y="81"/>
                </a:cubicBezTo>
                <a:cubicBezTo>
                  <a:pt x="366" y="81"/>
                  <a:pt x="366" y="81"/>
                  <a:pt x="366" y="81"/>
                </a:cubicBezTo>
                <a:cubicBezTo>
                  <a:pt x="369" y="81"/>
                  <a:pt x="371" y="79"/>
                  <a:pt x="371" y="76"/>
                </a:cubicBezTo>
                <a:cubicBezTo>
                  <a:pt x="371" y="73"/>
                  <a:pt x="369" y="71"/>
                  <a:pt x="366" y="71"/>
                </a:cubicBezTo>
                <a:cubicBezTo>
                  <a:pt x="222" y="71"/>
                  <a:pt x="222" y="71"/>
                  <a:pt x="222" y="71"/>
                </a:cubicBezTo>
                <a:cubicBezTo>
                  <a:pt x="221" y="71"/>
                  <a:pt x="220" y="70"/>
                  <a:pt x="220" y="69"/>
                </a:cubicBezTo>
                <a:cubicBezTo>
                  <a:pt x="220" y="68"/>
                  <a:pt x="221" y="67"/>
                  <a:pt x="222" y="67"/>
                </a:cubicBezTo>
                <a:cubicBezTo>
                  <a:pt x="396" y="67"/>
                  <a:pt x="396" y="67"/>
                  <a:pt x="396" y="67"/>
                </a:cubicBezTo>
                <a:cubicBezTo>
                  <a:pt x="399" y="67"/>
                  <a:pt x="402" y="65"/>
                  <a:pt x="402" y="62"/>
                </a:cubicBezTo>
                <a:cubicBezTo>
                  <a:pt x="402" y="60"/>
                  <a:pt x="399" y="57"/>
                  <a:pt x="396" y="57"/>
                </a:cubicBezTo>
                <a:cubicBezTo>
                  <a:pt x="270" y="57"/>
                  <a:pt x="270" y="57"/>
                  <a:pt x="270" y="57"/>
                </a:cubicBezTo>
                <a:cubicBezTo>
                  <a:pt x="269" y="57"/>
                  <a:pt x="268" y="57"/>
                  <a:pt x="268" y="56"/>
                </a:cubicBezTo>
                <a:cubicBezTo>
                  <a:pt x="268" y="55"/>
                  <a:pt x="269" y="54"/>
                  <a:pt x="270" y="54"/>
                </a:cubicBezTo>
                <a:cubicBezTo>
                  <a:pt x="397" y="54"/>
                  <a:pt x="397" y="54"/>
                  <a:pt x="397" y="54"/>
                </a:cubicBezTo>
                <a:cubicBezTo>
                  <a:pt x="400" y="54"/>
                  <a:pt x="402" y="52"/>
                  <a:pt x="402" y="49"/>
                </a:cubicBezTo>
                <a:cubicBezTo>
                  <a:pt x="402" y="46"/>
                  <a:pt x="400" y="44"/>
                  <a:pt x="397" y="44"/>
                </a:cubicBezTo>
                <a:cubicBezTo>
                  <a:pt x="253" y="44"/>
                  <a:pt x="253" y="44"/>
                  <a:pt x="253" y="44"/>
                </a:cubicBezTo>
                <a:cubicBezTo>
                  <a:pt x="252" y="44"/>
                  <a:pt x="252" y="43"/>
                  <a:pt x="252" y="42"/>
                </a:cubicBezTo>
                <a:cubicBezTo>
                  <a:pt x="252" y="41"/>
                  <a:pt x="252" y="40"/>
                  <a:pt x="253" y="40"/>
                </a:cubicBezTo>
                <a:cubicBezTo>
                  <a:pt x="399" y="40"/>
                  <a:pt x="399" y="40"/>
                  <a:pt x="399" y="40"/>
                </a:cubicBezTo>
                <a:cubicBezTo>
                  <a:pt x="402" y="40"/>
                  <a:pt x="404" y="38"/>
                  <a:pt x="404" y="35"/>
                </a:cubicBezTo>
                <a:cubicBezTo>
                  <a:pt x="404" y="32"/>
                  <a:pt x="402" y="30"/>
                  <a:pt x="399" y="30"/>
                </a:cubicBezTo>
                <a:cubicBezTo>
                  <a:pt x="289" y="30"/>
                  <a:pt x="289" y="30"/>
                  <a:pt x="289" y="30"/>
                </a:cubicBezTo>
                <a:cubicBezTo>
                  <a:pt x="288" y="30"/>
                  <a:pt x="287" y="29"/>
                  <a:pt x="287" y="28"/>
                </a:cubicBezTo>
                <a:cubicBezTo>
                  <a:pt x="287" y="27"/>
                  <a:pt x="288" y="27"/>
                  <a:pt x="289" y="27"/>
                </a:cubicBezTo>
                <a:cubicBezTo>
                  <a:pt x="292" y="27"/>
                  <a:pt x="292" y="27"/>
                  <a:pt x="292" y="27"/>
                </a:cubicBezTo>
                <a:cubicBezTo>
                  <a:pt x="294" y="27"/>
                  <a:pt x="296" y="24"/>
                  <a:pt x="296" y="22"/>
                </a:cubicBezTo>
                <a:cubicBezTo>
                  <a:pt x="296" y="19"/>
                  <a:pt x="294" y="17"/>
                  <a:pt x="292" y="17"/>
                </a:cubicBezTo>
                <a:cubicBezTo>
                  <a:pt x="147" y="17"/>
                  <a:pt x="147" y="17"/>
                  <a:pt x="147" y="17"/>
                </a:cubicBezTo>
                <a:cubicBezTo>
                  <a:pt x="144" y="17"/>
                  <a:pt x="142" y="19"/>
                  <a:pt x="142" y="22"/>
                </a:cubicBezTo>
                <a:cubicBezTo>
                  <a:pt x="142" y="24"/>
                  <a:pt x="144" y="27"/>
                  <a:pt x="147" y="27"/>
                </a:cubicBezTo>
                <a:cubicBezTo>
                  <a:pt x="178" y="27"/>
                  <a:pt x="178" y="27"/>
                  <a:pt x="178" y="27"/>
                </a:cubicBezTo>
                <a:cubicBezTo>
                  <a:pt x="179" y="27"/>
                  <a:pt x="180" y="27"/>
                  <a:pt x="180" y="28"/>
                </a:cubicBezTo>
                <a:cubicBezTo>
                  <a:pt x="180" y="29"/>
                  <a:pt x="179" y="30"/>
                  <a:pt x="178" y="30"/>
                </a:cubicBezTo>
                <a:cubicBezTo>
                  <a:pt x="132" y="30"/>
                  <a:pt x="132" y="30"/>
                  <a:pt x="132" y="30"/>
                </a:cubicBezTo>
                <a:cubicBezTo>
                  <a:pt x="130" y="30"/>
                  <a:pt x="128" y="32"/>
                  <a:pt x="128" y="35"/>
                </a:cubicBezTo>
                <a:cubicBezTo>
                  <a:pt x="128" y="38"/>
                  <a:pt x="130" y="40"/>
                  <a:pt x="132" y="40"/>
                </a:cubicBezTo>
                <a:cubicBezTo>
                  <a:pt x="177" y="40"/>
                  <a:pt x="177" y="40"/>
                  <a:pt x="177" y="40"/>
                </a:cubicBezTo>
                <a:cubicBezTo>
                  <a:pt x="178" y="40"/>
                  <a:pt x="178" y="41"/>
                  <a:pt x="178" y="42"/>
                </a:cubicBezTo>
                <a:cubicBezTo>
                  <a:pt x="178" y="43"/>
                  <a:pt x="178" y="44"/>
                  <a:pt x="177" y="44"/>
                </a:cubicBezTo>
                <a:cubicBezTo>
                  <a:pt x="137" y="44"/>
                  <a:pt x="137" y="44"/>
                  <a:pt x="137" y="44"/>
                </a:cubicBezTo>
                <a:cubicBezTo>
                  <a:pt x="134" y="44"/>
                  <a:pt x="132" y="46"/>
                  <a:pt x="132" y="49"/>
                </a:cubicBezTo>
                <a:cubicBezTo>
                  <a:pt x="132" y="52"/>
                  <a:pt x="134" y="54"/>
                  <a:pt x="137" y="54"/>
                </a:cubicBezTo>
                <a:cubicBezTo>
                  <a:pt x="173" y="54"/>
                  <a:pt x="173" y="54"/>
                  <a:pt x="173" y="54"/>
                </a:cubicBezTo>
                <a:cubicBezTo>
                  <a:pt x="174" y="54"/>
                  <a:pt x="175" y="55"/>
                  <a:pt x="175" y="56"/>
                </a:cubicBezTo>
                <a:cubicBezTo>
                  <a:pt x="175" y="57"/>
                  <a:pt x="174" y="57"/>
                  <a:pt x="173" y="57"/>
                </a:cubicBezTo>
                <a:cubicBezTo>
                  <a:pt x="142" y="57"/>
                  <a:pt x="142" y="57"/>
                  <a:pt x="142" y="57"/>
                </a:cubicBezTo>
                <a:cubicBezTo>
                  <a:pt x="139" y="57"/>
                  <a:pt x="137" y="60"/>
                  <a:pt x="137" y="62"/>
                </a:cubicBezTo>
                <a:cubicBezTo>
                  <a:pt x="137" y="65"/>
                  <a:pt x="139" y="67"/>
                  <a:pt x="142" y="67"/>
                </a:cubicBezTo>
                <a:cubicBezTo>
                  <a:pt x="170" y="67"/>
                  <a:pt x="170" y="67"/>
                  <a:pt x="170" y="67"/>
                </a:cubicBezTo>
                <a:cubicBezTo>
                  <a:pt x="171" y="67"/>
                  <a:pt x="172" y="68"/>
                  <a:pt x="172" y="69"/>
                </a:cubicBezTo>
                <a:cubicBezTo>
                  <a:pt x="172" y="70"/>
                  <a:pt x="171" y="71"/>
                  <a:pt x="170" y="71"/>
                </a:cubicBezTo>
                <a:cubicBezTo>
                  <a:pt x="142" y="71"/>
                  <a:pt x="142" y="71"/>
                  <a:pt x="142" y="71"/>
                </a:cubicBezTo>
                <a:cubicBezTo>
                  <a:pt x="139" y="71"/>
                  <a:pt x="137" y="73"/>
                  <a:pt x="137" y="76"/>
                </a:cubicBezTo>
                <a:cubicBezTo>
                  <a:pt x="137" y="79"/>
                  <a:pt x="139" y="81"/>
                  <a:pt x="142" y="81"/>
                </a:cubicBezTo>
                <a:cubicBezTo>
                  <a:pt x="148" y="81"/>
                  <a:pt x="148" y="81"/>
                  <a:pt x="148" y="81"/>
                </a:cubicBezTo>
                <a:cubicBezTo>
                  <a:pt x="148" y="81"/>
                  <a:pt x="149" y="82"/>
                  <a:pt x="149" y="83"/>
                </a:cubicBezTo>
                <a:cubicBezTo>
                  <a:pt x="149" y="84"/>
                  <a:pt x="148" y="85"/>
                  <a:pt x="148" y="85"/>
                </a:cubicBezTo>
                <a:cubicBezTo>
                  <a:pt x="124" y="85"/>
                  <a:pt x="124" y="85"/>
                  <a:pt x="124" y="85"/>
                </a:cubicBezTo>
                <a:cubicBezTo>
                  <a:pt x="124" y="84"/>
                  <a:pt x="124" y="84"/>
                  <a:pt x="123" y="84"/>
                </a:cubicBezTo>
                <a:cubicBezTo>
                  <a:pt x="37" y="84"/>
                  <a:pt x="37" y="84"/>
                  <a:pt x="37" y="84"/>
                </a:cubicBezTo>
                <a:cubicBezTo>
                  <a:pt x="36" y="84"/>
                  <a:pt x="36" y="84"/>
                  <a:pt x="36" y="83"/>
                </a:cubicBezTo>
                <a:cubicBezTo>
                  <a:pt x="36" y="82"/>
                  <a:pt x="36" y="81"/>
                  <a:pt x="37" y="81"/>
                </a:cubicBezTo>
                <a:cubicBezTo>
                  <a:pt x="87" y="81"/>
                  <a:pt x="87" y="81"/>
                  <a:pt x="87" y="81"/>
                </a:cubicBezTo>
                <a:cubicBezTo>
                  <a:pt x="89" y="81"/>
                  <a:pt x="92" y="79"/>
                  <a:pt x="92" y="76"/>
                </a:cubicBezTo>
                <a:cubicBezTo>
                  <a:pt x="92" y="73"/>
                  <a:pt x="89" y="71"/>
                  <a:pt x="87" y="71"/>
                </a:cubicBezTo>
                <a:cubicBezTo>
                  <a:pt x="6" y="71"/>
                  <a:pt x="6" y="71"/>
                  <a:pt x="6" y="71"/>
                </a:cubicBezTo>
                <a:cubicBezTo>
                  <a:pt x="5" y="71"/>
                  <a:pt x="4" y="70"/>
                  <a:pt x="4" y="69"/>
                </a:cubicBezTo>
                <a:cubicBezTo>
                  <a:pt x="4" y="68"/>
                  <a:pt x="5" y="67"/>
                  <a:pt x="6" y="67"/>
                </a:cubicBezTo>
                <a:cubicBezTo>
                  <a:pt x="82" y="67"/>
                  <a:pt x="82" y="67"/>
                  <a:pt x="82" y="67"/>
                </a:cubicBezTo>
                <a:cubicBezTo>
                  <a:pt x="85" y="67"/>
                  <a:pt x="87" y="65"/>
                  <a:pt x="87" y="62"/>
                </a:cubicBezTo>
                <a:cubicBezTo>
                  <a:pt x="87" y="59"/>
                  <a:pt x="85" y="57"/>
                  <a:pt x="82" y="57"/>
                </a:cubicBezTo>
                <a:cubicBezTo>
                  <a:pt x="14" y="57"/>
                  <a:pt x="14" y="57"/>
                  <a:pt x="14" y="57"/>
                </a:cubicBezTo>
                <a:cubicBezTo>
                  <a:pt x="13" y="57"/>
                  <a:pt x="13" y="56"/>
                  <a:pt x="13" y="55"/>
                </a:cubicBezTo>
                <a:cubicBezTo>
                  <a:pt x="13" y="54"/>
                  <a:pt x="13" y="54"/>
                  <a:pt x="14" y="54"/>
                </a:cubicBezTo>
                <a:cubicBezTo>
                  <a:pt x="56" y="54"/>
                  <a:pt x="56" y="54"/>
                  <a:pt x="56" y="54"/>
                </a:cubicBezTo>
                <a:cubicBezTo>
                  <a:pt x="59" y="54"/>
                  <a:pt x="61" y="51"/>
                  <a:pt x="61" y="49"/>
                </a:cubicBezTo>
                <a:cubicBezTo>
                  <a:pt x="61" y="46"/>
                  <a:pt x="59" y="44"/>
                  <a:pt x="56" y="44"/>
                </a:cubicBezTo>
                <a:cubicBezTo>
                  <a:pt x="17" y="44"/>
                  <a:pt x="17" y="44"/>
                  <a:pt x="17" y="44"/>
                </a:cubicBezTo>
                <a:cubicBezTo>
                  <a:pt x="16" y="44"/>
                  <a:pt x="16" y="43"/>
                  <a:pt x="16" y="42"/>
                </a:cubicBezTo>
                <a:cubicBezTo>
                  <a:pt x="16" y="41"/>
                  <a:pt x="16" y="40"/>
                  <a:pt x="17" y="40"/>
                </a:cubicBezTo>
                <a:cubicBezTo>
                  <a:pt x="48" y="40"/>
                  <a:pt x="48" y="40"/>
                  <a:pt x="48" y="40"/>
                </a:cubicBezTo>
                <a:cubicBezTo>
                  <a:pt x="65" y="40"/>
                  <a:pt x="79" y="26"/>
                  <a:pt x="79" y="9"/>
                </a:cubicBezTo>
                <a:cubicBezTo>
                  <a:pt x="81" y="9"/>
                  <a:pt x="81" y="9"/>
                  <a:pt x="81" y="9"/>
                </a:cubicBezTo>
                <a:cubicBezTo>
                  <a:pt x="81" y="0"/>
                  <a:pt x="81" y="0"/>
                  <a:pt x="81" y="0"/>
                </a:cubicBezTo>
                <a:cubicBezTo>
                  <a:pt x="72" y="0"/>
                  <a:pt x="72" y="0"/>
                  <a:pt x="72" y="0"/>
                </a:cubicBezTo>
                <a:cubicBezTo>
                  <a:pt x="72" y="9"/>
                  <a:pt x="72" y="9"/>
                  <a:pt x="72" y="9"/>
                </a:cubicBezTo>
                <a:cubicBezTo>
                  <a:pt x="75" y="9"/>
                  <a:pt x="75" y="9"/>
                  <a:pt x="75" y="9"/>
                </a:cubicBezTo>
                <a:cubicBezTo>
                  <a:pt x="75" y="24"/>
                  <a:pt x="63" y="37"/>
                  <a:pt x="48" y="37"/>
                </a:cubicBezTo>
                <a:cubicBezTo>
                  <a:pt x="17" y="37"/>
                  <a:pt x="17" y="37"/>
                  <a:pt x="17" y="37"/>
                </a:cubicBezTo>
                <a:cubicBezTo>
                  <a:pt x="15" y="37"/>
                  <a:pt x="12" y="39"/>
                  <a:pt x="12" y="42"/>
                </a:cubicBezTo>
                <a:cubicBezTo>
                  <a:pt x="12" y="45"/>
                  <a:pt x="15" y="47"/>
                  <a:pt x="17" y="47"/>
                </a:cubicBezTo>
                <a:cubicBezTo>
                  <a:pt x="56" y="47"/>
                  <a:pt x="56" y="47"/>
                  <a:pt x="56" y="47"/>
                </a:cubicBezTo>
                <a:cubicBezTo>
                  <a:pt x="57" y="47"/>
                  <a:pt x="58" y="48"/>
                  <a:pt x="58" y="49"/>
                </a:cubicBezTo>
                <a:cubicBezTo>
                  <a:pt x="58" y="50"/>
                  <a:pt x="57" y="50"/>
                  <a:pt x="56" y="50"/>
                </a:cubicBezTo>
                <a:cubicBezTo>
                  <a:pt x="14" y="50"/>
                  <a:pt x="14" y="50"/>
                  <a:pt x="14" y="50"/>
                </a:cubicBezTo>
                <a:cubicBezTo>
                  <a:pt x="12" y="50"/>
                  <a:pt x="9" y="53"/>
                  <a:pt x="9" y="55"/>
                </a:cubicBezTo>
                <a:cubicBezTo>
                  <a:pt x="9" y="58"/>
                  <a:pt x="12" y="61"/>
                  <a:pt x="14" y="61"/>
                </a:cubicBezTo>
                <a:cubicBezTo>
                  <a:pt x="82" y="61"/>
                  <a:pt x="82" y="61"/>
                  <a:pt x="82" y="61"/>
                </a:cubicBezTo>
                <a:cubicBezTo>
                  <a:pt x="83" y="61"/>
                  <a:pt x="84" y="61"/>
                  <a:pt x="84" y="62"/>
                </a:cubicBezTo>
                <a:cubicBezTo>
                  <a:pt x="84" y="63"/>
                  <a:pt x="83" y="64"/>
                  <a:pt x="82" y="64"/>
                </a:cubicBezTo>
                <a:cubicBezTo>
                  <a:pt x="6" y="64"/>
                  <a:pt x="6" y="64"/>
                  <a:pt x="6" y="64"/>
                </a:cubicBezTo>
                <a:cubicBezTo>
                  <a:pt x="3" y="64"/>
                  <a:pt x="0" y="66"/>
                  <a:pt x="0" y="69"/>
                </a:cubicBezTo>
                <a:cubicBezTo>
                  <a:pt x="0" y="72"/>
                  <a:pt x="3" y="74"/>
                  <a:pt x="6" y="74"/>
                </a:cubicBezTo>
                <a:cubicBezTo>
                  <a:pt x="87" y="74"/>
                  <a:pt x="87" y="74"/>
                  <a:pt x="87" y="74"/>
                </a:cubicBezTo>
                <a:cubicBezTo>
                  <a:pt x="88" y="74"/>
                  <a:pt x="88" y="75"/>
                  <a:pt x="88" y="76"/>
                </a:cubicBezTo>
                <a:cubicBezTo>
                  <a:pt x="88" y="77"/>
                  <a:pt x="88" y="77"/>
                  <a:pt x="87" y="77"/>
                </a:cubicBezTo>
                <a:cubicBezTo>
                  <a:pt x="37" y="77"/>
                  <a:pt x="37" y="77"/>
                  <a:pt x="37" y="77"/>
                </a:cubicBezTo>
                <a:cubicBezTo>
                  <a:pt x="35" y="77"/>
                  <a:pt x="32" y="80"/>
                  <a:pt x="32" y="83"/>
                </a:cubicBezTo>
                <a:cubicBezTo>
                  <a:pt x="32" y="85"/>
                  <a:pt x="35" y="88"/>
                  <a:pt x="37" y="88"/>
                </a:cubicBezTo>
                <a:cubicBezTo>
                  <a:pt x="117" y="88"/>
                  <a:pt x="117" y="88"/>
                  <a:pt x="117" y="88"/>
                </a:cubicBezTo>
                <a:cubicBezTo>
                  <a:pt x="117" y="88"/>
                  <a:pt x="117" y="88"/>
                  <a:pt x="117" y="88"/>
                </a:cubicBezTo>
                <a:cubicBezTo>
                  <a:pt x="124" y="88"/>
                  <a:pt x="124" y="88"/>
                  <a:pt x="124" y="88"/>
                </a:cubicBezTo>
                <a:cubicBezTo>
                  <a:pt x="124" y="88"/>
                  <a:pt x="125" y="89"/>
                  <a:pt x="125" y="89"/>
                </a:cubicBezTo>
                <a:cubicBezTo>
                  <a:pt x="125" y="90"/>
                  <a:pt x="124" y="91"/>
                  <a:pt x="123" y="91"/>
                </a:cubicBezTo>
                <a:cubicBezTo>
                  <a:pt x="39" y="91"/>
                  <a:pt x="39" y="91"/>
                  <a:pt x="39" y="91"/>
                </a:cubicBezTo>
                <a:cubicBezTo>
                  <a:pt x="36" y="91"/>
                  <a:pt x="34" y="93"/>
                  <a:pt x="34" y="96"/>
                </a:cubicBezTo>
                <a:cubicBezTo>
                  <a:pt x="34" y="99"/>
                  <a:pt x="36" y="101"/>
                  <a:pt x="39" y="101"/>
                </a:cubicBezTo>
                <a:cubicBezTo>
                  <a:pt x="122" y="101"/>
                  <a:pt x="122" y="101"/>
                  <a:pt x="122" y="101"/>
                </a:cubicBezTo>
                <a:cubicBezTo>
                  <a:pt x="123" y="101"/>
                  <a:pt x="124" y="102"/>
                  <a:pt x="124" y="103"/>
                </a:cubicBezTo>
                <a:cubicBezTo>
                  <a:pt x="124" y="104"/>
                  <a:pt x="123" y="105"/>
                  <a:pt x="122" y="105"/>
                </a:cubicBezTo>
                <a:cubicBezTo>
                  <a:pt x="43" y="105"/>
                  <a:pt x="43" y="105"/>
                  <a:pt x="43" y="105"/>
                </a:cubicBezTo>
                <a:cubicBezTo>
                  <a:pt x="40" y="105"/>
                  <a:pt x="38" y="107"/>
                  <a:pt x="38" y="110"/>
                </a:cubicBezTo>
                <a:cubicBezTo>
                  <a:pt x="38" y="113"/>
                  <a:pt x="40" y="115"/>
                  <a:pt x="43" y="115"/>
                </a:cubicBezTo>
                <a:cubicBezTo>
                  <a:pt x="102" y="115"/>
                  <a:pt x="102" y="115"/>
                  <a:pt x="102" y="115"/>
                </a:cubicBezTo>
                <a:cubicBezTo>
                  <a:pt x="103" y="115"/>
                  <a:pt x="104" y="116"/>
                  <a:pt x="104" y="117"/>
                </a:cubicBezTo>
                <a:cubicBezTo>
                  <a:pt x="104" y="118"/>
                  <a:pt x="103" y="118"/>
                  <a:pt x="102" y="118"/>
                </a:cubicBezTo>
                <a:cubicBezTo>
                  <a:pt x="39" y="118"/>
                  <a:pt x="39" y="118"/>
                  <a:pt x="39" y="118"/>
                </a:cubicBezTo>
                <a:cubicBezTo>
                  <a:pt x="36" y="118"/>
                  <a:pt x="33" y="121"/>
                  <a:pt x="33" y="123"/>
                </a:cubicBezTo>
                <a:cubicBezTo>
                  <a:pt x="33" y="126"/>
                  <a:pt x="36" y="128"/>
                  <a:pt x="39" y="128"/>
                </a:cubicBezTo>
                <a:cubicBezTo>
                  <a:pt x="90" y="128"/>
                  <a:pt x="90" y="128"/>
                  <a:pt x="90" y="128"/>
                </a:cubicBezTo>
                <a:cubicBezTo>
                  <a:pt x="91" y="128"/>
                  <a:pt x="92" y="129"/>
                  <a:pt x="92" y="130"/>
                </a:cubicBezTo>
                <a:cubicBezTo>
                  <a:pt x="92" y="131"/>
                  <a:pt x="91" y="132"/>
                  <a:pt x="90" y="132"/>
                </a:cubicBezTo>
                <a:cubicBezTo>
                  <a:pt x="45" y="132"/>
                  <a:pt x="45" y="132"/>
                  <a:pt x="45" y="132"/>
                </a:cubicBezTo>
                <a:cubicBezTo>
                  <a:pt x="42" y="132"/>
                  <a:pt x="40" y="134"/>
                  <a:pt x="40" y="137"/>
                </a:cubicBezTo>
                <a:cubicBezTo>
                  <a:pt x="40" y="140"/>
                  <a:pt x="42" y="142"/>
                  <a:pt x="45" y="142"/>
                </a:cubicBezTo>
                <a:cubicBezTo>
                  <a:pt x="63" y="142"/>
                  <a:pt x="63" y="142"/>
                  <a:pt x="63" y="142"/>
                </a:cubicBezTo>
                <a:cubicBezTo>
                  <a:pt x="64" y="142"/>
                  <a:pt x="65" y="143"/>
                  <a:pt x="65" y="144"/>
                </a:cubicBezTo>
                <a:cubicBezTo>
                  <a:pt x="65" y="145"/>
                  <a:pt x="64" y="146"/>
                  <a:pt x="63" y="146"/>
                </a:cubicBezTo>
                <a:cubicBezTo>
                  <a:pt x="56" y="146"/>
                  <a:pt x="56" y="146"/>
                  <a:pt x="56" y="146"/>
                </a:cubicBezTo>
                <a:cubicBezTo>
                  <a:pt x="53" y="146"/>
                  <a:pt x="51" y="148"/>
                  <a:pt x="51" y="151"/>
                </a:cubicBezTo>
                <a:cubicBezTo>
                  <a:pt x="51" y="153"/>
                  <a:pt x="53" y="156"/>
                  <a:pt x="56" y="156"/>
                </a:cubicBezTo>
                <a:cubicBezTo>
                  <a:pt x="65" y="156"/>
                  <a:pt x="65" y="156"/>
                  <a:pt x="65" y="156"/>
                </a:cubicBezTo>
                <a:cubicBezTo>
                  <a:pt x="66" y="156"/>
                  <a:pt x="67" y="156"/>
                  <a:pt x="67" y="157"/>
                </a:cubicBezTo>
                <a:cubicBezTo>
                  <a:pt x="67" y="158"/>
                  <a:pt x="66" y="159"/>
                  <a:pt x="65" y="159"/>
                </a:cubicBezTo>
                <a:cubicBezTo>
                  <a:pt x="65" y="159"/>
                  <a:pt x="65" y="159"/>
                  <a:pt x="65" y="159"/>
                </a:cubicBezTo>
                <a:cubicBezTo>
                  <a:pt x="62" y="159"/>
                  <a:pt x="60" y="161"/>
                  <a:pt x="60" y="164"/>
                </a:cubicBezTo>
                <a:cubicBezTo>
                  <a:pt x="60" y="167"/>
                  <a:pt x="62" y="169"/>
                  <a:pt x="65" y="169"/>
                </a:cubicBezTo>
                <a:cubicBezTo>
                  <a:pt x="84" y="169"/>
                  <a:pt x="84" y="169"/>
                  <a:pt x="84" y="169"/>
                </a:cubicBezTo>
                <a:cubicBezTo>
                  <a:pt x="84" y="169"/>
                  <a:pt x="85" y="170"/>
                  <a:pt x="85" y="171"/>
                </a:cubicBezTo>
                <a:cubicBezTo>
                  <a:pt x="85" y="172"/>
                  <a:pt x="84" y="173"/>
                  <a:pt x="84" y="173"/>
                </a:cubicBezTo>
                <a:cubicBezTo>
                  <a:pt x="80" y="173"/>
                  <a:pt x="80" y="173"/>
                  <a:pt x="80" y="173"/>
                </a:cubicBezTo>
                <a:cubicBezTo>
                  <a:pt x="77" y="173"/>
                  <a:pt x="75" y="175"/>
                  <a:pt x="75" y="178"/>
                </a:cubicBezTo>
                <a:cubicBezTo>
                  <a:pt x="75" y="181"/>
                  <a:pt x="77" y="183"/>
                  <a:pt x="80" y="183"/>
                </a:cubicBezTo>
                <a:cubicBezTo>
                  <a:pt x="125" y="183"/>
                  <a:pt x="125" y="183"/>
                  <a:pt x="125" y="183"/>
                </a:cubicBezTo>
                <a:cubicBezTo>
                  <a:pt x="126" y="183"/>
                  <a:pt x="127" y="184"/>
                  <a:pt x="127" y="185"/>
                </a:cubicBezTo>
                <a:cubicBezTo>
                  <a:pt x="127" y="186"/>
                  <a:pt x="126" y="186"/>
                  <a:pt x="125" y="186"/>
                </a:cubicBezTo>
                <a:cubicBezTo>
                  <a:pt x="89" y="186"/>
                  <a:pt x="89" y="186"/>
                  <a:pt x="89" y="186"/>
                </a:cubicBezTo>
                <a:cubicBezTo>
                  <a:pt x="86" y="186"/>
                  <a:pt x="84" y="189"/>
                  <a:pt x="84" y="191"/>
                </a:cubicBezTo>
                <a:cubicBezTo>
                  <a:pt x="84" y="194"/>
                  <a:pt x="86" y="196"/>
                  <a:pt x="89" y="196"/>
                </a:cubicBezTo>
                <a:cubicBezTo>
                  <a:pt x="143" y="196"/>
                  <a:pt x="143" y="196"/>
                  <a:pt x="143" y="196"/>
                </a:cubicBezTo>
                <a:cubicBezTo>
                  <a:pt x="144" y="196"/>
                  <a:pt x="145" y="197"/>
                  <a:pt x="145" y="198"/>
                </a:cubicBezTo>
                <a:cubicBezTo>
                  <a:pt x="145" y="199"/>
                  <a:pt x="144" y="200"/>
                  <a:pt x="143" y="200"/>
                </a:cubicBezTo>
                <a:cubicBezTo>
                  <a:pt x="99" y="200"/>
                  <a:pt x="99" y="200"/>
                  <a:pt x="99" y="200"/>
                </a:cubicBezTo>
                <a:cubicBezTo>
                  <a:pt x="96" y="200"/>
                  <a:pt x="94" y="202"/>
                  <a:pt x="94" y="205"/>
                </a:cubicBezTo>
                <a:cubicBezTo>
                  <a:pt x="94" y="208"/>
                  <a:pt x="96" y="210"/>
                  <a:pt x="99" y="210"/>
                </a:cubicBezTo>
                <a:cubicBezTo>
                  <a:pt x="140" y="210"/>
                  <a:pt x="140" y="210"/>
                  <a:pt x="140" y="210"/>
                </a:cubicBezTo>
                <a:cubicBezTo>
                  <a:pt x="141" y="210"/>
                  <a:pt x="142" y="211"/>
                  <a:pt x="142" y="212"/>
                </a:cubicBezTo>
                <a:cubicBezTo>
                  <a:pt x="142" y="213"/>
                  <a:pt x="141" y="213"/>
                  <a:pt x="140" y="213"/>
                </a:cubicBezTo>
                <a:cubicBezTo>
                  <a:pt x="105" y="213"/>
                  <a:pt x="105" y="213"/>
                  <a:pt x="105" y="213"/>
                </a:cubicBezTo>
                <a:cubicBezTo>
                  <a:pt x="103" y="213"/>
                  <a:pt x="100" y="216"/>
                  <a:pt x="100" y="218"/>
                </a:cubicBezTo>
                <a:cubicBezTo>
                  <a:pt x="100" y="221"/>
                  <a:pt x="103" y="224"/>
                  <a:pt x="105" y="224"/>
                </a:cubicBezTo>
                <a:cubicBezTo>
                  <a:pt x="130" y="224"/>
                  <a:pt x="130" y="224"/>
                  <a:pt x="130" y="224"/>
                </a:cubicBezTo>
                <a:cubicBezTo>
                  <a:pt x="131" y="224"/>
                  <a:pt x="132" y="224"/>
                  <a:pt x="132" y="225"/>
                </a:cubicBezTo>
                <a:cubicBezTo>
                  <a:pt x="132" y="226"/>
                  <a:pt x="131" y="227"/>
                  <a:pt x="130" y="227"/>
                </a:cubicBezTo>
                <a:cubicBezTo>
                  <a:pt x="104" y="227"/>
                  <a:pt x="104" y="227"/>
                  <a:pt x="104" y="227"/>
                </a:cubicBezTo>
                <a:cubicBezTo>
                  <a:pt x="101" y="227"/>
                  <a:pt x="99" y="229"/>
                  <a:pt x="99" y="232"/>
                </a:cubicBezTo>
                <a:cubicBezTo>
                  <a:pt x="99" y="235"/>
                  <a:pt x="101" y="237"/>
                  <a:pt x="104" y="237"/>
                </a:cubicBezTo>
                <a:cubicBezTo>
                  <a:pt x="117" y="237"/>
                  <a:pt x="117" y="237"/>
                  <a:pt x="117" y="237"/>
                </a:cubicBezTo>
                <a:cubicBezTo>
                  <a:pt x="118" y="237"/>
                  <a:pt x="119" y="238"/>
                  <a:pt x="119" y="239"/>
                </a:cubicBezTo>
                <a:cubicBezTo>
                  <a:pt x="119" y="240"/>
                  <a:pt x="118" y="240"/>
                  <a:pt x="117" y="240"/>
                </a:cubicBezTo>
                <a:cubicBezTo>
                  <a:pt x="105" y="240"/>
                  <a:pt x="105" y="240"/>
                  <a:pt x="105" y="240"/>
                </a:cubicBezTo>
                <a:cubicBezTo>
                  <a:pt x="102" y="240"/>
                  <a:pt x="100" y="243"/>
                  <a:pt x="100" y="246"/>
                </a:cubicBezTo>
                <a:cubicBezTo>
                  <a:pt x="100" y="248"/>
                  <a:pt x="102" y="251"/>
                  <a:pt x="105" y="251"/>
                </a:cubicBezTo>
                <a:cubicBezTo>
                  <a:pt x="112" y="251"/>
                  <a:pt x="112" y="251"/>
                  <a:pt x="112" y="251"/>
                </a:cubicBezTo>
                <a:cubicBezTo>
                  <a:pt x="112" y="251"/>
                  <a:pt x="113" y="251"/>
                  <a:pt x="113" y="252"/>
                </a:cubicBezTo>
                <a:cubicBezTo>
                  <a:pt x="113" y="253"/>
                  <a:pt x="112" y="254"/>
                  <a:pt x="112" y="254"/>
                </a:cubicBezTo>
                <a:cubicBezTo>
                  <a:pt x="105" y="254"/>
                  <a:pt x="105" y="254"/>
                  <a:pt x="105" y="254"/>
                </a:cubicBezTo>
                <a:cubicBezTo>
                  <a:pt x="102" y="254"/>
                  <a:pt x="100" y="256"/>
                  <a:pt x="100" y="259"/>
                </a:cubicBezTo>
                <a:cubicBezTo>
                  <a:pt x="100" y="262"/>
                  <a:pt x="102" y="264"/>
                  <a:pt x="105" y="264"/>
                </a:cubicBezTo>
                <a:cubicBezTo>
                  <a:pt x="109" y="264"/>
                  <a:pt x="109" y="264"/>
                  <a:pt x="109" y="264"/>
                </a:cubicBezTo>
                <a:cubicBezTo>
                  <a:pt x="240" y="264"/>
                  <a:pt x="240" y="264"/>
                  <a:pt x="240" y="264"/>
                </a:cubicBezTo>
                <a:cubicBezTo>
                  <a:pt x="244" y="264"/>
                  <a:pt x="248" y="260"/>
                  <a:pt x="248" y="256"/>
                </a:cubicBezTo>
                <a:cubicBezTo>
                  <a:pt x="248" y="251"/>
                  <a:pt x="244" y="247"/>
                  <a:pt x="240" y="247"/>
                </a:cubicBezTo>
                <a:cubicBezTo>
                  <a:pt x="230" y="247"/>
                  <a:pt x="230" y="247"/>
                  <a:pt x="230" y="247"/>
                </a:cubicBezTo>
                <a:cubicBezTo>
                  <a:pt x="227" y="247"/>
                  <a:pt x="225" y="245"/>
                  <a:pt x="225" y="242"/>
                </a:cubicBezTo>
                <a:cubicBezTo>
                  <a:pt x="225" y="239"/>
                  <a:pt x="227" y="237"/>
                  <a:pt x="230" y="237"/>
                </a:cubicBezTo>
                <a:cubicBezTo>
                  <a:pt x="231" y="237"/>
                  <a:pt x="231" y="237"/>
                  <a:pt x="231" y="237"/>
                </a:cubicBezTo>
                <a:cubicBezTo>
                  <a:pt x="233" y="237"/>
                  <a:pt x="236" y="235"/>
                  <a:pt x="236" y="232"/>
                </a:cubicBezTo>
                <a:cubicBezTo>
                  <a:pt x="236" y="229"/>
                  <a:pt x="233" y="227"/>
                  <a:pt x="231" y="227"/>
                </a:cubicBezTo>
                <a:cubicBezTo>
                  <a:pt x="222" y="227"/>
                  <a:pt x="222" y="227"/>
                  <a:pt x="222" y="227"/>
                </a:cubicBezTo>
                <a:cubicBezTo>
                  <a:pt x="221" y="227"/>
                  <a:pt x="220" y="226"/>
                  <a:pt x="220" y="225"/>
                </a:cubicBezTo>
                <a:cubicBezTo>
                  <a:pt x="220" y="224"/>
                  <a:pt x="221" y="224"/>
                  <a:pt x="222" y="224"/>
                </a:cubicBezTo>
                <a:cubicBezTo>
                  <a:pt x="240" y="224"/>
                  <a:pt x="240" y="224"/>
                  <a:pt x="240" y="224"/>
                </a:cubicBezTo>
                <a:cubicBezTo>
                  <a:pt x="243" y="224"/>
                  <a:pt x="245" y="221"/>
                  <a:pt x="245" y="218"/>
                </a:cubicBezTo>
                <a:cubicBezTo>
                  <a:pt x="245" y="216"/>
                  <a:pt x="243" y="213"/>
                  <a:pt x="240" y="213"/>
                </a:cubicBezTo>
                <a:cubicBezTo>
                  <a:pt x="217" y="213"/>
                  <a:pt x="217" y="213"/>
                  <a:pt x="217" y="213"/>
                </a:cubicBezTo>
                <a:cubicBezTo>
                  <a:pt x="216" y="213"/>
                  <a:pt x="215" y="213"/>
                  <a:pt x="215" y="212"/>
                </a:cubicBezTo>
                <a:cubicBezTo>
                  <a:pt x="215" y="211"/>
                  <a:pt x="216" y="210"/>
                  <a:pt x="217" y="210"/>
                </a:cubicBezTo>
                <a:cubicBezTo>
                  <a:pt x="248" y="210"/>
                  <a:pt x="248" y="210"/>
                  <a:pt x="248" y="210"/>
                </a:cubicBezTo>
                <a:cubicBezTo>
                  <a:pt x="251" y="210"/>
                  <a:pt x="253" y="208"/>
                  <a:pt x="253" y="205"/>
                </a:cubicBezTo>
                <a:cubicBezTo>
                  <a:pt x="253" y="202"/>
                  <a:pt x="251" y="200"/>
                  <a:pt x="248" y="200"/>
                </a:cubicBezTo>
                <a:cubicBezTo>
                  <a:pt x="216" y="200"/>
                  <a:pt x="216" y="200"/>
                  <a:pt x="216" y="200"/>
                </a:cubicBezTo>
                <a:cubicBezTo>
                  <a:pt x="215" y="200"/>
                  <a:pt x="214" y="199"/>
                  <a:pt x="214" y="198"/>
                </a:cubicBezTo>
                <a:cubicBezTo>
                  <a:pt x="214" y="197"/>
                  <a:pt x="215" y="196"/>
                  <a:pt x="216" y="196"/>
                </a:cubicBezTo>
                <a:cubicBezTo>
                  <a:pt x="247" y="196"/>
                  <a:pt x="247" y="196"/>
                  <a:pt x="247" y="196"/>
                </a:cubicBezTo>
                <a:cubicBezTo>
                  <a:pt x="250" y="196"/>
                  <a:pt x="252" y="194"/>
                  <a:pt x="252" y="191"/>
                </a:cubicBezTo>
                <a:cubicBezTo>
                  <a:pt x="252" y="189"/>
                  <a:pt x="250" y="186"/>
                  <a:pt x="247" y="186"/>
                </a:cubicBezTo>
                <a:cubicBezTo>
                  <a:pt x="213" y="186"/>
                  <a:pt x="213" y="186"/>
                  <a:pt x="213" y="186"/>
                </a:cubicBezTo>
                <a:cubicBezTo>
                  <a:pt x="212" y="186"/>
                  <a:pt x="212" y="186"/>
                  <a:pt x="212" y="185"/>
                </a:cubicBezTo>
                <a:cubicBezTo>
                  <a:pt x="212" y="184"/>
                  <a:pt x="212" y="183"/>
                  <a:pt x="213" y="183"/>
                </a:cubicBezTo>
                <a:cubicBezTo>
                  <a:pt x="260" y="183"/>
                  <a:pt x="260" y="183"/>
                  <a:pt x="260" y="183"/>
                </a:cubicBezTo>
                <a:cubicBezTo>
                  <a:pt x="263" y="183"/>
                  <a:pt x="265" y="181"/>
                  <a:pt x="265" y="178"/>
                </a:cubicBezTo>
                <a:cubicBezTo>
                  <a:pt x="265" y="175"/>
                  <a:pt x="263" y="173"/>
                  <a:pt x="260" y="173"/>
                </a:cubicBezTo>
                <a:cubicBezTo>
                  <a:pt x="187" y="173"/>
                  <a:pt x="187" y="173"/>
                  <a:pt x="187" y="173"/>
                </a:cubicBezTo>
                <a:cubicBezTo>
                  <a:pt x="186" y="173"/>
                  <a:pt x="185" y="172"/>
                  <a:pt x="185" y="171"/>
                </a:cubicBezTo>
                <a:cubicBezTo>
                  <a:pt x="185" y="170"/>
                  <a:pt x="186" y="169"/>
                  <a:pt x="187" y="169"/>
                </a:cubicBezTo>
                <a:cubicBezTo>
                  <a:pt x="247" y="169"/>
                  <a:pt x="247" y="169"/>
                  <a:pt x="247" y="169"/>
                </a:cubicBezTo>
                <a:cubicBezTo>
                  <a:pt x="249" y="169"/>
                  <a:pt x="252" y="167"/>
                  <a:pt x="252" y="164"/>
                </a:cubicBezTo>
                <a:cubicBezTo>
                  <a:pt x="252" y="161"/>
                  <a:pt x="249" y="159"/>
                  <a:pt x="247" y="159"/>
                </a:cubicBezTo>
                <a:cubicBezTo>
                  <a:pt x="180" y="159"/>
                  <a:pt x="180" y="159"/>
                  <a:pt x="180" y="159"/>
                </a:cubicBezTo>
                <a:cubicBezTo>
                  <a:pt x="179" y="159"/>
                  <a:pt x="178" y="158"/>
                  <a:pt x="178" y="157"/>
                </a:cubicBezTo>
                <a:cubicBezTo>
                  <a:pt x="178" y="156"/>
                  <a:pt x="179" y="156"/>
                  <a:pt x="180" y="156"/>
                </a:cubicBezTo>
                <a:cubicBezTo>
                  <a:pt x="238" y="156"/>
                  <a:pt x="238" y="156"/>
                  <a:pt x="238" y="156"/>
                </a:cubicBezTo>
                <a:cubicBezTo>
                  <a:pt x="241" y="156"/>
                  <a:pt x="243" y="153"/>
                  <a:pt x="243" y="151"/>
                </a:cubicBezTo>
                <a:cubicBezTo>
                  <a:pt x="243" y="148"/>
                  <a:pt x="241" y="146"/>
                  <a:pt x="238" y="146"/>
                </a:cubicBezTo>
                <a:cubicBezTo>
                  <a:pt x="190" y="146"/>
                  <a:pt x="190" y="146"/>
                  <a:pt x="190" y="146"/>
                </a:cubicBezTo>
                <a:cubicBezTo>
                  <a:pt x="189" y="146"/>
                  <a:pt x="188" y="145"/>
                  <a:pt x="188" y="144"/>
                </a:cubicBezTo>
                <a:cubicBezTo>
                  <a:pt x="188" y="143"/>
                  <a:pt x="189" y="142"/>
                  <a:pt x="190" y="142"/>
                </a:cubicBezTo>
                <a:cubicBezTo>
                  <a:pt x="203" y="142"/>
                  <a:pt x="203" y="142"/>
                  <a:pt x="203" y="142"/>
                </a:cubicBezTo>
                <a:cubicBezTo>
                  <a:pt x="206" y="142"/>
                  <a:pt x="208" y="140"/>
                  <a:pt x="208" y="137"/>
                </a:cubicBezTo>
                <a:cubicBezTo>
                  <a:pt x="208" y="134"/>
                  <a:pt x="206" y="132"/>
                  <a:pt x="203" y="132"/>
                </a:cubicBezTo>
                <a:cubicBezTo>
                  <a:pt x="190" y="132"/>
                  <a:pt x="190" y="132"/>
                  <a:pt x="190" y="132"/>
                </a:cubicBezTo>
                <a:cubicBezTo>
                  <a:pt x="189" y="132"/>
                  <a:pt x="188" y="131"/>
                  <a:pt x="188" y="130"/>
                </a:cubicBezTo>
                <a:cubicBezTo>
                  <a:pt x="188" y="129"/>
                  <a:pt x="189" y="128"/>
                  <a:pt x="190" y="128"/>
                </a:cubicBezTo>
                <a:cubicBezTo>
                  <a:pt x="229" y="128"/>
                  <a:pt x="229" y="128"/>
                  <a:pt x="229" y="128"/>
                </a:cubicBezTo>
                <a:cubicBezTo>
                  <a:pt x="232" y="128"/>
                  <a:pt x="234" y="126"/>
                  <a:pt x="234" y="123"/>
                </a:cubicBezTo>
                <a:cubicBezTo>
                  <a:pt x="234" y="121"/>
                  <a:pt x="232" y="118"/>
                  <a:pt x="229" y="118"/>
                </a:cubicBezTo>
                <a:cubicBezTo>
                  <a:pt x="200" y="118"/>
                  <a:pt x="200" y="118"/>
                  <a:pt x="200" y="118"/>
                </a:cubicBezTo>
                <a:cubicBezTo>
                  <a:pt x="199" y="118"/>
                  <a:pt x="198" y="118"/>
                  <a:pt x="198" y="117"/>
                </a:cubicBezTo>
                <a:cubicBezTo>
                  <a:pt x="198" y="116"/>
                  <a:pt x="199" y="115"/>
                  <a:pt x="200" y="115"/>
                </a:cubicBezTo>
                <a:cubicBezTo>
                  <a:pt x="228" y="115"/>
                  <a:pt x="228" y="115"/>
                  <a:pt x="228" y="115"/>
                </a:cubicBezTo>
                <a:cubicBezTo>
                  <a:pt x="231" y="115"/>
                  <a:pt x="234" y="113"/>
                  <a:pt x="234" y="110"/>
                </a:cubicBezTo>
                <a:cubicBezTo>
                  <a:pt x="234" y="107"/>
                  <a:pt x="231" y="105"/>
                  <a:pt x="228" y="105"/>
                </a:cubicBezTo>
                <a:cubicBezTo>
                  <a:pt x="181" y="105"/>
                  <a:pt x="181" y="105"/>
                  <a:pt x="181" y="105"/>
                </a:cubicBezTo>
                <a:cubicBezTo>
                  <a:pt x="180" y="105"/>
                  <a:pt x="180" y="104"/>
                  <a:pt x="180" y="103"/>
                </a:cubicBezTo>
                <a:cubicBezTo>
                  <a:pt x="180" y="102"/>
                  <a:pt x="180" y="101"/>
                  <a:pt x="181" y="101"/>
                </a:cubicBezTo>
                <a:cubicBezTo>
                  <a:pt x="190" y="101"/>
                  <a:pt x="190" y="101"/>
                  <a:pt x="190" y="101"/>
                </a:cubicBezTo>
                <a:cubicBezTo>
                  <a:pt x="192" y="101"/>
                  <a:pt x="195" y="99"/>
                  <a:pt x="195" y="96"/>
                </a:cubicBezTo>
                <a:cubicBezTo>
                  <a:pt x="195" y="93"/>
                  <a:pt x="192" y="91"/>
                  <a:pt x="190" y="91"/>
                </a:cubicBezTo>
                <a:cubicBezTo>
                  <a:pt x="181" y="91"/>
                  <a:pt x="181" y="91"/>
                  <a:pt x="181" y="91"/>
                </a:cubicBezTo>
                <a:cubicBezTo>
                  <a:pt x="180" y="91"/>
                  <a:pt x="179" y="90"/>
                  <a:pt x="179" y="89"/>
                </a:cubicBezTo>
                <a:cubicBezTo>
                  <a:pt x="179" y="89"/>
                  <a:pt x="180" y="88"/>
                  <a:pt x="181" y="88"/>
                </a:cubicBezTo>
                <a:cubicBezTo>
                  <a:pt x="209" y="88"/>
                  <a:pt x="209" y="88"/>
                  <a:pt x="209" y="88"/>
                </a:cubicBezTo>
                <a:cubicBezTo>
                  <a:pt x="209" y="88"/>
                  <a:pt x="209" y="88"/>
                  <a:pt x="209" y="88"/>
                </a:cubicBezTo>
                <a:cubicBezTo>
                  <a:pt x="375" y="88"/>
                  <a:pt x="375" y="88"/>
                  <a:pt x="375" y="88"/>
                </a:cubicBezTo>
                <a:cubicBezTo>
                  <a:pt x="376" y="88"/>
                  <a:pt x="377" y="89"/>
                  <a:pt x="377" y="89"/>
                </a:cubicBezTo>
                <a:cubicBezTo>
                  <a:pt x="377" y="90"/>
                  <a:pt x="376" y="91"/>
                  <a:pt x="375" y="91"/>
                </a:cubicBezTo>
                <a:cubicBezTo>
                  <a:pt x="202" y="91"/>
                  <a:pt x="202" y="91"/>
                  <a:pt x="202" y="91"/>
                </a:cubicBezTo>
                <a:cubicBezTo>
                  <a:pt x="199" y="91"/>
                  <a:pt x="197" y="93"/>
                  <a:pt x="197" y="96"/>
                </a:cubicBezTo>
                <a:cubicBezTo>
                  <a:pt x="197" y="99"/>
                  <a:pt x="199" y="101"/>
                  <a:pt x="202" y="101"/>
                </a:cubicBezTo>
                <a:cubicBezTo>
                  <a:pt x="375" y="101"/>
                  <a:pt x="375" y="101"/>
                  <a:pt x="375" y="101"/>
                </a:cubicBezTo>
                <a:cubicBezTo>
                  <a:pt x="376" y="101"/>
                  <a:pt x="377" y="102"/>
                  <a:pt x="377" y="103"/>
                </a:cubicBezTo>
                <a:cubicBezTo>
                  <a:pt x="377" y="104"/>
                  <a:pt x="376" y="105"/>
                  <a:pt x="375" y="105"/>
                </a:cubicBezTo>
                <a:cubicBezTo>
                  <a:pt x="245" y="105"/>
                  <a:pt x="245" y="105"/>
                  <a:pt x="245" y="105"/>
                </a:cubicBezTo>
                <a:cubicBezTo>
                  <a:pt x="242" y="105"/>
                  <a:pt x="240" y="107"/>
                  <a:pt x="240" y="110"/>
                </a:cubicBezTo>
                <a:cubicBezTo>
                  <a:pt x="240" y="113"/>
                  <a:pt x="242" y="115"/>
                  <a:pt x="245" y="115"/>
                </a:cubicBezTo>
                <a:cubicBezTo>
                  <a:pt x="366" y="115"/>
                  <a:pt x="366" y="115"/>
                  <a:pt x="366" y="115"/>
                </a:cubicBezTo>
                <a:cubicBezTo>
                  <a:pt x="367" y="115"/>
                  <a:pt x="368" y="116"/>
                  <a:pt x="368" y="117"/>
                </a:cubicBezTo>
                <a:cubicBezTo>
                  <a:pt x="368" y="118"/>
                  <a:pt x="367" y="118"/>
                  <a:pt x="366" y="118"/>
                </a:cubicBezTo>
                <a:cubicBezTo>
                  <a:pt x="245" y="118"/>
                  <a:pt x="245" y="118"/>
                  <a:pt x="245" y="118"/>
                </a:cubicBezTo>
                <a:cubicBezTo>
                  <a:pt x="242" y="118"/>
                  <a:pt x="240" y="121"/>
                  <a:pt x="240" y="124"/>
                </a:cubicBezTo>
                <a:cubicBezTo>
                  <a:pt x="240" y="126"/>
                  <a:pt x="242" y="128"/>
                  <a:pt x="245" y="128"/>
                </a:cubicBezTo>
                <a:cubicBezTo>
                  <a:pt x="360" y="128"/>
                  <a:pt x="360" y="128"/>
                  <a:pt x="360" y="128"/>
                </a:cubicBezTo>
                <a:cubicBezTo>
                  <a:pt x="361" y="128"/>
                  <a:pt x="362" y="129"/>
                  <a:pt x="362" y="130"/>
                </a:cubicBezTo>
                <a:cubicBezTo>
                  <a:pt x="362" y="131"/>
                  <a:pt x="361" y="132"/>
                  <a:pt x="360" y="132"/>
                </a:cubicBezTo>
                <a:cubicBezTo>
                  <a:pt x="240" y="132"/>
                  <a:pt x="240" y="132"/>
                  <a:pt x="240" y="132"/>
                </a:cubicBezTo>
                <a:cubicBezTo>
                  <a:pt x="237" y="132"/>
                  <a:pt x="235" y="134"/>
                  <a:pt x="235" y="137"/>
                </a:cubicBezTo>
                <a:cubicBezTo>
                  <a:pt x="235" y="140"/>
                  <a:pt x="237" y="142"/>
                  <a:pt x="240" y="142"/>
                </a:cubicBezTo>
                <a:cubicBezTo>
                  <a:pt x="360" y="142"/>
                  <a:pt x="360" y="142"/>
                  <a:pt x="360" y="142"/>
                </a:cubicBezTo>
                <a:cubicBezTo>
                  <a:pt x="360" y="142"/>
                  <a:pt x="361" y="143"/>
                  <a:pt x="361" y="144"/>
                </a:cubicBezTo>
                <a:cubicBezTo>
                  <a:pt x="361" y="145"/>
                  <a:pt x="360" y="146"/>
                  <a:pt x="360" y="146"/>
                </a:cubicBezTo>
                <a:cubicBezTo>
                  <a:pt x="252" y="146"/>
                  <a:pt x="252" y="146"/>
                  <a:pt x="252" y="146"/>
                </a:cubicBezTo>
                <a:cubicBezTo>
                  <a:pt x="249" y="146"/>
                  <a:pt x="247" y="148"/>
                  <a:pt x="247" y="151"/>
                </a:cubicBezTo>
                <a:cubicBezTo>
                  <a:pt x="247" y="153"/>
                  <a:pt x="249" y="156"/>
                  <a:pt x="252" y="156"/>
                </a:cubicBezTo>
                <a:cubicBezTo>
                  <a:pt x="338" y="156"/>
                  <a:pt x="338" y="156"/>
                  <a:pt x="338" y="156"/>
                </a:cubicBezTo>
                <a:cubicBezTo>
                  <a:pt x="339" y="156"/>
                  <a:pt x="340" y="156"/>
                  <a:pt x="340" y="157"/>
                </a:cubicBezTo>
                <a:cubicBezTo>
                  <a:pt x="340" y="158"/>
                  <a:pt x="339" y="159"/>
                  <a:pt x="338" y="159"/>
                </a:cubicBezTo>
                <a:cubicBezTo>
                  <a:pt x="303" y="159"/>
                  <a:pt x="303" y="159"/>
                  <a:pt x="303" y="159"/>
                </a:cubicBezTo>
                <a:cubicBezTo>
                  <a:pt x="301" y="159"/>
                  <a:pt x="298" y="161"/>
                  <a:pt x="298" y="164"/>
                </a:cubicBezTo>
                <a:cubicBezTo>
                  <a:pt x="298" y="167"/>
                  <a:pt x="301" y="169"/>
                  <a:pt x="303" y="169"/>
                </a:cubicBezTo>
                <a:cubicBezTo>
                  <a:pt x="343" y="169"/>
                  <a:pt x="343" y="169"/>
                  <a:pt x="343" y="169"/>
                </a:cubicBezTo>
                <a:cubicBezTo>
                  <a:pt x="344" y="169"/>
                  <a:pt x="344" y="170"/>
                  <a:pt x="344" y="171"/>
                </a:cubicBezTo>
                <a:cubicBezTo>
                  <a:pt x="344" y="172"/>
                  <a:pt x="344" y="173"/>
                  <a:pt x="343" y="173"/>
                </a:cubicBezTo>
                <a:cubicBezTo>
                  <a:pt x="311" y="173"/>
                  <a:pt x="311" y="173"/>
                  <a:pt x="311" y="173"/>
                </a:cubicBezTo>
                <a:cubicBezTo>
                  <a:pt x="308" y="173"/>
                  <a:pt x="306" y="175"/>
                  <a:pt x="306" y="178"/>
                </a:cubicBezTo>
                <a:cubicBezTo>
                  <a:pt x="306" y="181"/>
                  <a:pt x="308" y="183"/>
                  <a:pt x="311" y="183"/>
                </a:cubicBezTo>
                <a:cubicBezTo>
                  <a:pt x="365" y="183"/>
                  <a:pt x="365" y="183"/>
                  <a:pt x="365" y="183"/>
                </a:cubicBezTo>
                <a:cubicBezTo>
                  <a:pt x="366" y="183"/>
                  <a:pt x="367" y="184"/>
                  <a:pt x="367" y="185"/>
                </a:cubicBezTo>
                <a:cubicBezTo>
                  <a:pt x="367" y="186"/>
                  <a:pt x="366" y="186"/>
                  <a:pt x="365" y="186"/>
                </a:cubicBezTo>
                <a:cubicBezTo>
                  <a:pt x="343" y="186"/>
                  <a:pt x="343" y="186"/>
                  <a:pt x="343" y="186"/>
                </a:cubicBezTo>
                <a:cubicBezTo>
                  <a:pt x="340" y="186"/>
                  <a:pt x="338" y="189"/>
                  <a:pt x="338" y="191"/>
                </a:cubicBezTo>
                <a:cubicBezTo>
                  <a:pt x="338" y="194"/>
                  <a:pt x="340" y="196"/>
                  <a:pt x="343" y="196"/>
                </a:cubicBezTo>
                <a:cubicBezTo>
                  <a:pt x="382" y="196"/>
                  <a:pt x="382" y="196"/>
                  <a:pt x="382" y="196"/>
                </a:cubicBezTo>
                <a:cubicBezTo>
                  <a:pt x="385" y="196"/>
                  <a:pt x="388" y="194"/>
                  <a:pt x="388" y="191"/>
                </a:cubicBezTo>
                <a:cubicBezTo>
                  <a:pt x="388" y="189"/>
                  <a:pt x="385" y="186"/>
                  <a:pt x="382" y="186"/>
                </a:cubicBezTo>
                <a:cubicBezTo>
                  <a:pt x="379" y="186"/>
                  <a:pt x="379" y="186"/>
                  <a:pt x="379" y="186"/>
                </a:cubicBezTo>
                <a:cubicBezTo>
                  <a:pt x="378" y="186"/>
                  <a:pt x="377" y="186"/>
                  <a:pt x="377" y="185"/>
                </a:cubicBezTo>
                <a:cubicBezTo>
                  <a:pt x="377" y="184"/>
                  <a:pt x="378" y="183"/>
                  <a:pt x="379" y="183"/>
                </a:cubicBezTo>
                <a:cubicBezTo>
                  <a:pt x="396" y="183"/>
                  <a:pt x="396" y="183"/>
                  <a:pt x="396" y="183"/>
                </a:cubicBezTo>
                <a:cubicBezTo>
                  <a:pt x="397" y="183"/>
                  <a:pt x="398" y="184"/>
                  <a:pt x="398" y="185"/>
                </a:cubicBezTo>
                <a:cubicBezTo>
                  <a:pt x="398" y="186"/>
                  <a:pt x="397" y="186"/>
                  <a:pt x="396" y="186"/>
                </a:cubicBezTo>
                <a:cubicBezTo>
                  <a:pt x="394" y="186"/>
                  <a:pt x="394" y="186"/>
                  <a:pt x="394" y="186"/>
                </a:cubicBezTo>
                <a:cubicBezTo>
                  <a:pt x="392" y="186"/>
                  <a:pt x="389" y="189"/>
                  <a:pt x="389" y="191"/>
                </a:cubicBezTo>
                <a:cubicBezTo>
                  <a:pt x="389" y="194"/>
                  <a:pt x="392" y="196"/>
                  <a:pt x="394" y="196"/>
                </a:cubicBezTo>
                <a:cubicBezTo>
                  <a:pt x="396" y="196"/>
                  <a:pt x="396" y="196"/>
                  <a:pt x="396" y="196"/>
                </a:cubicBezTo>
                <a:cubicBezTo>
                  <a:pt x="399" y="196"/>
                  <a:pt x="401" y="199"/>
                  <a:pt x="401" y="201"/>
                </a:cubicBezTo>
                <a:cubicBezTo>
                  <a:pt x="401" y="204"/>
                  <a:pt x="399" y="207"/>
                  <a:pt x="396" y="207"/>
                </a:cubicBezTo>
                <a:cubicBezTo>
                  <a:pt x="365" y="207"/>
                  <a:pt x="365" y="207"/>
                  <a:pt x="365" y="207"/>
                </a:cubicBezTo>
                <a:cubicBezTo>
                  <a:pt x="362" y="207"/>
                  <a:pt x="360" y="209"/>
                  <a:pt x="360" y="212"/>
                </a:cubicBezTo>
                <a:cubicBezTo>
                  <a:pt x="360" y="215"/>
                  <a:pt x="362" y="217"/>
                  <a:pt x="365" y="217"/>
                </a:cubicBezTo>
                <a:cubicBezTo>
                  <a:pt x="400" y="217"/>
                  <a:pt x="400" y="217"/>
                  <a:pt x="400" y="217"/>
                </a:cubicBezTo>
                <a:cubicBezTo>
                  <a:pt x="401" y="217"/>
                  <a:pt x="401" y="217"/>
                  <a:pt x="401" y="218"/>
                </a:cubicBezTo>
                <a:cubicBezTo>
                  <a:pt x="401" y="220"/>
                  <a:pt x="401" y="220"/>
                  <a:pt x="400" y="220"/>
                </a:cubicBezTo>
                <a:cubicBezTo>
                  <a:pt x="354" y="220"/>
                  <a:pt x="354" y="220"/>
                  <a:pt x="354" y="220"/>
                </a:cubicBezTo>
                <a:cubicBezTo>
                  <a:pt x="352" y="220"/>
                  <a:pt x="349" y="222"/>
                  <a:pt x="349" y="225"/>
                </a:cubicBezTo>
                <a:cubicBezTo>
                  <a:pt x="349" y="228"/>
                  <a:pt x="352" y="230"/>
                  <a:pt x="354" y="230"/>
                </a:cubicBezTo>
                <a:cubicBezTo>
                  <a:pt x="403" y="230"/>
                  <a:pt x="403" y="230"/>
                  <a:pt x="403" y="230"/>
                </a:cubicBezTo>
                <a:cubicBezTo>
                  <a:pt x="404" y="230"/>
                  <a:pt x="405" y="231"/>
                  <a:pt x="405" y="232"/>
                </a:cubicBezTo>
                <a:cubicBezTo>
                  <a:pt x="405" y="233"/>
                  <a:pt x="404" y="234"/>
                  <a:pt x="403" y="234"/>
                </a:cubicBezTo>
                <a:cubicBezTo>
                  <a:pt x="355" y="234"/>
                  <a:pt x="355" y="234"/>
                  <a:pt x="355" y="234"/>
                </a:cubicBezTo>
                <a:cubicBezTo>
                  <a:pt x="352" y="234"/>
                  <a:pt x="350" y="236"/>
                  <a:pt x="350" y="239"/>
                </a:cubicBezTo>
                <a:cubicBezTo>
                  <a:pt x="350" y="242"/>
                  <a:pt x="352" y="244"/>
                  <a:pt x="355" y="244"/>
                </a:cubicBezTo>
                <a:cubicBezTo>
                  <a:pt x="399" y="244"/>
                  <a:pt x="399" y="244"/>
                  <a:pt x="399" y="244"/>
                </a:cubicBezTo>
                <a:cubicBezTo>
                  <a:pt x="400" y="244"/>
                  <a:pt x="401" y="245"/>
                  <a:pt x="401" y="246"/>
                </a:cubicBezTo>
                <a:cubicBezTo>
                  <a:pt x="401" y="247"/>
                  <a:pt x="400" y="247"/>
                  <a:pt x="399" y="247"/>
                </a:cubicBezTo>
                <a:cubicBezTo>
                  <a:pt x="385" y="247"/>
                  <a:pt x="385" y="247"/>
                  <a:pt x="385" y="247"/>
                </a:cubicBezTo>
                <a:cubicBezTo>
                  <a:pt x="382" y="247"/>
                  <a:pt x="380" y="250"/>
                  <a:pt x="380" y="252"/>
                </a:cubicBezTo>
                <a:cubicBezTo>
                  <a:pt x="380" y="255"/>
                  <a:pt x="382" y="258"/>
                  <a:pt x="385" y="258"/>
                </a:cubicBezTo>
                <a:cubicBezTo>
                  <a:pt x="391" y="258"/>
                  <a:pt x="391" y="258"/>
                  <a:pt x="391" y="258"/>
                </a:cubicBezTo>
                <a:cubicBezTo>
                  <a:pt x="392" y="258"/>
                  <a:pt x="392" y="258"/>
                  <a:pt x="392" y="259"/>
                </a:cubicBezTo>
                <a:cubicBezTo>
                  <a:pt x="392" y="260"/>
                  <a:pt x="392" y="261"/>
                  <a:pt x="391" y="261"/>
                </a:cubicBezTo>
                <a:cubicBezTo>
                  <a:pt x="389" y="261"/>
                  <a:pt x="389" y="261"/>
                  <a:pt x="389" y="261"/>
                </a:cubicBezTo>
                <a:cubicBezTo>
                  <a:pt x="384" y="261"/>
                  <a:pt x="380" y="265"/>
                  <a:pt x="380" y="269"/>
                </a:cubicBezTo>
                <a:cubicBezTo>
                  <a:pt x="380" y="274"/>
                  <a:pt x="384" y="278"/>
                  <a:pt x="389" y="278"/>
                </a:cubicBezTo>
                <a:cubicBezTo>
                  <a:pt x="421" y="278"/>
                  <a:pt x="421" y="278"/>
                  <a:pt x="421" y="278"/>
                </a:cubicBezTo>
                <a:cubicBezTo>
                  <a:pt x="424" y="278"/>
                  <a:pt x="427" y="276"/>
                  <a:pt x="427" y="273"/>
                </a:cubicBezTo>
                <a:cubicBezTo>
                  <a:pt x="427" y="270"/>
                  <a:pt x="424" y="268"/>
                  <a:pt x="421" y="268"/>
                </a:cubicBezTo>
                <a:cubicBezTo>
                  <a:pt x="416" y="268"/>
                  <a:pt x="416" y="268"/>
                  <a:pt x="416" y="268"/>
                </a:cubicBezTo>
                <a:cubicBezTo>
                  <a:pt x="415" y="268"/>
                  <a:pt x="414" y="267"/>
                  <a:pt x="414" y="266"/>
                </a:cubicBezTo>
                <a:cubicBezTo>
                  <a:pt x="414" y="265"/>
                  <a:pt x="415" y="264"/>
                  <a:pt x="416" y="264"/>
                </a:cubicBezTo>
                <a:cubicBezTo>
                  <a:pt x="430" y="264"/>
                  <a:pt x="430" y="264"/>
                  <a:pt x="430" y="264"/>
                </a:cubicBezTo>
                <a:cubicBezTo>
                  <a:pt x="432" y="264"/>
                  <a:pt x="435" y="262"/>
                  <a:pt x="435" y="259"/>
                </a:cubicBezTo>
                <a:cubicBezTo>
                  <a:pt x="435" y="256"/>
                  <a:pt x="432" y="254"/>
                  <a:pt x="430" y="254"/>
                </a:cubicBezTo>
                <a:cubicBezTo>
                  <a:pt x="423" y="254"/>
                  <a:pt x="423" y="254"/>
                  <a:pt x="423" y="254"/>
                </a:cubicBezTo>
                <a:cubicBezTo>
                  <a:pt x="422" y="254"/>
                  <a:pt x="422" y="253"/>
                  <a:pt x="422" y="252"/>
                </a:cubicBezTo>
                <a:cubicBezTo>
                  <a:pt x="422" y="251"/>
                  <a:pt x="422" y="251"/>
                  <a:pt x="423" y="251"/>
                </a:cubicBezTo>
                <a:cubicBezTo>
                  <a:pt x="434" y="251"/>
                  <a:pt x="434" y="251"/>
                  <a:pt x="434" y="251"/>
                </a:cubicBezTo>
                <a:cubicBezTo>
                  <a:pt x="437" y="251"/>
                  <a:pt x="439" y="248"/>
                  <a:pt x="439" y="246"/>
                </a:cubicBezTo>
                <a:cubicBezTo>
                  <a:pt x="439" y="243"/>
                  <a:pt x="437" y="241"/>
                  <a:pt x="434" y="241"/>
                </a:cubicBezTo>
                <a:cubicBezTo>
                  <a:pt x="422" y="240"/>
                  <a:pt x="422" y="240"/>
                  <a:pt x="422" y="240"/>
                </a:cubicBezTo>
                <a:cubicBezTo>
                  <a:pt x="421" y="240"/>
                  <a:pt x="420" y="240"/>
                  <a:pt x="420" y="239"/>
                </a:cubicBezTo>
                <a:cubicBezTo>
                  <a:pt x="420" y="238"/>
                  <a:pt x="421" y="237"/>
                  <a:pt x="422" y="237"/>
                </a:cubicBezTo>
                <a:cubicBezTo>
                  <a:pt x="442" y="237"/>
                  <a:pt x="442" y="237"/>
                  <a:pt x="442" y="237"/>
                </a:cubicBezTo>
                <a:cubicBezTo>
                  <a:pt x="458" y="237"/>
                  <a:pt x="472" y="224"/>
                  <a:pt x="473" y="209"/>
                </a:cubicBezTo>
                <a:cubicBezTo>
                  <a:pt x="475" y="208"/>
                  <a:pt x="476" y="206"/>
                  <a:pt x="476" y="205"/>
                </a:cubicBezTo>
                <a:cubicBezTo>
                  <a:pt x="476" y="202"/>
                  <a:pt x="474" y="200"/>
                  <a:pt x="471" y="20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846" tIns="45423" rIns="90846" bIns="45423" numCol="1" anchor="t" anchorCtr="0" compatLnSpc="1">
            <a:prstTxWarp prst="textNoShape">
              <a:avLst/>
            </a:prstTxWarp>
          </a:bodyPr>
          <a:lstStyle/>
          <a:p>
            <a:pPr defTabSz="926620"/>
            <a:endParaRPr lang="en-US" sz="1789">
              <a:solidFill>
                <a:srgbClr val="FFFFFF"/>
              </a:solidFill>
            </a:endParaRPr>
          </a:p>
        </p:txBody>
      </p:sp>
    </p:spTree>
    <p:extLst>
      <p:ext uri="{BB962C8B-B14F-4D97-AF65-F5344CB8AC3E}">
        <p14:creationId xmlns:p14="http://schemas.microsoft.com/office/powerpoint/2010/main" val="29443659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12169"/>
            <a:ext cx="9143936" cy="1817164"/>
          </a:xfrm>
          <a:noFill/>
        </p:spPr>
        <p:txBody>
          <a:bodyPr lIns="146304" tIns="91440" rIns="146304" bIns="91440" anchor="t" anchorCtr="0"/>
          <a:lstStyle>
            <a:lvl1pPr>
              <a:defRPr sz="5365" spc="-99"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2" y="3930647"/>
            <a:ext cx="7315137" cy="1816390"/>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Speaker name</a:t>
            </a:r>
          </a:p>
        </p:txBody>
      </p:sp>
      <p:pic>
        <p:nvPicPr>
          <p:cNvPr id="140" name="Picture 139"/>
          <p:cNvPicPr>
            <a:picLocks noChangeAspect="1"/>
          </p:cNvPicPr>
          <p:nvPr userDrawn="1"/>
        </p:nvPicPr>
        <p:blipFill>
          <a:blip r:embed="rId2"/>
          <a:stretch>
            <a:fillRect/>
          </a:stretch>
        </p:blipFill>
        <p:spPr bwMode="black">
          <a:xfrm>
            <a:off x="457200" y="478025"/>
            <a:ext cx="1483418" cy="308921"/>
          </a:xfrm>
          <a:prstGeom prst="rect">
            <a:avLst/>
          </a:prstGeom>
        </p:spPr>
      </p:pic>
      <p:sp>
        <p:nvSpPr>
          <p:cNvPr id="141" name="Freeform 19"/>
          <p:cNvSpPr>
            <a:spLocks noChangeAspect="1" noEditPoints="1"/>
          </p:cNvSpPr>
          <p:nvPr userDrawn="1"/>
        </p:nvSpPr>
        <p:spPr bwMode="black">
          <a:xfrm>
            <a:off x="6727387" y="3443990"/>
            <a:ext cx="5242215" cy="3025631"/>
          </a:xfrm>
          <a:custGeom>
            <a:avLst/>
            <a:gdLst>
              <a:gd name="T0" fmla="*/ 230 w 476"/>
              <a:gd name="T1" fmla="*/ 110 h 278"/>
              <a:gd name="T2" fmla="*/ 204 w 476"/>
              <a:gd name="T3" fmla="*/ 137 h 278"/>
              <a:gd name="T4" fmla="*/ 248 w 476"/>
              <a:gd name="T5" fmla="*/ 164 h 278"/>
              <a:gd name="T6" fmla="*/ 249 w 476"/>
              <a:gd name="T7" fmla="*/ 191 h 278"/>
              <a:gd name="T8" fmla="*/ 241 w 476"/>
              <a:gd name="T9" fmla="*/ 218 h 278"/>
              <a:gd name="T10" fmla="*/ 245 w 476"/>
              <a:gd name="T11" fmla="*/ 256 h 278"/>
              <a:gd name="T12" fmla="*/ 122 w 476"/>
              <a:gd name="T13" fmla="*/ 239 h 278"/>
              <a:gd name="T14" fmla="*/ 145 w 476"/>
              <a:gd name="T15" fmla="*/ 212 h 278"/>
              <a:gd name="T16" fmla="*/ 130 w 476"/>
              <a:gd name="T17" fmla="*/ 185 h 278"/>
              <a:gd name="T18" fmla="*/ 70 w 476"/>
              <a:gd name="T19" fmla="*/ 157 h 278"/>
              <a:gd name="T20" fmla="*/ 95 w 476"/>
              <a:gd name="T21" fmla="*/ 130 h 278"/>
              <a:gd name="T22" fmla="*/ 128 w 476"/>
              <a:gd name="T23" fmla="*/ 103 h 278"/>
              <a:gd name="T24" fmla="*/ 140 w 476"/>
              <a:gd name="T25" fmla="*/ 76 h 278"/>
              <a:gd name="T26" fmla="*/ 135 w 476"/>
              <a:gd name="T27" fmla="*/ 49 h 278"/>
              <a:gd name="T28" fmla="*/ 145 w 476"/>
              <a:gd name="T29" fmla="*/ 22 h 278"/>
              <a:gd name="T30" fmla="*/ 248 w 476"/>
              <a:gd name="T31" fmla="*/ 42 h 278"/>
              <a:gd name="T32" fmla="*/ 217 w 476"/>
              <a:gd name="T33" fmla="*/ 69 h 278"/>
              <a:gd name="T34" fmla="*/ 422 w 476"/>
              <a:gd name="T35" fmla="*/ 234 h 278"/>
              <a:gd name="T36" fmla="*/ 416 w 476"/>
              <a:gd name="T37" fmla="*/ 261 h 278"/>
              <a:gd name="T38" fmla="*/ 385 w 476"/>
              <a:gd name="T39" fmla="*/ 254 h 278"/>
              <a:gd name="T40" fmla="*/ 354 w 476"/>
              <a:gd name="T41" fmla="*/ 227 h 278"/>
              <a:gd name="T42" fmla="*/ 394 w 476"/>
              <a:gd name="T43" fmla="*/ 193 h 278"/>
              <a:gd name="T44" fmla="*/ 343 w 476"/>
              <a:gd name="T45" fmla="*/ 193 h 278"/>
              <a:gd name="T46" fmla="*/ 303 w 476"/>
              <a:gd name="T47" fmla="*/ 166 h 278"/>
              <a:gd name="T48" fmla="*/ 240 w 476"/>
              <a:gd name="T49" fmla="*/ 139 h 278"/>
              <a:gd name="T50" fmla="*/ 245 w 476"/>
              <a:gd name="T51" fmla="*/ 112 h 278"/>
              <a:gd name="T52" fmla="*/ 213 w 476"/>
              <a:gd name="T53" fmla="*/ 85 h 278"/>
              <a:gd name="T54" fmla="*/ 402 w 476"/>
              <a:gd name="T55" fmla="*/ 62 h 278"/>
              <a:gd name="T56" fmla="*/ 404 w 476"/>
              <a:gd name="T57" fmla="*/ 35 h 278"/>
              <a:gd name="T58" fmla="*/ 180 w 476"/>
              <a:gd name="T59" fmla="*/ 28 h 278"/>
              <a:gd name="T60" fmla="*/ 175 w 476"/>
              <a:gd name="T61" fmla="*/ 56 h 278"/>
              <a:gd name="T62" fmla="*/ 149 w 476"/>
              <a:gd name="T63" fmla="*/ 83 h 278"/>
              <a:gd name="T64" fmla="*/ 6 w 476"/>
              <a:gd name="T65" fmla="*/ 67 h 278"/>
              <a:gd name="T66" fmla="*/ 17 w 476"/>
              <a:gd name="T67" fmla="*/ 40 h 278"/>
              <a:gd name="T68" fmla="*/ 56 w 476"/>
              <a:gd name="T69" fmla="*/ 47 h 278"/>
              <a:gd name="T70" fmla="*/ 87 w 476"/>
              <a:gd name="T71" fmla="*/ 74 h 278"/>
              <a:gd name="T72" fmla="*/ 34 w 476"/>
              <a:gd name="T73" fmla="*/ 96 h 278"/>
              <a:gd name="T74" fmla="*/ 33 w 476"/>
              <a:gd name="T75" fmla="*/ 123 h 278"/>
              <a:gd name="T76" fmla="*/ 51 w 476"/>
              <a:gd name="T77" fmla="*/ 151 h 278"/>
              <a:gd name="T78" fmla="*/ 75 w 476"/>
              <a:gd name="T79" fmla="*/ 178 h 278"/>
              <a:gd name="T80" fmla="*/ 94 w 476"/>
              <a:gd name="T81" fmla="*/ 205 h 278"/>
              <a:gd name="T82" fmla="*/ 99 w 476"/>
              <a:gd name="T83" fmla="*/ 232 h 278"/>
              <a:gd name="T84" fmla="*/ 100 w 476"/>
              <a:gd name="T85" fmla="*/ 259 h 278"/>
              <a:gd name="T86" fmla="*/ 222 w 476"/>
              <a:gd name="T87" fmla="*/ 227 h 278"/>
              <a:gd name="T88" fmla="*/ 216 w 476"/>
              <a:gd name="T89" fmla="*/ 200 h 278"/>
              <a:gd name="T90" fmla="*/ 187 w 476"/>
              <a:gd name="T91" fmla="*/ 173 h 278"/>
              <a:gd name="T92" fmla="*/ 190 w 476"/>
              <a:gd name="T93" fmla="*/ 146 h 278"/>
              <a:gd name="T94" fmla="*/ 200 w 476"/>
              <a:gd name="T95" fmla="*/ 118 h 278"/>
              <a:gd name="T96" fmla="*/ 181 w 476"/>
              <a:gd name="T97" fmla="*/ 91 h 278"/>
              <a:gd name="T98" fmla="*/ 377 w 476"/>
              <a:gd name="T99" fmla="*/ 103 h 278"/>
              <a:gd name="T100" fmla="*/ 362 w 476"/>
              <a:gd name="T101" fmla="*/ 130 h 278"/>
              <a:gd name="T102" fmla="*/ 340 w 476"/>
              <a:gd name="T103" fmla="*/ 157 h 278"/>
              <a:gd name="T104" fmla="*/ 367 w 476"/>
              <a:gd name="T105" fmla="*/ 185 h 278"/>
              <a:gd name="T106" fmla="*/ 398 w 476"/>
              <a:gd name="T107" fmla="*/ 185 h 278"/>
              <a:gd name="T108" fmla="*/ 401 w 476"/>
              <a:gd name="T109" fmla="*/ 218 h 278"/>
              <a:gd name="T110" fmla="*/ 401 w 476"/>
              <a:gd name="T111" fmla="*/ 246 h 278"/>
              <a:gd name="T112" fmla="*/ 427 w 476"/>
              <a:gd name="T113" fmla="*/ 273 h 278"/>
              <a:gd name="T114" fmla="*/ 439 w 476"/>
              <a:gd name="T115" fmla="*/ 246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76" h="278">
                <a:moveTo>
                  <a:pt x="205" y="84"/>
                </a:moveTo>
                <a:cubicBezTo>
                  <a:pt x="181" y="84"/>
                  <a:pt x="181" y="84"/>
                  <a:pt x="181" y="84"/>
                </a:cubicBezTo>
                <a:cubicBezTo>
                  <a:pt x="178" y="84"/>
                  <a:pt x="176" y="87"/>
                  <a:pt x="176" y="89"/>
                </a:cubicBezTo>
                <a:cubicBezTo>
                  <a:pt x="176" y="92"/>
                  <a:pt x="178" y="95"/>
                  <a:pt x="181" y="95"/>
                </a:cubicBezTo>
                <a:cubicBezTo>
                  <a:pt x="190" y="95"/>
                  <a:pt x="190" y="95"/>
                  <a:pt x="190" y="95"/>
                </a:cubicBezTo>
                <a:cubicBezTo>
                  <a:pt x="191" y="95"/>
                  <a:pt x="192" y="95"/>
                  <a:pt x="192" y="96"/>
                </a:cubicBezTo>
                <a:cubicBezTo>
                  <a:pt x="192" y="97"/>
                  <a:pt x="191" y="98"/>
                  <a:pt x="190" y="98"/>
                </a:cubicBezTo>
                <a:cubicBezTo>
                  <a:pt x="181" y="98"/>
                  <a:pt x="181" y="98"/>
                  <a:pt x="181" y="98"/>
                </a:cubicBezTo>
                <a:cubicBezTo>
                  <a:pt x="178" y="98"/>
                  <a:pt x="176" y="100"/>
                  <a:pt x="176" y="103"/>
                </a:cubicBezTo>
                <a:cubicBezTo>
                  <a:pt x="176" y="106"/>
                  <a:pt x="178" y="108"/>
                  <a:pt x="181" y="108"/>
                </a:cubicBezTo>
                <a:cubicBezTo>
                  <a:pt x="228" y="108"/>
                  <a:pt x="228" y="108"/>
                  <a:pt x="228" y="108"/>
                </a:cubicBezTo>
                <a:cubicBezTo>
                  <a:pt x="229" y="108"/>
                  <a:pt x="230" y="109"/>
                  <a:pt x="230" y="110"/>
                </a:cubicBezTo>
                <a:cubicBezTo>
                  <a:pt x="230" y="111"/>
                  <a:pt x="229" y="112"/>
                  <a:pt x="228" y="112"/>
                </a:cubicBezTo>
                <a:cubicBezTo>
                  <a:pt x="200" y="112"/>
                  <a:pt x="200" y="112"/>
                  <a:pt x="200" y="112"/>
                </a:cubicBezTo>
                <a:cubicBezTo>
                  <a:pt x="197" y="112"/>
                  <a:pt x="194" y="114"/>
                  <a:pt x="194" y="117"/>
                </a:cubicBezTo>
                <a:cubicBezTo>
                  <a:pt x="194" y="119"/>
                  <a:pt x="197" y="122"/>
                  <a:pt x="200" y="122"/>
                </a:cubicBezTo>
                <a:cubicBezTo>
                  <a:pt x="229" y="122"/>
                  <a:pt x="229" y="122"/>
                  <a:pt x="229" y="122"/>
                </a:cubicBezTo>
                <a:cubicBezTo>
                  <a:pt x="230" y="122"/>
                  <a:pt x="231" y="122"/>
                  <a:pt x="231" y="123"/>
                </a:cubicBezTo>
                <a:cubicBezTo>
                  <a:pt x="231" y="124"/>
                  <a:pt x="230" y="125"/>
                  <a:pt x="229" y="125"/>
                </a:cubicBezTo>
                <a:cubicBezTo>
                  <a:pt x="190" y="125"/>
                  <a:pt x="190" y="125"/>
                  <a:pt x="190" y="125"/>
                </a:cubicBezTo>
                <a:cubicBezTo>
                  <a:pt x="187" y="125"/>
                  <a:pt x="185" y="127"/>
                  <a:pt x="185" y="130"/>
                </a:cubicBezTo>
                <a:cubicBezTo>
                  <a:pt x="185" y="133"/>
                  <a:pt x="187" y="135"/>
                  <a:pt x="190" y="135"/>
                </a:cubicBezTo>
                <a:cubicBezTo>
                  <a:pt x="203" y="135"/>
                  <a:pt x="203" y="135"/>
                  <a:pt x="203" y="135"/>
                </a:cubicBezTo>
                <a:cubicBezTo>
                  <a:pt x="204" y="135"/>
                  <a:pt x="204" y="136"/>
                  <a:pt x="204" y="137"/>
                </a:cubicBezTo>
                <a:cubicBezTo>
                  <a:pt x="204" y="138"/>
                  <a:pt x="204" y="139"/>
                  <a:pt x="203" y="139"/>
                </a:cubicBezTo>
                <a:cubicBezTo>
                  <a:pt x="190" y="139"/>
                  <a:pt x="190" y="139"/>
                  <a:pt x="190" y="139"/>
                </a:cubicBezTo>
                <a:cubicBezTo>
                  <a:pt x="187" y="139"/>
                  <a:pt x="185" y="141"/>
                  <a:pt x="185" y="144"/>
                </a:cubicBezTo>
                <a:cubicBezTo>
                  <a:pt x="185" y="147"/>
                  <a:pt x="187" y="149"/>
                  <a:pt x="190" y="149"/>
                </a:cubicBezTo>
                <a:cubicBezTo>
                  <a:pt x="238" y="149"/>
                  <a:pt x="238" y="149"/>
                  <a:pt x="238" y="149"/>
                </a:cubicBezTo>
                <a:cubicBezTo>
                  <a:pt x="239" y="149"/>
                  <a:pt x="240" y="150"/>
                  <a:pt x="240" y="151"/>
                </a:cubicBezTo>
                <a:cubicBezTo>
                  <a:pt x="240" y="151"/>
                  <a:pt x="239" y="152"/>
                  <a:pt x="238" y="152"/>
                </a:cubicBezTo>
                <a:cubicBezTo>
                  <a:pt x="180" y="152"/>
                  <a:pt x="180" y="152"/>
                  <a:pt x="180" y="152"/>
                </a:cubicBezTo>
                <a:cubicBezTo>
                  <a:pt x="177" y="152"/>
                  <a:pt x="175" y="154"/>
                  <a:pt x="175" y="157"/>
                </a:cubicBezTo>
                <a:cubicBezTo>
                  <a:pt x="175" y="160"/>
                  <a:pt x="177" y="162"/>
                  <a:pt x="180" y="162"/>
                </a:cubicBezTo>
                <a:cubicBezTo>
                  <a:pt x="247" y="162"/>
                  <a:pt x="247" y="162"/>
                  <a:pt x="247" y="162"/>
                </a:cubicBezTo>
                <a:cubicBezTo>
                  <a:pt x="248" y="162"/>
                  <a:pt x="248" y="163"/>
                  <a:pt x="248" y="164"/>
                </a:cubicBezTo>
                <a:cubicBezTo>
                  <a:pt x="248" y="165"/>
                  <a:pt x="248" y="166"/>
                  <a:pt x="247" y="166"/>
                </a:cubicBezTo>
                <a:cubicBezTo>
                  <a:pt x="187" y="166"/>
                  <a:pt x="187" y="166"/>
                  <a:pt x="187" y="166"/>
                </a:cubicBezTo>
                <a:cubicBezTo>
                  <a:pt x="184" y="166"/>
                  <a:pt x="182" y="168"/>
                  <a:pt x="182" y="171"/>
                </a:cubicBezTo>
                <a:cubicBezTo>
                  <a:pt x="182" y="174"/>
                  <a:pt x="184" y="176"/>
                  <a:pt x="187" y="176"/>
                </a:cubicBezTo>
                <a:cubicBezTo>
                  <a:pt x="260" y="176"/>
                  <a:pt x="260" y="176"/>
                  <a:pt x="260" y="176"/>
                </a:cubicBezTo>
                <a:cubicBezTo>
                  <a:pt x="261" y="176"/>
                  <a:pt x="262" y="177"/>
                  <a:pt x="262" y="178"/>
                </a:cubicBezTo>
                <a:cubicBezTo>
                  <a:pt x="262" y="179"/>
                  <a:pt x="261" y="179"/>
                  <a:pt x="260" y="179"/>
                </a:cubicBezTo>
                <a:cubicBezTo>
                  <a:pt x="213" y="179"/>
                  <a:pt x="213" y="179"/>
                  <a:pt x="213" y="179"/>
                </a:cubicBezTo>
                <a:cubicBezTo>
                  <a:pt x="211" y="179"/>
                  <a:pt x="208" y="182"/>
                  <a:pt x="208" y="185"/>
                </a:cubicBezTo>
                <a:cubicBezTo>
                  <a:pt x="208" y="187"/>
                  <a:pt x="211" y="190"/>
                  <a:pt x="213" y="190"/>
                </a:cubicBezTo>
                <a:cubicBezTo>
                  <a:pt x="247" y="190"/>
                  <a:pt x="247" y="190"/>
                  <a:pt x="247" y="190"/>
                </a:cubicBezTo>
                <a:cubicBezTo>
                  <a:pt x="248" y="190"/>
                  <a:pt x="249" y="190"/>
                  <a:pt x="249" y="191"/>
                </a:cubicBezTo>
                <a:cubicBezTo>
                  <a:pt x="249" y="192"/>
                  <a:pt x="248" y="193"/>
                  <a:pt x="247" y="193"/>
                </a:cubicBezTo>
                <a:cubicBezTo>
                  <a:pt x="216" y="193"/>
                  <a:pt x="216" y="193"/>
                  <a:pt x="216" y="193"/>
                </a:cubicBezTo>
                <a:cubicBezTo>
                  <a:pt x="213" y="193"/>
                  <a:pt x="210" y="195"/>
                  <a:pt x="210" y="198"/>
                </a:cubicBezTo>
                <a:cubicBezTo>
                  <a:pt x="210" y="201"/>
                  <a:pt x="213" y="203"/>
                  <a:pt x="216" y="203"/>
                </a:cubicBezTo>
                <a:cubicBezTo>
                  <a:pt x="248" y="203"/>
                  <a:pt x="248" y="203"/>
                  <a:pt x="248" y="203"/>
                </a:cubicBezTo>
                <a:cubicBezTo>
                  <a:pt x="249" y="203"/>
                  <a:pt x="250" y="204"/>
                  <a:pt x="250" y="205"/>
                </a:cubicBezTo>
                <a:cubicBezTo>
                  <a:pt x="250" y="206"/>
                  <a:pt x="249" y="207"/>
                  <a:pt x="248" y="207"/>
                </a:cubicBezTo>
                <a:cubicBezTo>
                  <a:pt x="217" y="207"/>
                  <a:pt x="217" y="207"/>
                  <a:pt x="217" y="207"/>
                </a:cubicBezTo>
                <a:cubicBezTo>
                  <a:pt x="214" y="207"/>
                  <a:pt x="212" y="209"/>
                  <a:pt x="212" y="212"/>
                </a:cubicBezTo>
                <a:cubicBezTo>
                  <a:pt x="212" y="214"/>
                  <a:pt x="214" y="217"/>
                  <a:pt x="217" y="217"/>
                </a:cubicBezTo>
                <a:cubicBezTo>
                  <a:pt x="240" y="217"/>
                  <a:pt x="240" y="217"/>
                  <a:pt x="240" y="217"/>
                </a:cubicBezTo>
                <a:cubicBezTo>
                  <a:pt x="241" y="217"/>
                  <a:pt x="241" y="217"/>
                  <a:pt x="241" y="218"/>
                </a:cubicBezTo>
                <a:cubicBezTo>
                  <a:pt x="241" y="219"/>
                  <a:pt x="241" y="220"/>
                  <a:pt x="240" y="220"/>
                </a:cubicBezTo>
                <a:cubicBezTo>
                  <a:pt x="222" y="220"/>
                  <a:pt x="222" y="220"/>
                  <a:pt x="222" y="220"/>
                </a:cubicBezTo>
                <a:cubicBezTo>
                  <a:pt x="219" y="220"/>
                  <a:pt x="217" y="222"/>
                  <a:pt x="217" y="225"/>
                </a:cubicBezTo>
                <a:cubicBezTo>
                  <a:pt x="217" y="228"/>
                  <a:pt x="219" y="230"/>
                  <a:pt x="222" y="230"/>
                </a:cubicBezTo>
                <a:cubicBezTo>
                  <a:pt x="231" y="230"/>
                  <a:pt x="231" y="230"/>
                  <a:pt x="231" y="230"/>
                </a:cubicBezTo>
                <a:cubicBezTo>
                  <a:pt x="232" y="230"/>
                  <a:pt x="232" y="231"/>
                  <a:pt x="232" y="232"/>
                </a:cubicBezTo>
                <a:cubicBezTo>
                  <a:pt x="232" y="233"/>
                  <a:pt x="232" y="234"/>
                  <a:pt x="231" y="234"/>
                </a:cubicBezTo>
                <a:cubicBezTo>
                  <a:pt x="230" y="234"/>
                  <a:pt x="230" y="234"/>
                  <a:pt x="230" y="234"/>
                </a:cubicBezTo>
                <a:cubicBezTo>
                  <a:pt x="225" y="234"/>
                  <a:pt x="222" y="237"/>
                  <a:pt x="222" y="242"/>
                </a:cubicBezTo>
                <a:cubicBezTo>
                  <a:pt x="222" y="247"/>
                  <a:pt x="225" y="251"/>
                  <a:pt x="230" y="251"/>
                </a:cubicBezTo>
                <a:cubicBezTo>
                  <a:pt x="240" y="251"/>
                  <a:pt x="240" y="251"/>
                  <a:pt x="240" y="251"/>
                </a:cubicBezTo>
                <a:cubicBezTo>
                  <a:pt x="243" y="251"/>
                  <a:pt x="245" y="253"/>
                  <a:pt x="245" y="256"/>
                </a:cubicBezTo>
                <a:cubicBezTo>
                  <a:pt x="245" y="259"/>
                  <a:pt x="243" y="261"/>
                  <a:pt x="240" y="261"/>
                </a:cubicBezTo>
                <a:cubicBezTo>
                  <a:pt x="105" y="261"/>
                  <a:pt x="105" y="261"/>
                  <a:pt x="105" y="261"/>
                </a:cubicBezTo>
                <a:cubicBezTo>
                  <a:pt x="104" y="261"/>
                  <a:pt x="103" y="260"/>
                  <a:pt x="103" y="259"/>
                </a:cubicBezTo>
                <a:cubicBezTo>
                  <a:pt x="103" y="258"/>
                  <a:pt x="104" y="257"/>
                  <a:pt x="105" y="257"/>
                </a:cubicBezTo>
                <a:cubicBezTo>
                  <a:pt x="112" y="257"/>
                  <a:pt x="112" y="257"/>
                  <a:pt x="112" y="257"/>
                </a:cubicBezTo>
                <a:cubicBezTo>
                  <a:pt x="114" y="257"/>
                  <a:pt x="116" y="255"/>
                  <a:pt x="116" y="252"/>
                </a:cubicBezTo>
                <a:cubicBezTo>
                  <a:pt x="116" y="250"/>
                  <a:pt x="114" y="247"/>
                  <a:pt x="112" y="247"/>
                </a:cubicBezTo>
                <a:cubicBezTo>
                  <a:pt x="105" y="247"/>
                  <a:pt x="105" y="247"/>
                  <a:pt x="105" y="247"/>
                </a:cubicBezTo>
                <a:cubicBezTo>
                  <a:pt x="104" y="247"/>
                  <a:pt x="103" y="247"/>
                  <a:pt x="103" y="246"/>
                </a:cubicBezTo>
                <a:cubicBezTo>
                  <a:pt x="103" y="245"/>
                  <a:pt x="104" y="244"/>
                  <a:pt x="105" y="244"/>
                </a:cubicBezTo>
                <a:cubicBezTo>
                  <a:pt x="117" y="244"/>
                  <a:pt x="117" y="244"/>
                  <a:pt x="117" y="244"/>
                </a:cubicBezTo>
                <a:cubicBezTo>
                  <a:pt x="120" y="244"/>
                  <a:pt x="122" y="242"/>
                  <a:pt x="122" y="239"/>
                </a:cubicBezTo>
                <a:cubicBezTo>
                  <a:pt x="122" y="236"/>
                  <a:pt x="120" y="234"/>
                  <a:pt x="117" y="234"/>
                </a:cubicBezTo>
                <a:cubicBezTo>
                  <a:pt x="104" y="234"/>
                  <a:pt x="104" y="234"/>
                  <a:pt x="104" y="234"/>
                </a:cubicBezTo>
                <a:cubicBezTo>
                  <a:pt x="103" y="234"/>
                  <a:pt x="102" y="233"/>
                  <a:pt x="102" y="232"/>
                </a:cubicBezTo>
                <a:cubicBezTo>
                  <a:pt x="102" y="231"/>
                  <a:pt x="103" y="230"/>
                  <a:pt x="104" y="230"/>
                </a:cubicBezTo>
                <a:cubicBezTo>
                  <a:pt x="130" y="230"/>
                  <a:pt x="130" y="230"/>
                  <a:pt x="130" y="230"/>
                </a:cubicBezTo>
                <a:cubicBezTo>
                  <a:pt x="133" y="230"/>
                  <a:pt x="135" y="228"/>
                  <a:pt x="135" y="225"/>
                </a:cubicBezTo>
                <a:cubicBezTo>
                  <a:pt x="135" y="222"/>
                  <a:pt x="133" y="220"/>
                  <a:pt x="130" y="220"/>
                </a:cubicBezTo>
                <a:cubicBezTo>
                  <a:pt x="105" y="220"/>
                  <a:pt x="105" y="220"/>
                  <a:pt x="105" y="220"/>
                </a:cubicBezTo>
                <a:cubicBezTo>
                  <a:pt x="104" y="220"/>
                  <a:pt x="104" y="219"/>
                  <a:pt x="104" y="218"/>
                </a:cubicBezTo>
                <a:cubicBezTo>
                  <a:pt x="104" y="217"/>
                  <a:pt x="104" y="217"/>
                  <a:pt x="105" y="217"/>
                </a:cubicBezTo>
                <a:cubicBezTo>
                  <a:pt x="140" y="217"/>
                  <a:pt x="140" y="217"/>
                  <a:pt x="140" y="217"/>
                </a:cubicBezTo>
                <a:cubicBezTo>
                  <a:pt x="143" y="217"/>
                  <a:pt x="145" y="214"/>
                  <a:pt x="145" y="212"/>
                </a:cubicBezTo>
                <a:cubicBezTo>
                  <a:pt x="145" y="209"/>
                  <a:pt x="143" y="207"/>
                  <a:pt x="140" y="207"/>
                </a:cubicBezTo>
                <a:cubicBezTo>
                  <a:pt x="99" y="207"/>
                  <a:pt x="99" y="207"/>
                  <a:pt x="99" y="207"/>
                </a:cubicBezTo>
                <a:cubicBezTo>
                  <a:pt x="98" y="207"/>
                  <a:pt x="97" y="206"/>
                  <a:pt x="97" y="205"/>
                </a:cubicBezTo>
                <a:cubicBezTo>
                  <a:pt x="97" y="204"/>
                  <a:pt x="98" y="203"/>
                  <a:pt x="99" y="203"/>
                </a:cubicBezTo>
                <a:cubicBezTo>
                  <a:pt x="143" y="203"/>
                  <a:pt x="143" y="203"/>
                  <a:pt x="143" y="203"/>
                </a:cubicBezTo>
                <a:cubicBezTo>
                  <a:pt x="146" y="203"/>
                  <a:pt x="148" y="201"/>
                  <a:pt x="148" y="198"/>
                </a:cubicBezTo>
                <a:cubicBezTo>
                  <a:pt x="148" y="195"/>
                  <a:pt x="146" y="193"/>
                  <a:pt x="143" y="193"/>
                </a:cubicBezTo>
                <a:cubicBezTo>
                  <a:pt x="89" y="193"/>
                  <a:pt x="89" y="193"/>
                  <a:pt x="89" y="193"/>
                </a:cubicBezTo>
                <a:cubicBezTo>
                  <a:pt x="88" y="193"/>
                  <a:pt x="88" y="192"/>
                  <a:pt x="88" y="191"/>
                </a:cubicBezTo>
                <a:cubicBezTo>
                  <a:pt x="88" y="190"/>
                  <a:pt x="88" y="190"/>
                  <a:pt x="89" y="190"/>
                </a:cubicBezTo>
                <a:cubicBezTo>
                  <a:pt x="125" y="190"/>
                  <a:pt x="125" y="190"/>
                  <a:pt x="125" y="190"/>
                </a:cubicBezTo>
                <a:cubicBezTo>
                  <a:pt x="128" y="190"/>
                  <a:pt x="130" y="187"/>
                  <a:pt x="130" y="185"/>
                </a:cubicBezTo>
                <a:cubicBezTo>
                  <a:pt x="130" y="182"/>
                  <a:pt x="128" y="179"/>
                  <a:pt x="125" y="179"/>
                </a:cubicBezTo>
                <a:cubicBezTo>
                  <a:pt x="80" y="179"/>
                  <a:pt x="80" y="179"/>
                  <a:pt x="80" y="179"/>
                </a:cubicBezTo>
                <a:cubicBezTo>
                  <a:pt x="79" y="179"/>
                  <a:pt x="78" y="179"/>
                  <a:pt x="78" y="178"/>
                </a:cubicBezTo>
                <a:cubicBezTo>
                  <a:pt x="78" y="177"/>
                  <a:pt x="79" y="176"/>
                  <a:pt x="80" y="176"/>
                </a:cubicBezTo>
                <a:cubicBezTo>
                  <a:pt x="84" y="176"/>
                  <a:pt x="84" y="176"/>
                  <a:pt x="84" y="176"/>
                </a:cubicBezTo>
                <a:cubicBezTo>
                  <a:pt x="86" y="176"/>
                  <a:pt x="89" y="174"/>
                  <a:pt x="89" y="171"/>
                </a:cubicBezTo>
                <a:cubicBezTo>
                  <a:pt x="89" y="168"/>
                  <a:pt x="86" y="166"/>
                  <a:pt x="84" y="166"/>
                </a:cubicBezTo>
                <a:cubicBezTo>
                  <a:pt x="65" y="166"/>
                  <a:pt x="65" y="166"/>
                  <a:pt x="65" y="166"/>
                </a:cubicBezTo>
                <a:cubicBezTo>
                  <a:pt x="64" y="166"/>
                  <a:pt x="63" y="165"/>
                  <a:pt x="63" y="164"/>
                </a:cubicBezTo>
                <a:cubicBezTo>
                  <a:pt x="63" y="163"/>
                  <a:pt x="64" y="162"/>
                  <a:pt x="65" y="162"/>
                </a:cubicBezTo>
                <a:cubicBezTo>
                  <a:pt x="65" y="162"/>
                  <a:pt x="65" y="162"/>
                  <a:pt x="65" y="162"/>
                </a:cubicBezTo>
                <a:cubicBezTo>
                  <a:pt x="68" y="162"/>
                  <a:pt x="70" y="160"/>
                  <a:pt x="70" y="157"/>
                </a:cubicBezTo>
                <a:cubicBezTo>
                  <a:pt x="70" y="154"/>
                  <a:pt x="68" y="152"/>
                  <a:pt x="65" y="152"/>
                </a:cubicBezTo>
                <a:cubicBezTo>
                  <a:pt x="56" y="152"/>
                  <a:pt x="56" y="152"/>
                  <a:pt x="56" y="152"/>
                </a:cubicBezTo>
                <a:cubicBezTo>
                  <a:pt x="55" y="152"/>
                  <a:pt x="54" y="151"/>
                  <a:pt x="54" y="151"/>
                </a:cubicBezTo>
                <a:cubicBezTo>
                  <a:pt x="54" y="150"/>
                  <a:pt x="55" y="149"/>
                  <a:pt x="56" y="149"/>
                </a:cubicBezTo>
                <a:cubicBezTo>
                  <a:pt x="63" y="149"/>
                  <a:pt x="63" y="149"/>
                  <a:pt x="63" y="149"/>
                </a:cubicBezTo>
                <a:cubicBezTo>
                  <a:pt x="66" y="149"/>
                  <a:pt x="68" y="147"/>
                  <a:pt x="68" y="144"/>
                </a:cubicBezTo>
                <a:cubicBezTo>
                  <a:pt x="68" y="141"/>
                  <a:pt x="66" y="139"/>
                  <a:pt x="63" y="139"/>
                </a:cubicBezTo>
                <a:cubicBezTo>
                  <a:pt x="45" y="139"/>
                  <a:pt x="45" y="139"/>
                  <a:pt x="45" y="139"/>
                </a:cubicBezTo>
                <a:cubicBezTo>
                  <a:pt x="44" y="139"/>
                  <a:pt x="43" y="138"/>
                  <a:pt x="43" y="137"/>
                </a:cubicBezTo>
                <a:cubicBezTo>
                  <a:pt x="43" y="136"/>
                  <a:pt x="44" y="135"/>
                  <a:pt x="45" y="135"/>
                </a:cubicBezTo>
                <a:cubicBezTo>
                  <a:pt x="90" y="135"/>
                  <a:pt x="90" y="135"/>
                  <a:pt x="90" y="135"/>
                </a:cubicBezTo>
                <a:cubicBezTo>
                  <a:pt x="93" y="135"/>
                  <a:pt x="95" y="133"/>
                  <a:pt x="95" y="130"/>
                </a:cubicBezTo>
                <a:cubicBezTo>
                  <a:pt x="95" y="127"/>
                  <a:pt x="93" y="125"/>
                  <a:pt x="90" y="125"/>
                </a:cubicBezTo>
                <a:cubicBezTo>
                  <a:pt x="39" y="125"/>
                  <a:pt x="39" y="125"/>
                  <a:pt x="39" y="125"/>
                </a:cubicBezTo>
                <a:cubicBezTo>
                  <a:pt x="38" y="125"/>
                  <a:pt x="37" y="124"/>
                  <a:pt x="37" y="123"/>
                </a:cubicBezTo>
                <a:cubicBezTo>
                  <a:pt x="37" y="122"/>
                  <a:pt x="38" y="122"/>
                  <a:pt x="39" y="122"/>
                </a:cubicBezTo>
                <a:cubicBezTo>
                  <a:pt x="102" y="122"/>
                  <a:pt x="102" y="122"/>
                  <a:pt x="102" y="122"/>
                </a:cubicBezTo>
                <a:cubicBezTo>
                  <a:pt x="105" y="122"/>
                  <a:pt x="107" y="119"/>
                  <a:pt x="107" y="117"/>
                </a:cubicBezTo>
                <a:cubicBezTo>
                  <a:pt x="107" y="114"/>
                  <a:pt x="105" y="112"/>
                  <a:pt x="102" y="112"/>
                </a:cubicBezTo>
                <a:cubicBezTo>
                  <a:pt x="43" y="112"/>
                  <a:pt x="43" y="112"/>
                  <a:pt x="43" y="112"/>
                </a:cubicBezTo>
                <a:cubicBezTo>
                  <a:pt x="42" y="112"/>
                  <a:pt x="41" y="111"/>
                  <a:pt x="41" y="110"/>
                </a:cubicBezTo>
                <a:cubicBezTo>
                  <a:pt x="41" y="109"/>
                  <a:pt x="42" y="108"/>
                  <a:pt x="43" y="108"/>
                </a:cubicBezTo>
                <a:cubicBezTo>
                  <a:pt x="122" y="108"/>
                  <a:pt x="122" y="108"/>
                  <a:pt x="122" y="108"/>
                </a:cubicBezTo>
                <a:cubicBezTo>
                  <a:pt x="125" y="108"/>
                  <a:pt x="128" y="106"/>
                  <a:pt x="128" y="103"/>
                </a:cubicBezTo>
                <a:cubicBezTo>
                  <a:pt x="128" y="100"/>
                  <a:pt x="125" y="98"/>
                  <a:pt x="122" y="98"/>
                </a:cubicBezTo>
                <a:cubicBezTo>
                  <a:pt x="39" y="98"/>
                  <a:pt x="39" y="98"/>
                  <a:pt x="39" y="98"/>
                </a:cubicBezTo>
                <a:cubicBezTo>
                  <a:pt x="38" y="98"/>
                  <a:pt x="37" y="97"/>
                  <a:pt x="37" y="96"/>
                </a:cubicBezTo>
                <a:cubicBezTo>
                  <a:pt x="37" y="95"/>
                  <a:pt x="38" y="95"/>
                  <a:pt x="39" y="95"/>
                </a:cubicBezTo>
                <a:cubicBezTo>
                  <a:pt x="123" y="95"/>
                  <a:pt x="123" y="95"/>
                  <a:pt x="123" y="95"/>
                </a:cubicBezTo>
                <a:cubicBezTo>
                  <a:pt x="126" y="95"/>
                  <a:pt x="128" y="92"/>
                  <a:pt x="128" y="89"/>
                </a:cubicBezTo>
                <a:cubicBezTo>
                  <a:pt x="128" y="89"/>
                  <a:pt x="128" y="88"/>
                  <a:pt x="128" y="88"/>
                </a:cubicBezTo>
                <a:cubicBezTo>
                  <a:pt x="148" y="88"/>
                  <a:pt x="148" y="88"/>
                  <a:pt x="148" y="88"/>
                </a:cubicBezTo>
                <a:cubicBezTo>
                  <a:pt x="150" y="88"/>
                  <a:pt x="152" y="85"/>
                  <a:pt x="152" y="83"/>
                </a:cubicBezTo>
                <a:cubicBezTo>
                  <a:pt x="152" y="80"/>
                  <a:pt x="150" y="78"/>
                  <a:pt x="148" y="78"/>
                </a:cubicBezTo>
                <a:cubicBezTo>
                  <a:pt x="142" y="78"/>
                  <a:pt x="142" y="78"/>
                  <a:pt x="142" y="78"/>
                </a:cubicBezTo>
                <a:cubicBezTo>
                  <a:pt x="141" y="78"/>
                  <a:pt x="140" y="77"/>
                  <a:pt x="140" y="76"/>
                </a:cubicBezTo>
                <a:cubicBezTo>
                  <a:pt x="140" y="75"/>
                  <a:pt x="141" y="74"/>
                  <a:pt x="142" y="74"/>
                </a:cubicBezTo>
                <a:cubicBezTo>
                  <a:pt x="170" y="74"/>
                  <a:pt x="170" y="74"/>
                  <a:pt x="170" y="74"/>
                </a:cubicBezTo>
                <a:cubicBezTo>
                  <a:pt x="173" y="74"/>
                  <a:pt x="175" y="72"/>
                  <a:pt x="175" y="69"/>
                </a:cubicBezTo>
                <a:cubicBezTo>
                  <a:pt x="175" y="66"/>
                  <a:pt x="173" y="64"/>
                  <a:pt x="170" y="64"/>
                </a:cubicBezTo>
                <a:cubicBezTo>
                  <a:pt x="142" y="64"/>
                  <a:pt x="142" y="64"/>
                  <a:pt x="142" y="64"/>
                </a:cubicBezTo>
                <a:cubicBezTo>
                  <a:pt x="141" y="64"/>
                  <a:pt x="140" y="63"/>
                  <a:pt x="140" y="62"/>
                </a:cubicBezTo>
                <a:cubicBezTo>
                  <a:pt x="140" y="62"/>
                  <a:pt x="141" y="61"/>
                  <a:pt x="142" y="61"/>
                </a:cubicBezTo>
                <a:cubicBezTo>
                  <a:pt x="173" y="61"/>
                  <a:pt x="173" y="61"/>
                  <a:pt x="173" y="61"/>
                </a:cubicBezTo>
                <a:cubicBezTo>
                  <a:pt x="176" y="61"/>
                  <a:pt x="178" y="58"/>
                  <a:pt x="178" y="56"/>
                </a:cubicBezTo>
                <a:cubicBezTo>
                  <a:pt x="178" y="53"/>
                  <a:pt x="176" y="50"/>
                  <a:pt x="173" y="50"/>
                </a:cubicBezTo>
                <a:cubicBezTo>
                  <a:pt x="137" y="50"/>
                  <a:pt x="137" y="50"/>
                  <a:pt x="137" y="50"/>
                </a:cubicBezTo>
                <a:cubicBezTo>
                  <a:pt x="136" y="50"/>
                  <a:pt x="135" y="50"/>
                  <a:pt x="135" y="49"/>
                </a:cubicBezTo>
                <a:cubicBezTo>
                  <a:pt x="135" y="48"/>
                  <a:pt x="136" y="47"/>
                  <a:pt x="137" y="47"/>
                </a:cubicBezTo>
                <a:cubicBezTo>
                  <a:pt x="177" y="47"/>
                  <a:pt x="177" y="47"/>
                  <a:pt x="177" y="47"/>
                </a:cubicBezTo>
                <a:cubicBezTo>
                  <a:pt x="179" y="47"/>
                  <a:pt x="182" y="45"/>
                  <a:pt x="182" y="42"/>
                </a:cubicBezTo>
                <a:cubicBezTo>
                  <a:pt x="182" y="39"/>
                  <a:pt x="179" y="37"/>
                  <a:pt x="177" y="37"/>
                </a:cubicBezTo>
                <a:cubicBezTo>
                  <a:pt x="132" y="37"/>
                  <a:pt x="132" y="37"/>
                  <a:pt x="132" y="37"/>
                </a:cubicBezTo>
                <a:cubicBezTo>
                  <a:pt x="132" y="37"/>
                  <a:pt x="131" y="36"/>
                  <a:pt x="131" y="35"/>
                </a:cubicBezTo>
                <a:cubicBezTo>
                  <a:pt x="131" y="34"/>
                  <a:pt x="132" y="34"/>
                  <a:pt x="132" y="34"/>
                </a:cubicBezTo>
                <a:cubicBezTo>
                  <a:pt x="178" y="34"/>
                  <a:pt x="178" y="34"/>
                  <a:pt x="178" y="34"/>
                </a:cubicBezTo>
                <a:cubicBezTo>
                  <a:pt x="181" y="34"/>
                  <a:pt x="183" y="31"/>
                  <a:pt x="183" y="28"/>
                </a:cubicBezTo>
                <a:cubicBezTo>
                  <a:pt x="183" y="26"/>
                  <a:pt x="181" y="23"/>
                  <a:pt x="178" y="23"/>
                </a:cubicBezTo>
                <a:cubicBezTo>
                  <a:pt x="147" y="23"/>
                  <a:pt x="147" y="23"/>
                  <a:pt x="147" y="23"/>
                </a:cubicBezTo>
                <a:cubicBezTo>
                  <a:pt x="146" y="23"/>
                  <a:pt x="145" y="23"/>
                  <a:pt x="145" y="22"/>
                </a:cubicBezTo>
                <a:cubicBezTo>
                  <a:pt x="145" y="21"/>
                  <a:pt x="146" y="20"/>
                  <a:pt x="147" y="20"/>
                </a:cubicBezTo>
                <a:cubicBezTo>
                  <a:pt x="292" y="20"/>
                  <a:pt x="292" y="20"/>
                  <a:pt x="292" y="20"/>
                </a:cubicBezTo>
                <a:cubicBezTo>
                  <a:pt x="292" y="20"/>
                  <a:pt x="293" y="21"/>
                  <a:pt x="293" y="22"/>
                </a:cubicBezTo>
                <a:cubicBezTo>
                  <a:pt x="293" y="23"/>
                  <a:pt x="292" y="23"/>
                  <a:pt x="292" y="23"/>
                </a:cubicBezTo>
                <a:cubicBezTo>
                  <a:pt x="289" y="23"/>
                  <a:pt x="289" y="23"/>
                  <a:pt x="289" y="23"/>
                </a:cubicBezTo>
                <a:cubicBezTo>
                  <a:pt x="286" y="23"/>
                  <a:pt x="284" y="26"/>
                  <a:pt x="284" y="28"/>
                </a:cubicBezTo>
                <a:cubicBezTo>
                  <a:pt x="284" y="31"/>
                  <a:pt x="286" y="34"/>
                  <a:pt x="289" y="34"/>
                </a:cubicBezTo>
                <a:cubicBezTo>
                  <a:pt x="399" y="34"/>
                  <a:pt x="399" y="34"/>
                  <a:pt x="399" y="34"/>
                </a:cubicBezTo>
                <a:cubicBezTo>
                  <a:pt x="400" y="34"/>
                  <a:pt x="401" y="34"/>
                  <a:pt x="401" y="35"/>
                </a:cubicBezTo>
                <a:cubicBezTo>
                  <a:pt x="401" y="36"/>
                  <a:pt x="400" y="37"/>
                  <a:pt x="399" y="37"/>
                </a:cubicBezTo>
                <a:cubicBezTo>
                  <a:pt x="253" y="37"/>
                  <a:pt x="253" y="37"/>
                  <a:pt x="253" y="37"/>
                </a:cubicBezTo>
                <a:cubicBezTo>
                  <a:pt x="251" y="37"/>
                  <a:pt x="248" y="39"/>
                  <a:pt x="248" y="42"/>
                </a:cubicBezTo>
                <a:cubicBezTo>
                  <a:pt x="248" y="45"/>
                  <a:pt x="251" y="47"/>
                  <a:pt x="253" y="47"/>
                </a:cubicBezTo>
                <a:cubicBezTo>
                  <a:pt x="397" y="47"/>
                  <a:pt x="397" y="47"/>
                  <a:pt x="397" y="47"/>
                </a:cubicBezTo>
                <a:cubicBezTo>
                  <a:pt x="398" y="47"/>
                  <a:pt x="399" y="48"/>
                  <a:pt x="399" y="49"/>
                </a:cubicBezTo>
                <a:cubicBezTo>
                  <a:pt x="399" y="50"/>
                  <a:pt x="398" y="50"/>
                  <a:pt x="397" y="50"/>
                </a:cubicBezTo>
                <a:cubicBezTo>
                  <a:pt x="270" y="50"/>
                  <a:pt x="270" y="50"/>
                  <a:pt x="270" y="50"/>
                </a:cubicBezTo>
                <a:cubicBezTo>
                  <a:pt x="267" y="50"/>
                  <a:pt x="265" y="53"/>
                  <a:pt x="265" y="56"/>
                </a:cubicBezTo>
                <a:cubicBezTo>
                  <a:pt x="265" y="58"/>
                  <a:pt x="267" y="61"/>
                  <a:pt x="270" y="61"/>
                </a:cubicBezTo>
                <a:cubicBezTo>
                  <a:pt x="396" y="61"/>
                  <a:pt x="396" y="61"/>
                  <a:pt x="396" y="61"/>
                </a:cubicBezTo>
                <a:cubicBezTo>
                  <a:pt x="397" y="61"/>
                  <a:pt x="398" y="62"/>
                  <a:pt x="398" y="62"/>
                </a:cubicBezTo>
                <a:cubicBezTo>
                  <a:pt x="398" y="63"/>
                  <a:pt x="397" y="64"/>
                  <a:pt x="396" y="64"/>
                </a:cubicBezTo>
                <a:cubicBezTo>
                  <a:pt x="222" y="64"/>
                  <a:pt x="222" y="64"/>
                  <a:pt x="222" y="64"/>
                </a:cubicBezTo>
                <a:cubicBezTo>
                  <a:pt x="219" y="64"/>
                  <a:pt x="217" y="66"/>
                  <a:pt x="217" y="69"/>
                </a:cubicBezTo>
                <a:cubicBezTo>
                  <a:pt x="217" y="72"/>
                  <a:pt x="219" y="74"/>
                  <a:pt x="222" y="74"/>
                </a:cubicBezTo>
                <a:cubicBezTo>
                  <a:pt x="366" y="74"/>
                  <a:pt x="366" y="74"/>
                  <a:pt x="366" y="74"/>
                </a:cubicBezTo>
                <a:cubicBezTo>
                  <a:pt x="367" y="74"/>
                  <a:pt x="368" y="75"/>
                  <a:pt x="368" y="76"/>
                </a:cubicBezTo>
                <a:cubicBezTo>
                  <a:pt x="368" y="77"/>
                  <a:pt x="367" y="78"/>
                  <a:pt x="366" y="78"/>
                </a:cubicBezTo>
                <a:cubicBezTo>
                  <a:pt x="209" y="78"/>
                  <a:pt x="209" y="78"/>
                  <a:pt x="209" y="78"/>
                </a:cubicBezTo>
                <a:cubicBezTo>
                  <a:pt x="207" y="78"/>
                  <a:pt x="204" y="80"/>
                  <a:pt x="204" y="83"/>
                </a:cubicBezTo>
                <a:cubicBezTo>
                  <a:pt x="204" y="83"/>
                  <a:pt x="204" y="84"/>
                  <a:pt x="205" y="84"/>
                </a:cubicBezTo>
                <a:close/>
                <a:moveTo>
                  <a:pt x="471" y="200"/>
                </a:moveTo>
                <a:cubicBezTo>
                  <a:pt x="469" y="200"/>
                  <a:pt x="467" y="202"/>
                  <a:pt x="467" y="205"/>
                </a:cubicBezTo>
                <a:cubicBezTo>
                  <a:pt x="467" y="206"/>
                  <a:pt x="468" y="208"/>
                  <a:pt x="470" y="209"/>
                </a:cubicBezTo>
                <a:cubicBezTo>
                  <a:pt x="468" y="223"/>
                  <a:pt x="456" y="234"/>
                  <a:pt x="442" y="234"/>
                </a:cubicBezTo>
                <a:cubicBezTo>
                  <a:pt x="422" y="234"/>
                  <a:pt x="422" y="234"/>
                  <a:pt x="422" y="234"/>
                </a:cubicBezTo>
                <a:cubicBezTo>
                  <a:pt x="419" y="234"/>
                  <a:pt x="417" y="236"/>
                  <a:pt x="417" y="239"/>
                </a:cubicBezTo>
                <a:cubicBezTo>
                  <a:pt x="417" y="242"/>
                  <a:pt x="419" y="244"/>
                  <a:pt x="422" y="244"/>
                </a:cubicBezTo>
                <a:cubicBezTo>
                  <a:pt x="434" y="244"/>
                  <a:pt x="434" y="244"/>
                  <a:pt x="434" y="244"/>
                </a:cubicBezTo>
                <a:cubicBezTo>
                  <a:pt x="435" y="244"/>
                  <a:pt x="436" y="245"/>
                  <a:pt x="436" y="246"/>
                </a:cubicBezTo>
                <a:cubicBezTo>
                  <a:pt x="436" y="247"/>
                  <a:pt x="435" y="247"/>
                  <a:pt x="434" y="247"/>
                </a:cubicBezTo>
                <a:cubicBezTo>
                  <a:pt x="423" y="247"/>
                  <a:pt x="423" y="247"/>
                  <a:pt x="423" y="247"/>
                </a:cubicBezTo>
                <a:cubicBezTo>
                  <a:pt x="420" y="247"/>
                  <a:pt x="418" y="250"/>
                  <a:pt x="418" y="252"/>
                </a:cubicBezTo>
                <a:cubicBezTo>
                  <a:pt x="418" y="255"/>
                  <a:pt x="420" y="258"/>
                  <a:pt x="423" y="258"/>
                </a:cubicBezTo>
                <a:cubicBezTo>
                  <a:pt x="430" y="258"/>
                  <a:pt x="430" y="258"/>
                  <a:pt x="430" y="258"/>
                </a:cubicBezTo>
                <a:cubicBezTo>
                  <a:pt x="431" y="258"/>
                  <a:pt x="432" y="258"/>
                  <a:pt x="432" y="259"/>
                </a:cubicBezTo>
                <a:cubicBezTo>
                  <a:pt x="432" y="260"/>
                  <a:pt x="431" y="261"/>
                  <a:pt x="430" y="261"/>
                </a:cubicBezTo>
                <a:cubicBezTo>
                  <a:pt x="416" y="261"/>
                  <a:pt x="416" y="261"/>
                  <a:pt x="416" y="261"/>
                </a:cubicBezTo>
                <a:cubicBezTo>
                  <a:pt x="413" y="261"/>
                  <a:pt x="411" y="263"/>
                  <a:pt x="411" y="266"/>
                </a:cubicBezTo>
                <a:cubicBezTo>
                  <a:pt x="411" y="269"/>
                  <a:pt x="413" y="271"/>
                  <a:pt x="416" y="271"/>
                </a:cubicBezTo>
                <a:cubicBezTo>
                  <a:pt x="421" y="271"/>
                  <a:pt x="421" y="271"/>
                  <a:pt x="421" y="271"/>
                </a:cubicBezTo>
                <a:cubicBezTo>
                  <a:pt x="422" y="271"/>
                  <a:pt x="423" y="272"/>
                  <a:pt x="423" y="273"/>
                </a:cubicBezTo>
                <a:cubicBezTo>
                  <a:pt x="423" y="274"/>
                  <a:pt x="422" y="275"/>
                  <a:pt x="421" y="275"/>
                </a:cubicBezTo>
                <a:cubicBezTo>
                  <a:pt x="389" y="275"/>
                  <a:pt x="389" y="275"/>
                  <a:pt x="389" y="275"/>
                </a:cubicBezTo>
                <a:cubicBezTo>
                  <a:pt x="386" y="275"/>
                  <a:pt x="384" y="272"/>
                  <a:pt x="384" y="269"/>
                </a:cubicBezTo>
                <a:cubicBezTo>
                  <a:pt x="384" y="267"/>
                  <a:pt x="386" y="264"/>
                  <a:pt x="389" y="264"/>
                </a:cubicBezTo>
                <a:cubicBezTo>
                  <a:pt x="391" y="264"/>
                  <a:pt x="391" y="264"/>
                  <a:pt x="391" y="264"/>
                </a:cubicBezTo>
                <a:cubicBezTo>
                  <a:pt x="393" y="264"/>
                  <a:pt x="396" y="262"/>
                  <a:pt x="396" y="259"/>
                </a:cubicBezTo>
                <a:cubicBezTo>
                  <a:pt x="396" y="256"/>
                  <a:pt x="393" y="254"/>
                  <a:pt x="391" y="254"/>
                </a:cubicBezTo>
                <a:cubicBezTo>
                  <a:pt x="385" y="254"/>
                  <a:pt x="385" y="254"/>
                  <a:pt x="385" y="254"/>
                </a:cubicBezTo>
                <a:cubicBezTo>
                  <a:pt x="384" y="254"/>
                  <a:pt x="384" y="253"/>
                  <a:pt x="384" y="252"/>
                </a:cubicBezTo>
                <a:cubicBezTo>
                  <a:pt x="384" y="251"/>
                  <a:pt x="384" y="251"/>
                  <a:pt x="385" y="251"/>
                </a:cubicBezTo>
                <a:cubicBezTo>
                  <a:pt x="399" y="251"/>
                  <a:pt x="399" y="251"/>
                  <a:pt x="399" y="251"/>
                </a:cubicBezTo>
                <a:cubicBezTo>
                  <a:pt x="402" y="251"/>
                  <a:pt x="404" y="248"/>
                  <a:pt x="404" y="246"/>
                </a:cubicBezTo>
                <a:cubicBezTo>
                  <a:pt x="404" y="243"/>
                  <a:pt x="402" y="241"/>
                  <a:pt x="399" y="241"/>
                </a:cubicBezTo>
                <a:cubicBezTo>
                  <a:pt x="355" y="241"/>
                  <a:pt x="355" y="241"/>
                  <a:pt x="355" y="241"/>
                </a:cubicBezTo>
                <a:cubicBezTo>
                  <a:pt x="354" y="241"/>
                  <a:pt x="353" y="240"/>
                  <a:pt x="353" y="239"/>
                </a:cubicBezTo>
                <a:cubicBezTo>
                  <a:pt x="353" y="238"/>
                  <a:pt x="354" y="237"/>
                  <a:pt x="355" y="237"/>
                </a:cubicBezTo>
                <a:cubicBezTo>
                  <a:pt x="403" y="237"/>
                  <a:pt x="403" y="237"/>
                  <a:pt x="403" y="237"/>
                </a:cubicBezTo>
                <a:cubicBezTo>
                  <a:pt x="406" y="237"/>
                  <a:pt x="408" y="235"/>
                  <a:pt x="408" y="232"/>
                </a:cubicBezTo>
                <a:cubicBezTo>
                  <a:pt x="408" y="229"/>
                  <a:pt x="406" y="227"/>
                  <a:pt x="403" y="227"/>
                </a:cubicBezTo>
                <a:cubicBezTo>
                  <a:pt x="354" y="227"/>
                  <a:pt x="354" y="227"/>
                  <a:pt x="354" y="227"/>
                </a:cubicBezTo>
                <a:cubicBezTo>
                  <a:pt x="353" y="227"/>
                  <a:pt x="352" y="226"/>
                  <a:pt x="352" y="225"/>
                </a:cubicBezTo>
                <a:cubicBezTo>
                  <a:pt x="352" y="224"/>
                  <a:pt x="353" y="224"/>
                  <a:pt x="354" y="224"/>
                </a:cubicBezTo>
                <a:cubicBezTo>
                  <a:pt x="400" y="224"/>
                  <a:pt x="400" y="224"/>
                  <a:pt x="400" y="224"/>
                </a:cubicBezTo>
                <a:cubicBezTo>
                  <a:pt x="403" y="224"/>
                  <a:pt x="405" y="221"/>
                  <a:pt x="405" y="218"/>
                </a:cubicBezTo>
                <a:cubicBezTo>
                  <a:pt x="405" y="216"/>
                  <a:pt x="403" y="213"/>
                  <a:pt x="400" y="213"/>
                </a:cubicBezTo>
                <a:cubicBezTo>
                  <a:pt x="365" y="213"/>
                  <a:pt x="365" y="213"/>
                  <a:pt x="365" y="213"/>
                </a:cubicBezTo>
                <a:cubicBezTo>
                  <a:pt x="364" y="213"/>
                  <a:pt x="364" y="213"/>
                  <a:pt x="364" y="212"/>
                </a:cubicBezTo>
                <a:cubicBezTo>
                  <a:pt x="364" y="211"/>
                  <a:pt x="364" y="210"/>
                  <a:pt x="365" y="210"/>
                </a:cubicBezTo>
                <a:cubicBezTo>
                  <a:pt x="396" y="210"/>
                  <a:pt x="396" y="210"/>
                  <a:pt x="396" y="210"/>
                </a:cubicBezTo>
                <a:cubicBezTo>
                  <a:pt x="401" y="210"/>
                  <a:pt x="405" y="206"/>
                  <a:pt x="405" y="201"/>
                </a:cubicBezTo>
                <a:cubicBezTo>
                  <a:pt x="405" y="197"/>
                  <a:pt x="401" y="193"/>
                  <a:pt x="396" y="193"/>
                </a:cubicBezTo>
                <a:cubicBezTo>
                  <a:pt x="394" y="193"/>
                  <a:pt x="394" y="193"/>
                  <a:pt x="394" y="193"/>
                </a:cubicBezTo>
                <a:cubicBezTo>
                  <a:pt x="393" y="193"/>
                  <a:pt x="392" y="192"/>
                  <a:pt x="392" y="191"/>
                </a:cubicBezTo>
                <a:cubicBezTo>
                  <a:pt x="392" y="190"/>
                  <a:pt x="393" y="190"/>
                  <a:pt x="394" y="190"/>
                </a:cubicBezTo>
                <a:cubicBezTo>
                  <a:pt x="396" y="190"/>
                  <a:pt x="396" y="190"/>
                  <a:pt x="396" y="190"/>
                </a:cubicBezTo>
                <a:cubicBezTo>
                  <a:pt x="399" y="190"/>
                  <a:pt x="401" y="187"/>
                  <a:pt x="401" y="185"/>
                </a:cubicBezTo>
                <a:cubicBezTo>
                  <a:pt x="401" y="182"/>
                  <a:pt x="399" y="179"/>
                  <a:pt x="396" y="179"/>
                </a:cubicBezTo>
                <a:cubicBezTo>
                  <a:pt x="379" y="179"/>
                  <a:pt x="379" y="179"/>
                  <a:pt x="379" y="179"/>
                </a:cubicBezTo>
                <a:cubicBezTo>
                  <a:pt x="376" y="179"/>
                  <a:pt x="373" y="182"/>
                  <a:pt x="373" y="185"/>
                </a:cubicBezTo>
                <a:cubicBezTo>
                  <a:pt x="373" y="187"/>
                  <a:pt x="376" y="190"/>
                  <a:pt x="379" y="190"/>
                </a:cubicBezTo>
                <a:cubicBezTo>
                  <a:pt x="382" y="190"/>
                  <a:pt x="382" y="190"/>
                  <a:pt x="382" y="190"/>
                </a:cubicBezTo>
                <a:cubicBezTo>
                  <a:pt x="383" y="190"/>
                  <a:pt x="384" y="190"/>
                  <a:pt x="384" y="191"/>
                </a:cubicBezTo>
                <a:cubicBezTo>
                  <a:pt x="384" y="192"/>
                  <a:pt x="383" y="193"/>
                  <a:pt x="382" y="193"/>
                </a:cubicBezTo>
                <a:cubicBezTo>
                  <a:pt x="343" y="193"/>
                  <a:pt x="343" y="193"/>
                  <a:pt x="343" y="193"/>
                </a:cubicBezTo>
                <a:cubicBezTo>
                  <a:pt x="342" y="193"/>
                  <a:pt x="341" y="192"/>
                  <a:pt x="341" y="191"/>
                </a:cubicBezTo>
                <a:cubicBezTo>
                  <a:pt x="341" y="190"/>
                  <a:pt x="342" y="190"/>
                  <a:pt x="343" y="190"/>
                </a:cubicBezTo>
                <a:cubicBezTo>
                  <a:pt x="365" y="190"/>
                  <a:pt x="365" y="190"/>
                  <a:pt x="365" y="190"/>
                </a:cubicBezTo>
                <a:cubicBezTo>
                  <a:pt x="368" y="190"/>
                  <a:pt x="370" y="187"/>
                  <a:pt x="370" y="185"/>
                </a:cubicBezTo>
                <a:cubicBezTo>
                  <a:pt x="370" y="182"/>
                  <a:pt x="368" y="179"/>
                  <a:pt x="365" y="179"/>
                </a:cubicBezTo>
                <a:cubicBezTo>
                  <a:pt x="311" y="179"/>
                  <a:pt x="311" y="179"/>
                  <a:pt x="311" y="179"/>
                </a:cubicBezTo>
                <a:cubicBezTo>
                  <a:pt x="310" y="179"/>
                  <a:pt x="310" y="179"/>
                  <a:pt x="310" y="178"/>
                </a:cubicBezTo>
                <a:cubicBezTo>
                  <a:pt x="310" y="177"/>
                  <a:pt x="310" y="176"/>
                  <a:pt x="311" y="176"/>
                </a:cubicBezTo>
                <a:cubicBezTo>
                  <a:pt x="343" y="176"/>
                  <a:pt x="343" y="176"/>
                  <a:pt x="343" y="176"/>
                </a:cubicBezTo>
                <a:cubicBezTo>
                  <a:pt x="345" y="176"/>
                  <a:pt x="348" y="174"/>
                  <a:pt x="348" y="171"/>
                </a:cubicBezTo>
                <a:cubicBezTo>
                  <a:pt x="348" y="168"/>
                  <a:pt x="345" y="166"/>
                  <a:pt x="343" y="166"/>
                </a:cubicBezTo>
                <a:cubicBezTo>
                  <a:pt x="303" y="166"/>
                  <a:pt x="303" y="166"/>
                  <a:pt x="303" y="166"/>
                </a:cubicBezTo>
                <a:cubicBezTo>
                  <a:pt x="302" y="166"/>
                  <a:pt x="302" y="165"/>
                  <a:pt x="302" y="164"/>
                </a:cubicBezTo>
                <a:cubicBezTo>
                  <a:pt x="302" y="163"/>
                  <a:pt x="302" y="162"/>
                  <a:pt x="303" y="162"/>
                </a:cubicBezTo>
                <a:cubicBezTo>
                  <a:pt x="338" y="162"/>
                  <a:pt x="338" y="162"/>
                  <a:pt x="338" y="162"/>
                </a:cubicBezTo>
                <a:cubicBezTo>
                  <a:pt x="341" y="162"/>
                  <a:pt x="344" y="160"/>
                  <a:pt x="344" y="157"/>
                </a:cubicBezTo>
                <a:cubicBezTo>
                  <a:pt x="344" y="154"/>
                  <a:pt x="341" y="152"/>
                  <a:pt x="338" y="152"/>
                </a:cubicBezTo>
                <a:cubicBezTo>
                  <a:pt x="252" y="152"/>
                  <a:pt x="252" y="152"/>
                  <a:pt x="252" y="152"/>
                </a:cubicBezTo>
                <a:cubicBezTo>
                  <a:pt x="251" y="152"/>
                  <a:pt x="250" y="151"/>
                  <a:pt x="250" y="151"/>
                </a:cubicBezTo>
                <a:cubicBezTo>
                  <a:pt x="250" y="150"/>
                  <a:pt x="251" y="149"/>
                  <a:pt x="252" y="149"/>
                </a:cubicBezTo>
                <a:cubicBezTo>
                  <a:pt x="360" y="149"/>
                  <a:pt x="360" y="149"/>
                  <a:pt x="360" y="149"/>
                </a:cubicBezTo>
                <a:cubicBezTo>
                  <a:pt x="362" y="149"/>
                  <a:pt x="365" y="147"/>
                  <a:pt x="365" y="144"/>
                </a:cubicBezTo>
                <a:cubicBezTo>
                  <a:pt x="365" y="141"/>
                  <a:pt x="362" y="139"/>
                  <a:pt x="360" y="139"/>
                </a:cubicBezTo>
                <a:cubicBezTo>
                  <a:pt x="240" y="139"/>
                  <a:pt x="240" y="139"/>
                  <a:pt x="240" y="139"/>
                </a:cubicBezTo>
                <a:cubicBezTo>
                  <a:pt x="239" y="139"/>
                  <a:pt x="239" y="138"/>
                  <a:pt x="239" y="137"/>
                </a:cubicBezTo>
                <a:cubicBezTo>
                  <a:pt x="239" y="136"/>
                  <a:pt x="239" y="135"/>
                  <a:pt x="240" y="135"/>
                </a:cubicBezTo>
                <a:cubicBezTo>
                  <a:pt x="360" y="135"/>
                  <a:pt x="360" y="135"/>
                  <a:pt x="360" y="135"/>
                </a:cubicBezTo>
                <a:cubicBezTo>
                  <a:pt x="363" y="135"/>
                  <a:pt x="365" y="133"/>
                  <a:pt x="365" y="130"/>
                </a:cubicBezTo>
                <a:cubicBezTo>
                  <a:pt x="365" y="127"/>
                  <a:pt x="363" y="125"/>
                  <a:pt x="360" y="125"/>
                </a:cubicBezTo>
                <a:cubicBezTo>
                  <a:pt x="245" y="125"/>
                  <a:pt x="245" y="125"/>
                  <a:pt x="245" y="125"/>
                </a:cubicBezTo>
                <a:cubicBezTo>
                  <a:pt x="244" y="125"/>
                  <a:pt x="243" y="124"/>
                  <a:pt x="243" y="124"/>
                </a:cubicBezTo>
                <a:cubicBezTo>
                  <a:pt x="243" y="123"/>
                  <a:pt x="244" y="122"/>
                  <a:pt x="245" y="122"/>
                </a:cubicBezTo>
                <a:cubicBezTo>
                  <a:pt x="366" y="122"/>
                  <a:pt x="366" y="122"/>
                  <a:pt x="366" y="122"/>
                </a:cubicBezTo>
                <a:cubicBezTo>
                  <a:pt x="368" y="122"/>
                  <a:pt x="371" y="120"/>
                  <a:pt x="371" y="117"/>
                </a:cubicBezTo>
                <a:cubicBezTo>
                  <a:pt x="371" y="114"/>
                  <a:pt x="368" y="112"/>
                  <a:pt x="366" y="112"/>
                </a:cubicBezTo>
                <a:cubicBezTo>
                  <a:pt x="245" y="112"/>
                  <a:pt x="245" y="112"/>
                  <a:pt x="245" y="112"/>
                </a:cubicBezTo>
                <a:cubicBezTo>
                  <a:pt x="244" y="112"/>
                  <a:pt x="243" y="111"/>
                  <a:pt x="243" y="110"/>
                </a:cubicBezTo>
                <a:cubicBezTo>
                  <a:pt x="243" y="109"/>
                  <a:pt x="244" y="108"/>
                  <a:pt x="245" y="108"/>
                </a:cubicBezTo>
                <a:cubicBezTo>
                  <a:pt x="375" y="108"/>
                  <a:pt x="375" y="108"/>
                  <a:pt x="375" y="108"/>
                </a:cubicBezTo>
                <a:cubicBezTo>
                  <a:pt x="378" y="108"/>
                  <a:pt x="380" y="106"/>
                  <a:pt x="380" y="103"/>
                </a:cubicBezTo>
                <a:cubicBezTo>
                  <a:pt x="380" y="100"/>
                  <a:pt x="378" y="98"/>
                  <a:pt x="375" y="98"/>
                </a:cubicBezTo>
                <a:cubicBezTo>
                  <a:pt x="202" y="98"/>
                  <a:pt x="202" y="98"/>
                  <a:pt x="202" y="98"/>
                </a:cubicBezTo>
                <a:cubicBezTo>
                  <a:pt x="201" y="98"/>
                  <a:pt x="200" y="97"/>
                  <a:pt x="200" y="96"/>
                </a:cubicBezTo>
                <a:cubicBezTo>
                  <a:pt x="200" y="95"/>
                  <a:pt x="201" y="95"/>
                  <a:pt x="202" y="95"/>
                </a:cubicBezTo>
                <a:cubicBezTo>
                  <a:pt x="375" y="95"/>
                  <a:pt x="375" y="95"/>
                  <a:pt x="375" y="95"/>
                </a:cubicBezTo>
                <a:cubicBezTo>
                  <a:pt x="378" y="95"/>
                  <a:pt x="380" y="92"/>
                  <a:pt x="380" y="89"/>
                </a:cubicBezTo>
                <a:cubicBezTo>
                  <a:pt x="380" y="87"/>
                  <a:pt x="378" y="85"/>
                  <a:pt x="375" y="85"/>
                </a:cubicBezTo>
                <a:cubicBezTo>
                  <a:pt x="213" y="85"/>
                  <a:pt x="213" y="85"/>
                  <a:pt x="213" y="85"/>
                </a:cubicBezTo>
                <a:cubicBezTo>
                  <a:pt x="213" y="84"/>
                  <a:pt x="213" y="84"/>
                  <a:pt x="213" y="84"/>
                </a:cubicBezTo>
                <a:cubicBezTo>
                  <a:pt x="209" y="84"/>
                  <a:pt x="209" y="84"/>
                  <a:pt x="209" y="84"/>
                </a:cubicBezTo>
                <a:cubicBezTo>
                  <a:pt x="208" y="84"/>
                  <a:pt x="208" y="84"/>
                  <a:pt x="208" y="83"/>
                </a:cubicBezTo>
                <a:cubicBezTo>
                  <a:pt x="208" y="82"/>
                  <a:pt x="208" y="81"/>
                  <a:pt x="209" y="81"/>
                </a:cubicBezTo>
                <a:cubicBezTo>
                  <a:pt x="366" y="81"/>
                  <a:pt x="366" y="81"/>
                  <a:pt x="366" y="81"/>
                </a:cubicBezTo>
                <a:cubicBezTo>
                  <a:pt x="369" y="81"/>
                  <a:pt x="371" y="79"/>
                  <a:pt x="371" y="76"/>
                </a:cubicBezTo>
                <a:cubicBezTo>
                  <a:pt x="371" y="73"/>
                  <a:pt x="369" y="71"/>
                  <a:pt x="366" y="71"/>
                </a:cubicBezTo>
                <a:cubicBezTo>
                  <a:pt x="222" y="71"/>
                  <a:pt x="222" y="71"/>
                  <a:pt x="222" y="71"/>
                </a:cubicBezTo>
                <a:cubicBezTo>
                  <a:pt x="221" y="71"/>
                  <a:pt x="220" y="70"/>
                  <a:pt x="220" y="69"/>
                </a:cubicBezTo>
                <a:cubicBezTo>
                  <a:pt x="220" y="68"/>
                  <a:pt x="221" y="67"/>
                  <a:pt x="222" y="67"/>
                </a:cubicBezTo>
                <a:cubicBezTo>
                  <a:pt x="396" y="67"/>
                  <a:pt x="396" y="67"/>
                  <a:pt x="396" y="67"/>
                </a:cubicBezTo>
                <a:cubicBezTo>
                  <a:pt x="399" y="67"/>
                  <a:pt x="402" y="65"/>
                  <a:pt x="402" y="62"/>
                </a:cubicBezTo>
                <a:cubicBezTo>
                  <a:pt x="402" y="60"/>
                  <a:pt x="399" y="57"/>
                  <a:pt x="396" y="57"/>
                </a:cubicBezTo>
                <a:cubicBezTo>
                  <a:pt x="270" y="57"/>
                  <a:pt x="270" y="57"/>
                  <a:pt x="270" y="57"/>
                </a:cubicBezTo>
                <a:cubicBezTo>
                  <a:pt x="269" y="57"/>
                  <a:pt x="268" y="57"/>
                  <a:pt x="268" y="56"/>
                </a:cubicBezTo>
                <a:cubicBezTo>
                  <a:pt x="268" y="55"/>
                  <a:pt x="269" y="54"/>
                  <a:pt x="270" y="54"/>
                </a:cubicBezTo>
                <a:cubicBezTo>
                  <a:pt x="397" y="54"/>
                  <a:pt x="397" y="54"/>
                  <a:pt x="397" y="54"/>
                </a:cubicBezTo>
                <a:cubicBezTo>
                  <a:pt x="400" y="54"/>
                  <a:pt x="402" y="52"/>
                  <a:pt x="402" y="49"/>
                </a:cubicBezTo>
                <a:cubicBezTo>
                  <a:pt x="402" y="46"/>
                  <a:pt x="400" y="44"/>
                  <a:pt x="397" y="44"/>
                </a:cubicBezTo>
                <a:cubicBezTo>
                  <a:pt x="253" y="44"/>
                  <a:pt x="253" y="44"/>
                  <a:pt x="253" y="44"/>
                </a:cubicBezTo>
                <a:cubicBezTo>
                  <a:pt x="252" y="44"/>
                  <a:pt x="252" y="43"/>
                  <a:pt x="252" y="42"/>
                </a:cubicBezTo>
                <a:cubicBezTo>
                  <a:pt x="252" y="41"/>
                  <a:pt x="252" y="40"/>
                  <a:pt x="253" y="40"/>
                </a:cubicBezTo>
                <a:cubicBezTo>
                  <a:pt x="399" y="40"/>
                  <a:pt x="399" y="40"/>
                  <a:pt x="399" y="40"/>
                </a:cubicBezTo>
                <a:cubicBezTo>
                  <a:pt x="402" y="40"/>
                  <a:pt x="404" y="38"/>
                  <a:pt x="404" y="35"/>
                </a:cubicBezTo>
                <a:cubicBezTo>
                  <a:pt x="404" y="32"/>
                  <a:pt x="402" y="30"/>
                  <a:pt x="399" y="30"/>
                </a:cubicBezTo>
                <a:cubicBezTo>
                  <a:pt x="289" y="30"/>
                  <a:pt x="289" y="30"/>
                  <a:pt x="289" y="30"/>
                </a:cubicBezTo>
                <a:cubicBezTo>
                  <a:pt x="288" y="30"/>
                  <a:pt x="287" y="29"/>
                  <a:pt x="287" y="28"/>
                </a:cubicBezTo>
                <a:cubicBezTo>
                  <a:pt x="287" y="27"/>
                  <a:pt x="288" y="27"/>
                  <a:pt x="289" y="27"/>
                </a:cubicBezTo>
                <a:cubicBezTo>
                  <a:pt x="292" y="27"/>
                  <a:pt x="292" y="27"/>
                  <a:pt x="292" y="27"/>
                </a:cubicBezTo>
                <a:cubicBezTo>
                  <a:pt x="294" y="27"/>
                  <a:pt x="296" y="24"/>
                  <a:pt x="296" y="22"/>
                </a:cubicBezTo>
                <a:cubicBezTo>
                  <a:pt x="296" y="19"/>
                  <a:pt x="294" y="17"/>
                  <a:pt x="292" y="17"/>
                </a:cubicBezTo>
                <a:cubicBezTo>
                  <a:pt x="147" y="17"/>
                  <a:pt x="147" y="17"/>
                  <a:pt x="147" y="17"/>
                </a:cubicBezTo>
                <a:cubicBezTo>
                  <a:pt x="144" y="17"/>
                  <a:pt x="142" y="19"/>
                  <a:pt x="142" y="22"/>
                </a:cubicBezTo>
                <a:cubicBezTo>
                  <a:pt x="142" y="24"/>
                  <a:pt x="144" y="27"/>
                  <a:pt x="147" y="27"/>
                </a:cubicBezTo>
                <a:cubicBezTo>
                  <a:pt x="178" y="27"/>
                  <a:pt x="178" y="27"/>
                  <a:pt x="178" y="27"/>
                </a:cubicBezTo>
                <a:cubicBezTo>
                  <a:pt x="179" y="27"/>
                  <a:pt x="180" y="27"/>
                  <a:pt x="180" y="28"/>
                </a:cubicBezTo>
                <a:cubicBezTo>
                  <a:pt x="180" y="29"/>
                  <a:pt x="179" y="30"/>
                  <a:pt x="178" y="30"/>
                </a:cubicBezTo>
                <a:cubicBezTo>
                  <a:pt x="132" y="30"/>
                  <a:pt x="132" y="30"/>
                  <a:pt x="132" y="30"/>
                </a:cubicBezTo>
                <a:cubicBezTo>
                  <a:pt x="130" y="30"/>
                  <a:pt x="128" y="32"/>
                  <a:pt x="128" y="35"/>
                </a:cubicBezTo>
                <a:cubicBezTo>
                  <a:pt x="128" y="38"/>
                  <a:pt x="130" y="40"/>
                  <a:pt x="132" y="40"/>
                </a:cubicBezTo>
                <a:cubicBezTo>
                  <a:pt x="177" y="40"/>
                  <a:pt x="177" y="40"/>
                  <a:pt x="177" y="40"/>
                </a:cubicBezTo>
                <a:cubicBezTo>
                  <a:pt x="178" y="40"/>
                  <a:pt x="178" y="41"/>
                  <a:pt x="178" y="42"/>
                </a:cubicBezTo>
                <a:cubicBezTo>
                  <a:pt x="178" y="43"/>
                  <a:pt x="178" y="44"/>
                  <a:pt x="177" y="44"/>
                </a:cubicBezTo>
                <a:cubicBezTo>
                  <a:pt x="137" y="44"/>
                  <a:pt x="137" y="44"/>
                  <a:pt x="137" y="44"/>
                </a:cubicBezTo>
                <a:cubicBezTo>
                  <a:pt x="134" y="44"/>
                  <a:pt x="132" y="46"/>
                  <a:pt x="132" y="49"/>
                </a:cubicBezTo>
                <a:cubicBezTo>
                  <a:pt x="132" y="52"/>
                  <a:pt x="134" y="54"/>
                  <a:pt x="137" y="54"/>
                </a:cubicBezTo>
                <a:cubicBezTo>
                  <a:pt x="173" y="54"/>
                  <a:pt x="173" y="54"/>
                  <a:pt x="173" y="54"/>
                </a:cubicBezTo>
                <a:cubicBezTo>
                  <a:pt x="174" y="54"/>
                  <a:pt x="175" y="55"/>
                  <a:pt x="175" y="56"/>
                </a:cubicBezTo>
                <a:cubicBezTo>
                  <a:pt x="175" y="57"/>
                  <a:pt x="174" y="57"/>
                  <a:pt x="173" y="57"/>
                </a:cubicBezTo>
                <a:cubicBezTo>
                  <a:pt x="142" y="57"/>
                  <a:pt x="142" y="57"/>
                  <a:pt x="142" y="57"/>
                </a:cubicBezTo>
                <a:cubicBezTo>
                  <a:pt x="139" y="57"/>
                  <a:pt x="137" y="60"/>
                  <a:pt x="137" y="62"/>
                </a:cubicBezTo>
                <a:cubicBezTo>
                  <a:pt x="137" y="65"/>
                  <a:pt x="139" y="67"/>
                  <a:pt x="142" y="67"/>
                </a:cubicBezTo>
                <a:cubicBezTo>
                  <a:pt x="170" y="67"/>
                  <a:pt x="170" y="67"/>
                  <a:pt x="170" y="67"/>
                </a:cubicBezTo>
                <a:cubicBezTo>
                  <a:pt x="171" y="67"/>
                  <a:pt x="172" y="68"/>
                  <a:pt x="172" y="69"/>
                </a:cubicBezTo>
                <a:cubicBezTo>
                  <a:pt x="172" y="70"/>
                  <a:pt x="171" y="71"/>
                  <a:pt x="170" y="71"/>
                </a:cubicBezTo>
                <a:cubicBezTo>
                  <a:pt x="142" y="71"/>
                  <a:pt x="142" y="71"/>
                  <a:pt x="142" y="71"/>
                </a:cubicBezTo>
                <a:cubicBezTo>
                  <a:pt x="139" y="71"/>
                  <a:pt x="137" y="73"/>
                  <a:pt x="137" y="76"/>
                </a:cubicBezTo>
                <a:cubicBezTo>
                  <a:pt x="137" y="79"/>
                  <a:pt x="139" y="81"/>
                  <a:pt x="142" y="81"/>
                </a:cubicBezTo>
                <a:cubicBezTo>
                  <a:pt x="148" y="81"/>
                  <a:pt x="148" y="81"/>
                  <a:pt x="148" y="81"/>
                </a:cubicBezTo>
                <a:cubicBezTo>
                  <a:pt x="148" y="81"/>
                  <a:pt x="149" y="82"/>
                  <a:pt x="149" y="83"/>
                </a:cubicBezTo>
                <a:cubicBezTo>
                  <a:pt x="149" y="84"/>
                  <a:pt x="148" y="85"/>
                  <a:pt x="148" y="85"/>
                </a:cubicBezTo>
                <a:cubicBezTo>
                  <a:pt x="124" y="85"/>
                  <a:pt x="124" y="85"/>
                  <a:pt x="124" y="85"/>
                </a:cubicBezTo>
                <a:cubicBezTo>
                  <a:pt x="124" y="84"/>
                  <a:pt x="124" y="84"/>
                  <a:pt x="123" y="84"/>
                </a:cubicBezTo>
                <a:cubicBezTo>
                  <a:pt x="37" y="84"/>
                  <a:pt x="37" y="84"/>
                  <a:pt x="37" y="84"/>
                </a:cubicBezTo>
                <a:cubicBezTo>
                  <a:pt x="36" y="84"/>
                  <a:pt x="36" y="84"/>
                  <a:pt x="36" y="83"/>
                </a:cubicBezTo>
                <a:cubicBezTo>
                  <a:pt x="36" y="82"/>
                  <a:pt x="36" y="81"/>
                  <a:pt x="37" y="81"/>
                </a:cubicBezTo>
                <a:cubicBezTo>
                  <a:pt x="87" y="81"/>
                  <a:pt x="87" y="81"/>
                  <a:pt x="87" y="81"/>
                </a:cubicBezTo>
                <a:cubicBezTo>
                  <a:pt x="89" y="81"/>
                  <a:pt x="92" y="79"/>
                  <a:pt x="92" y="76"/>
                </a:cubicBezTo>
                <a:cubicBezTo>
                  <a:pt x="92" y="73"/>
                  <a:pt x="89" y="71"/>
                  <a:pt x="87" y="71"/>
                </a:cubicBezTo>
                <a:cubicBezTo>
                  <a:pt x="6" y="71"/>
                  <a:pt x="6" y="71"/>
                  <a:pt x="6" y="71"/>
                </a:cubicBezTo>
                <a:cubicBezTo>
                  <a:pt x="5" y="71"/>
                  <a:pt x="4" y="70"/>
                  <a:pt x="4" y="69"/>
                </a:cubicBezTo>
                <a:cubicBezTo>
                  <a:pt x="4" y="68"/>
                  <a:pt x="5" y="67"/>
                  <a:pt x="6" y="67"/>
                </a:cubicBezTo>
                <a:cubicBezTo>
                  <a:pt x="82" y="67"/>
                  <a:pt x="82" y="67"/>
                  <a:pt x="82" y="67"/>
                </a:cubicBezTo>
                <a:cubicBezTo>
                  <a:pt x="85" y="67"/>
                  <a:pt x="87" y="65"/>
                  <a:pt x="87" y="62"/>
                </a:cubicBezTo>
                <a:cubicBezTo>
                  <a:pt x="87" y="59"/>
                  <a:pt x="85" y="57"/>
                  <a:pt x="82" y="57"/>
                </a:cubicBezTo>
                <a:cubicBezTo>
                  <a:pt x="14" y="57"/>
                  <a:pt x="14" y="57"/>
                  <a:pt x="14" y="57"/>
                </a:cubicBezTo>
                <a:cubicBezTo>
                  <a:pt x="13" y="57"/>
                  <a:pt x="13" y="56"/>
                  <a:pt x="13" y="55"/>
                </a:cubicBezTo>
                <a:cubicBezTo>
                  <a:pt x="13" y="54"/>
                  <a:pt x="13" y="54"/>
                  <a:pt x="14" y="54"/>
                </a:cubicBezTo>
                <a:cubicBezTo>
                  <a:pt x="56" y="54"/>
                  <a:pt x="56" y="54"/>
                  <a:pt x="56" y="54"/>
                </a:cubicBezTo>
                <a:cubicBezTo>
                  <a:pt x="59" y="54"/>
                  <a:pt x="61" y="51"/>
                  <a:pt x="61" y="49"/>
                </a:cubicBezTo>
                <a:cubicBezTo>
                  <a:pt x="61" y="46"/>
                  <a:pt x="59" y="44"/>
                  <a:pt x="56" y="44"/>
                </a:cubicBezTo>
                <a:cubicBezTo>
                  <a:pt x="17" y="44"/>
                  <a:pt x="17" y="44"/>
                  <a:pt x="17" y="44"/>
                </a:cubicBezTo>
                <a:cubicBezTo>
                  <a:pt x="16" y="44"/>
                  <a:pt x="16" y="43"/>
                  <a:pt x="16" y="42"/>
                </a:cubicBezTo>
                <a:cubicBezTo>
                  <a:pt x="16" y="41"/>
                  <a:pt x="16" y="40"/>
                  <a:pt x="17" y="40"/>
                </a:cubicBezTo>
                <a:cubicBezTo>
                  <a:pt x="48" y="40"/>
                  <a:pt x="48" y="40"/>
                  <a:pt x="48" y="40"/>
                </a:cubicBezTo>
                <a:cubicBezTo>
                  <a:pt x="65" y="40"/>
                  <a:pt x="79" y="26"/>
                  <a:pt x="79" y="9"/>
                </a:cubicBezTo>
                <a:cubicBezTo>
                  <a:pt x="81" y="9"/>
                  <a:pt x="81" y="9"/>
                  <a:pt x="81" y="9"/>
                </a:cubicBezTo>
                <a:cubicBezTo>
                  <a:pt x="81" y="0"/>
                  <a:pt x="81" y="0"/>
                  <a:pt x="81" y="0"/>
                </a:cubicBezTo>
                <a:cubicBezTo>
                  <a:pt x="72" y="0"/>
                  <a:pt x="72" y="0"/>
                  <a:pt x="72" y="0"/>
                </a:cubicBezTo>
                <a:cubicBezTo>
                  <a:pt x="72" y="9"/>
                  <a:pt x="72" y="9"/>
                  <a:pt x="72" y="9"/>
                </a:cubicBezTo>
                <a:cubicBezTo>
                  <a:pt x="75" y="9"/>
                  <a:pt x="75" y="9"/>
                  <a:pt x="75" y="9"/>
                </a:cubicBezTo>
                <a:cubicBezTo>
                  <a:pt x="75" y="24"/>
                  <a:pt x="63" y="37"/>
                  <a:pt x="48" y="37"/>
                </a:cubicBezTo>
                <a:cubicBezTo>
                  <a:pt x="17" y="37"/>
                  <a:pt x="17" y="37"/>
                  <a:pt x="17" y="37"/>
                </a:cubicBezTo>
                <a:cubicBezTo>
                  <a:pt x="15" y="37"/>
                  <a:pt x="12" y="39"/>
                  <a:pt x="12" y="42"/>
                </a:cubicBezTo>
                <a:cubicBezTo>
                  <a:pt x="12" y="45"/>
                  <a:pt x="15" y="47"/>
                  <a:pt x="17" y="47"/>
                </a:cubicBezTo>
                <a:cubicBezTo>
                  <a:pt x="56" y="47"/>
                  <a:pt x="56" y="47"/>
                  <a:pt x="56" y="47"/>
                </a:cubicBezTo>
                <a:cubicBezTo>
                  <a:pt x="57" y="47"/>
                  <a:pt x="58" y="48"/>
                  <a:pt x="58" y="49"/>
                </a:cubicBezTo>
                <a:cubicBezTo>
                  <a:pt x="58" y="50"/>
                  <a:pt x="57" y="50"/>
                  <a:pt x="56" y="50"/>
                </a:cubicBezTo>
                <a:cubicBezTo>
                  <a:pt x="14" y="50"/>
                  <a:pt x="14" y="50"/>
                  <a:pt x="14" y="50"/>
                </a:cubicBezTo>
                <a:cubicBezTo>
                  <a:pt x="12" y="50"/>
                  <a:pt x="9" y="53"/>
                  <a:pt x="9" y="55"/>
                </a:cubicBezTo>
                <a:cubicBezTo>
                  <a:pt x="9" y="58"/>
                  <a:pt x="12" y="61"/>
                  <a:pt x="14" y="61"/>
                </a:cubicBezTo>
                <a:cubicBezTo>
                  <a:pt x="82" y="61"/>
                  <a:pt x="82" y="61"/>
                  <a:pt x="82" y="61"/>
                </a:cubicBezTo>
                <a:cubicBezTo>
                  <a:pt x="83" y="61"/>
                  <a:pt x="84" y="61"/>
                  <a:pt x="84" y="62"/>
                </a:cubicBezTo>
                <a:cubicBezTo>
                  <a:pt x="84" y="63"/>
                  <a:pt x="83" y="64"/>
                  <a:pt x="82" y="64"/>
                </a:cubicBezTo>
                <a:cubicBezTo>
                  <a:pt x="6" y="64"/>
                  <a:pt x="6" y="64"/>
                  <a:pt x="6" y="64"/>
                </a:cubicBezTo>
                <a:cubicBezTo>
                  <a:pt x="3" y="64"/>
                  <a:pt x="0" y="66"/>
                  <a:pt x="0" y="69"/>
                </a:cubicBezTo>
                <a:cubicBezTo>
                  <a:pt x="0" y="72"/>
                  <a:pt x="3" y="74"/>
                  <a:pt x="6" y="74"/>
                </a:cubicBezTo>
                <a:cubicBezTo>
                  <a:pt x="87" y="74"/>
                  <a:pt x="87" y="74"/>
                  <a:pt x="87" y="74"/>
                </a:cubicBezTo>
                <a:cubicBezTo>
                  <a:pt x="88" y="74"/>
                  <a:pt x="88" y="75"/>
                  <a:pt x="88" y="76"/>
                </a:cubicBezTo>
                <a:cubicBezTo>
                  <a:pt x="88" y="77"/>
                  <a:pt x="88" y="77"/>
                  <a:pt x="87" y="77"/>
                </a:cubicBezTo>
                <a:cubicBezTo>
                  <a:pt x="37" y="77"/>
                  <a:pt x="37" y="77"/>
                  <a:pt x="37" y="77"/>
                </a:cubicBezTo>
                <a:cubicBezTo>
                  <a:pt x="35" y="77"/>
                  <a:pt x="32" y="80"/>
                  <a:pt x="32" y="83"/>
                </a:cubicBezTo>
                <a:cubicBezTo>
                  <a:pt x="32" y="85"/>
                  <a:pt x="35" y="88"/>
                  <a:pt x="37" y="88"/>
                </a:cubicBezTo>
                <a:cubicBezTo>
                  <a:pt x="117" y="88"/>
                  <a:pt x="117" y="88"/>
                  <a:pt x="117" y="88"/>
                </a:cubicBezTo>
                <a:cubicBezTo>
                  <a:pt x="117" y="88"/>
                  <a:pt x="117" y="88"/>
                  <a:pt x="117" y="88"/>
                </a:cubicBezTo>
                <a:cubicBezTo>
                  <a:pt x="124" y="88"/>
                  <a:pt x="124" y="88"/>
                  <a:pt x="124" y="88"/>
                </a:cubicBezTo>
                <a:cubicBezTo>
                  <a:pt x="124" y="88"/>
                  <a:pt x="125" y="89"/>
                  <a:pt x="125" y="89"/>
                </a:cubicBezTo>
                <a:cubicBezTo>
                  <a:pt x="125" y="90"/>
                  <a:pt x="124" y="91"/>
                  <a:pt x="123" y="91"/>
                </a:cubicBezTo>
                <a:cubicBezTo>
                  <a:pt x="39" y="91"/>
                  <a:pt x="39" y="91"/>
                  <a:pt x="39" y="91"/>
                </a:cubicBezTo>
                <a:cubicBezTo>
                  <a:pt x="36" y="91"/>
                  <a:pt x="34" y="93"/>
                  <a:pt x="34" y="96"/>
                </a:cubicBezTo>
                <a:cubicBezTo>
                  <a:pt x="34" y="99"/>
                  <a:pt x="36" y="101"/>
                  <a:pt x="39" y="101"/>
                </a:cubicBezTo>
                <a:cubicBezTo>
                  <a:pt x="122" y="101"/>
                  <a:pt x="122" y="101"/>
                  <a:pt x="122" y="101"/>
                </a:cubicBezTo>
                <a:cubicBezTo>
                  <a:pt x="123" y="101"/>
                  <a:pt x="124" y="102"/>
                  <a:pt x="124" y="103"/>
                </a:cubicBezTo>
                <a:cubicBezTo>
                  <a:pt x="124" y="104"/>
                  <a:pt x="123" y="105"/>
                  <a:pt x="122" y="105"/>
                </a:cubicBezTo>
                <a:cubicBezTo>
                  <a:pt x="43" y="105"/>
                  <a:pt x="43" y="105"/>
                  <a:pt x="43" y="105"/>
                </a:cubicBezTo>
                <a:cubicBezTo>
                  <a:pt x="40" y="105"/>
                  <a:pt x="38" y="107"/>
                  <a:pt x="38" y="110"/>
                </a:cubicBezTo>
                <a:cubicBezTo>
                  <a:pt x="38" y="113"/>
                  <a:pt x="40" y="115"/>
                  <a:pt x="43" y="115"/>
                </a:cubicBezTo>
                <a:cubicBezTo>
                  <a:pt x="102" y="115"/>
                  <a:pt x="102" y="115"/>
                  <a:pt x="102" y="115"/>
                </a:cubicBezTo>
                <a:cubicBezTo>
                  <a:pt x="103" y="115"/>
                  <a:pt x="104" y="116"/>
                  <a:pt x="104" y="117"/>
                </a:cubicBezTo>
                <a:cubicBezTo>
                  <a:pt x="104" y="118"/>
                  <a:pt x="103" y="118"/>
                  <a:pt x="102" y="118"/>
                </a:cubicBezTo>
                <a:cubicBezTo>
                  <a:pt x="39" y="118"/>
                  <a:pt x="39" y="118"/>
                  <a:pt x="39" y="118"/>
                </a:cubicBezTo>
                <a:cubicBezTo>
                  <a:pt x="36" y="118"/>
                  <a:pt x="33" y="121"/>
                  <a:pt x="33" y="123"/>
                </a:cubicBezTo>
                <a:cubicBezTo>
                  <a:pt x="33" y="126"/>
                  <a:pt x="36" y="128"/>
                  <a:pt x="39" y="128"/>
                </a:cubicBezTo>
                <a:cubicBezTo>
                  <a:pt x="90" y="128"/>
                  <a:pt x="90" y="128"/>
                  <a:pt x="90" y="128"/>
                </a:cubicBezTo>
                <a:cubicBezTo>
                  <a:pt x="91" y="128"/>
                  <a:pt x="92" y="129"/>
                  <a:pt x="92" y="130"/>
                </a:cubicBezTo>
                <a:cubicBezTo>
                  <a:pt x="92" y="131"/>
                  <a:pt x="91" y="132"/>
                  <a:pt x="90" y="132"/>
                </a:cubicBezTo>
                <a:cubicBezTo>
                  <a:pt x="45" y="132"/>
                  <a:pt x="45" y="132"/>
                  <a:pt x="45" y="132"/>
                </a:cubicBezTo>
                <a:cubicBezTo>
                  <a:pt x="42" y="132"/>
                  <a:pt x="40" y="134"/>
                  <a:pt x="40" y="137"/>
                </a:cubicBezTo>
                <a:cubicBezTo>
                  <a:pt x="40" y="140"/>
                  <a:pt x="42" y="142"/>
                  <a:pt x="45" y="142"/>
                </a:cubicBezTo>
                <a:cubicBezTo>
                  <a:pt x="63" y="142"/>
                  <a:pt x="63" y="142"/>
                  <a:pt x="63" y="142"/>
                </a:cubicBezTo>
                <a:cubicBezTo>
                  <a:pt x="64" y="142"/>
                  <a:pt x="65" y="143"/>
                  <a:pt x="65" y="144"/>
                </a:cubicBezTo>
                <a:cubicBezTo>
                  <a:pt x="65" y="145"/>
                  <a:pt x="64" y="146"/>
                  <a:pt x="63" y="146"/>
                </a:cubicBezTo>
                <a:cubicBezTo>
                  <a:pt x="56" y="146"/>
                  <a:pt x="56" y="146"/>
                  <a:pt x="56" y="146"/>
                </a:cubicBezTo>
                <a:cubicBezTo>
                  <a:pt x="53" y="146"/>
                  <a:pt x="51" y="148"/>
                  <a:pt x="51" y="151"/>
                </a:cubicBezTo>
                <a:cubicBezTo>
                  <a:pt x="51" y="153"/>
                  <a:pt x="53" y="156"/>
                  <a:pt x="56" y="156"/>
                </a:cubicBezTo>
                <a:cubicBezTo>
                  <a:pt x="65" y="156"/>
                  <a:pt x="65" y="156"/>
                  <a:pt x="65" y="156"/>
                </a:cubicBezTo>
                <a:cubicBezTo>
                  <a:pt x="66" y="156"/>
                  <a:pt x="67" y="156"/>
                  <a:pt x="67" y="157"/>
                </a:cubicBezTo>
                <a:cubicBezTo>
                  <a:pt x="67" y="158"/>
                  <a:pt x="66" y="159"/>
                  <a:pt x="65" y="159"/>
                </a:cubicBezTo>
                <a:cubicBezTo>
                  <a:pt x="65" y="159"/>
                  <a:pt x="65" y="159"/>
                  <a:pt x="65" y="159"/>
                </a:cubicBezTo>
                <a:cubicBezTo>
                  <a:pt x="62" y="159"/>
                  <a:pt x="60" y="161"/>
                  <a:pt x="60" y="164"/>
                </a:cubicBezTo>
                <a:cubicBezTo>
                  <a:pt x="60" y="167"/>
                  <a:pt x="62" y="169"/>
                  <a:pt x="65" y="169"/>
                </a:cubicBezTo>
                <a:cubicBezTo>
                  <a:pt x="84" y="169"/>
                  <a:pt x="84" y="169"/>
                  <a:pt x="84" y="169"/>
                </a:cubicBezTo>
                <a:cubicBezTo>
                  <a:pt x="84" y="169"/>
                  <a:pt x="85" y="170"/>
                  <a:pt x="85" y="171"/>
                </a:cubicBezTo>
                <a:cubicBezTo>
                  <a:pt x="85" y="172"/>
                  <a:pt x="84" y="173"/>
                  <a:pt x="84" y="173"/>
                </a:cubicBezTo>
                <a:cubicBezTo>
                  <a:pt x="80" y="173"/>
                  <a:pt x="80" y="173"/>
                  <a:pt x="80" y="173"/>
                </a:cubicBezTo>
                <a:cubicBezTo>
                  <a:pt x="77" y="173"/>
                  <a:pt x="75" y="175"/>
                  <a:pt x="75" y="178"/>
                </a:cubicBezTo>
                <a:cubicBezTo>
                  <a:pt x="75" y="181"/>
                  <a:pt x="77" y="183"/>
                  <a:pt x="80" y="183"/>
                </a:cubicBezTo>
                <a:cubicBezTo>
                  <a:pt x="125" y="183"/>
                  <a:pt x="125" y="183"/>
                  <a:pt x="125" y="183"/>
                </a:cubicBezTo>
                <a:cubicBezTo>
                  <a:pt x="126" y="183"/>
                  <a:pt x="127" y="184"/>
                  <a:pt x="127" y="185"/>
                </a:cubicBezTo>
                <a:cubicBezTo>
                  <a:pt x="127" y="186"/>
                  <a:pt x="126" y="186"/>
                  <a:pt x="125" y="186"/>
                </a:cubicBezTo>
                <a:cubicBezTo>
                  <a:pt x="89" y="186"/>
                  <a:pt x="89" y="186"/>
                  <a:pt x="89" y="186"/>
                </a:cubicBezTo>
                <a:cubicBezTo>
                  <a:pt x="86" y="186"/>
                  <a:pt x="84" y="189"/>
                  <a:pt x="84" y="191"/>
                </a:cubicBezTo>
                <a:cubicBezTo>
                  <a:pt x="84" y="194"/>
                  <a:pt x="86" y="196"/>
                  <a:pt x="89" y="196"/>
                </a:cubicBezTo>
                <a:cubicBezTo>
                  <a:pt x="143" y="196"/>
                  <a:pt x="143" y="196"/>
                  <a:pt x="143" y="196"/>
                </a:cubicBezTo>
                <a:cubicBezTo>
                  <a:pt x="144" y="196"/>
                  <a:pt x="145" y="197"/>
                  <a:pt x="145" y="198"/>
                </a:cubicBezTo>
                <a:cubicBezTo>
                  <a:pt x="145" y="199"/>
                  <a:pt x="144" y="200"/>
                  <a:pt x="143" y="200"/>
                </a:cubicBezTo>
                <a:cubicBezTo>
                  <a:pt x="99" y="200"/>
                  <a:pt x="99" y="200"/>
                  <a:pt x="99" y="200"/>
                </a:cubicBezTo>
                <a:cubicBezTo>
                  <a:pt x="96" y="200"/>
                  <a:pt x="94" y="202"/>
                  <a:pt x="94" y="205"/>
                </a:cubicBezTo>
                <a:cubicBezTo>
                  <a:pt x="94" y="208"/>
                  <a:pt x="96" y="210"/>
                  <a:pt x="99" y="210"/>
                </a:cubicBezTo>
                <a:cubicBezTo>
                  <a:pt x="140" y="210"/>
                  <a:pt x="140" y="210"/>
                  <a:pt x="140" y="210"/>
                </a:cubicBezTo>
                <a:cubicBezTo>
                  <a:pt x="141" y="210"/>
                  <a:pt x="142" y="211"/>
                  <a:pt x="142" y="212"/>
                </a:cubicBezTo>
                <a:cubicBezTo>
                  <a:pt x="142" y="213"/>
                  <a:pt x="141" y="213"/>
                  <a:pt x="140" y="213"/>
                </a:cubicBezTo>
                <a:cubicBezTo>
                  <a:pt x="105" y="213"/>
                  <a:pt x="105" y="213"/>
                  <a:pt x="105" y="213"/>
                </a:cubicBezTo>
                <a:cubicBezTo>
                  <a:pt x="103" y="213"/>
                  <a:pt x="100" y="216"/>
                  <a:pt x="100" y="218"/>
                </a:cubicBezTo>
                <a:cubicBezTo>
                  <a:pt x="100" y="221"/>
                  <a:pt x="103" y="224"/>
                  <a:pt x="105" y="224"/>
                </a:cubicBezTo>
                <a:cubicBezTo>
                  <a:pt x="130" y="224"/>
                  <a:pt x="130" y="224"/>
                  <a:pt x="130" y="224"/>
                </a:cubicBezTo>
                <a:cubicBezTo>
                  <a:pt x="131" y="224"/>
                  <a:pt x="132" y="224"/>
                  <a:pt x="132" y="225"/>
                </a:cubicBezTo>
                <a:cubicBezTo>
                  <a:pt x="132" y="226"/>
                  <a:pt x="131" y="227"/>
                  <a:pt x="130" y="227"/>
                </a:cubicBezTo>
                <a:cubicBezTo>
                  <a:pt x="104" y="227"/>
                  <a:pt x="104" y="227"/>
                  <a:pt x="104" y="227"/>
                </a:cubicBezTo>
                <a:cubicBezTo>
                  <a:pt x="101" y="227"/>
                  <a:pt x="99" y="229"/>
                  <a:pt x="99" y="232"/>
                </a:cubicBezTo>
                <a:cubicBezTo>
                  <a:pt x="99" y="235"/>
                  <a:pt x="101" y="237"/>
                  <a:pt x="104" y="237"/>
                </a:cubicBezTo>
                <a:cubicBezTo>
                  <a:pt x="117" y="237"/>
                  <a:pt x="117" y="237"/>
                  <a:pt x="117" y="237"/>
                </a:cubicBezTo>
                <a:cubicBezTo>
                  <a:pt x="118" y="237"/>
                  <a:pt x="119" y="238"/>
                  <a:pt x="119" y="239"/>
                </a:cubicBezTo>
                <a:cubicBezTo>
                  <a:pt x="119" y="240"/>
                  <a:pt x="118" y="240"/>
                  <a:pt x="117" y="240"/>
                </a:cubicBezTo>
                <a:cubicBezTo>
                  <a:pt x="105" y="240"/>
                  <a:pt x="105" y="240"/>
                  <a:pt x="105" y="240"/>
                </a:cubicBezTo>
                <a:cubicBezTo>
                  <a:pt x="102" y="240"/>
                  <a:pt x="100" y="243"/>
                  <a:pt x="100" y="246"/>
                </a:cubicBezTo>
                <a:cubicBezTo>
                  <a:pt x="100" y="248"/>
                  <a:pt x="102" y="251"/>
                  <a:pt x="105" y="251"/>
                </a:cubicBezTo>
                <a:cubicBezTo>
                  <a:pt x="112" y="251"/>
                  <a:pt x="112" y="251"/>
                  <a:pt x="112" y="251"/>
                </a:cubicBezTo>
                <a:cubicBezTo>
                  <a:pt x="112" y="251"/>
                  <a:pt x="113" y="251"/>
                  <a:pt x="113" y="252"/>
                </a:cubicBezTo>
                <a:cubicBezTo>
                  <a:pt x="113" y="253"/>
                  <a:pt x="112" y="254"/>
                  <a:pt x="112" y="254"/>
                </a:cubicBezTo>
                <a:cubicBezTo>
                  <a:pt x="105" y="254"/>
                  <a:pt x="105" y="254"/>
                  <a:pt x="105" y="254"/>
                </a:cubicBezTo>
                <a:cubicBezTo>
                  <a:pt x="102" y="254"/>
                  <a:pt x="100" y="256"/>
                  <a:pt x="100" y="259"/>
                </a:cubicBezTo>
                <a:cubicBezTo>
                  <a:pt x="100" y="262"/>
                  <a:pt x="102" y="264"/>
                  <a:pt x="105" y="264"/>
                </a:cubicBezTo>
                <a:cubicBezTo>
                  <a:pt x="109" y="264"/>
                  <a:pt x="109" y="264"/>
                  <a:pt x="109" y="264"/>
                </a:cubicBezTo>
                <a:cubicBezTo>
                  <a:pt x="240" y="264"/>
                  <a:pt x="240" y="264"/>
                  <a:pt x="240" y="264"/>
                </a:cubicBezTo>
                <a:cubicBezTo>
                  <a:pt x="244" y="264"/>
                  <a:pt x="248" y="260"/>
                  <a:pt x="248" y="256"/>
                </a:cubicBezTo>
                <a:cubicBezTo>
                  <a:pt x="248" y="251"/>
                  <a:pt x="244" y="247"/>
                  <a:pt x="240" y="247"/>
                </a:cubicBezTo>
                <a:cubicBezTo>
                  <a:pt x="230" y="247"/>
                  <a:pt x="230" y="247"/>
                  <a:pt x="230" y="247"/>
                </a:cubicBezTo>
                <a:cubicBezTo>
                  <a:pt x="227" y="247"/>
                  <a:pt x="225" y="245"/>
                  <a:pt x="225" y="242"/>
                </a:cubicBezTo>
                <a:cubicBezTo>
                  <a:pt x="225" y="239"/>
                  <a:pt x="227" y="237"/>
                  <a:pt x="230" y="237"/>
                </a:cubicBezTo>
                <a:cubicBezTo>
                  <a:pt x="231" y="237"/>
                  <a:pt x="231" y="237"/>
                  <a:pt x="231" y="237"/>
                </a:cubicBezTo>
                <a:cubicBezTo>
                  <a:pt x="233" y="237"/>
                  <a:pt x="236" y="235"/>
                  <a:pt x="236" y="232"/>
                </a:cubicBezTo>
                <a:cubicBezTo>
                  <a:pt x="236" y="229"/>
                  <a:pt x="233" y="227"/>
                  <a:pt x="231" y="227"/>
                </a:cubicBezTo>
                <a:cubicBezTo>
                  <a:pt x="222" y="227"/>
                  <a:pt x="222" y="227"/>
                  <a:pt x="222" y="227"/>
                </a:cubicBezTo>
                <a:cubicBezTo>
                  <a:pt x="221" y="227"/>
                  <a:pt x="220" y="226"/>
                  <a:pt x="220" y="225"/>
                </a:cubicBezTo>
                <a:cubicBezTo>
                  <a:pt x="220" y="224"/>
                  <a:pt x="221" y="224"/>
                  <a:pt x="222" y="224"/>
                </a:cubicBezTo>
                <a:cubicBezTo>
                  <a:pt x="240" y="224"/>
                  <a:pt x="240" y="224"/>
                  <a:pt x="240" y="224"/>
                </a:cubicBezTo>
                <a:cubicBezTo>
                  <a:pt x="243" y="224"/>
                  <a:pt x="245" y="221"/>
                  <a:pt x="245" y="218"/>
                </a:cubicBezTo>
                <a:cubicBezTo>
                  <a:pt x="245" y="216"/>
                  <a:pt x="243" y="213"/>
                  <a:pt x="240" y="213"/>
                </a:cubicBezTo>
                <a:cubicBezTo>
                  <a:pt x="217" y="213"/>
                  <a:pt x="217" y="213"/>
                  <a:pt x="217" y="213"/>
                </a:cubicBezTo>
                <a:cubicBezTo>
                  <a:pt x="216" y="213"/>
                  <a:pt x="215" y="213"/>
                  <a:pt x="215" y="212"/>
                </a:cubicBezTo>
                <a:cubicBezTo>
                  <a:pt x="215" y="211"/>
                  <a:pt x="216" y="210"/>
                  <a:pt x="217" y="210"/>
                </a:cubicBezTo>
                <a:cubicBezTo>
                  <a:pt x="248" y="210"/>
                  <a:pt x="248" y="210"/>
                  <a:pt x="248" y="210"/>
                </a:cubicBezTo>
                <a:cubicBezTo>
                  <a:pt x="251" y="210"/>
                  <a:pt x="253" y="208"/>
                  <a:pt x="253" y="205"/>
                </a:cubicBezTo>
                <a:cubicBezTo>
                  <a:pt x="253" y="202"/>
                  <a:pt x="251" y="200"/>
                  <a:pt x="248" y="200"/>
                </a:cubicBezTo>
                <a:cubicBezTo>
                  <a:pt x="216" y="200"/>
                  <a:pt x="216" y="200"/>
                  <a:pt x="216" y="200"/>
                </a:cubicBezTo>
                <a:cubicBezTo>
                  <a:pt x="215" y="200"/>
                  <a:pt x="214" y="199"/>
                  <a:pt x="214" y="198"/>
                </a:cubicBezTo>
                <a:cubicBezTo>
                  <a:pt x="214" y="197"/>
                  <a:pt x="215" y="196"/>
                  <a:pt x="216" y="196"/>
                </a:cubicBezTo>
                <a:cubicBezTo>
                  <a:pt x="247" y="196"/>
                  <a:pt x="247" y="196"/>
                  <a:pt x="247" y="196"/>
                </a:cubicBezTo>
                <a:cubicBezTo>
                  <a:pt x="250" y="196"/>
                  <a:pt x="252" y="194"/>
                  <a:pt x="252" y="191"/>
                </a:cubicBezTo>
                <a:cubicBezTo>
                  <a:pt x="252" y="189"/>
                  <a:pt x="250" y="186"/>
                  <a:pt x="247" y="186"/>
                </a:cubicBezTo>
                <a:cubicBezTo>
                  <a:pt x="213" y="186"/>
                  <a:pt x="213" y="186"/>
                  <a:pt x="213" y="186"/>
                </a:cubicBezTo>
                <a:cubicBezTo>
                  <a:pt x="212" y="186"/>
                  <a:pt x="212" y="186"/>
                  <a:pt x="212" y="185"/>
                </a:cubicBezTo>
                <a:cubicBezTo>
                  <a:pt x="212" y="184"/>
                  <a:pt x="212" y="183"/>
                  <a:pt x="213" y="183"/>
                </a:cubicBezTo>
                <a:cubicBezTo>
                  <a:pt x="260" y="183"/>
                  <a:pt x="260" y="183"/>
                  <a:pt x="260" y="183"/>
                </a:cubicBezTo>
                <a:cubicBezTo>
                  <a:pt x="263" y="183"/>
                  <a:pt x="265" y="181"/>
                  <a:pt x="265" y="178"/>
                </a:cubicBezTo>
                <a:cubicBezTo>
                  <a:pt x="265" y="175"/>
                  <a:pt x="263" y="173"/>
                  <a:pt x="260" y="173"/>
                </a:cubicBezTo>
                <a:cubicBezTo>
                  <a:pt x="187" y="173"/>
                  <a:pt x="187" y="173"/>
                  <a:pt x="187" y="173"/>
                </a:cubicBezTo>
                <a:cubicBezTo>
                  <a:pt x="186" y="173"/>
                  <a:pt x="185" y="172"/>
                  <a:pt x="185" y="171"/>
                </a:cubicBezTo>
                <a:cubicBezTo>
                  <a:pt x="185" y="170"/>
                  <a:pt x="186" y="169"/>
                  <a:pt x="187" y="169"/>
                </a:cubicBezTo>
                <a:cubicBezTo>
                  <a:pt x="247" y="169"/>
                  <a:pt x="247" y="169"/>
                  <a:pt x="247" y="169"/>
                </a:cubicBezTo>
                <a:cubicBezTo>
                  <a:pt x="249" y="169"/>
                  <a:pt x="252" y="167"/>
                  <a:pt x="252" y="164"/>
                </a:cubicBezTo>
                <a:cubicBezTo>
                  <a:pt x="252" y="161"/>
                  <a:pt x="249" y="159"/>
                  <a:pt x="247" y="159"/>
                </a:cubicBezTo>
                <a:cubicBezTo>
                  <a:pt x="180" y="159"/>
                  <a:pt x="180" y="159"/>
                  <a:pt x="180" y="159"/>
                </a:cubicBezTo>
                <a:cubicBezTo>
                  <a:pt x="179" y="159"/>
                  <a:pt x="178" y="158"/>
                  <a:pt x="178" y="157"/>
                </a:cubicBezTo>
                <a:cubicBezTo>
                  <a:pt x="178" y="156"/>
                  <a:pt x="179" y="156"/>
                  <a:pt x="180" y="156"/>
                </a:cubicBezTo>
                <a:cubicBezTo>
                  <a:pt x="238" y="156"/>
                  <a:pt x="238" y="156"/>
                  <a:pt x="238" y="156"/>
                </a:cubicBezTo>
                <a:cubicBezTo>
                  <a:pt x="241" y="156"/>
                  <a:pt x="243" y="153"/>
                  <a:pt x="243" y="151"/>
                </a:cubicBezTo>
                <a:cubicBezTo>
                  <a:pt x="243" y="148"/>
                  <a:pt x="241" y="146"/>
                  <a:pt x="238" y="146"/>
                </a:cubicBezTo>
                <a:cubicBezTo>
                  <a:pt x="190" y="146"/>
                  <a:pt x="190" y="146"/>
                  <a:pt x="190" y="146"/>
                </a:cubicBezTo>
                <a:cubicBezTo>
                  <a:pt x="189" y="146"/>
                  <a:pt x="188" y="145"/>
                  <a:pt x="188" y="144"/>
                </a:cubicBezTo>
                <a:cubicBezTo>
                  <a:pt x="188" y="143"/>
                  <a:pt x="189" y="142"/>
                  <a:pt x="190" y="142"/>
                </a:cubicBezTo>
                <a:cubicBezTo>
                  <a:pt x="203" y="142"/>
                  <a:pt x="203" y="142"/>
                  <a:pt x="203" y="142"/>
                </a:cubicBezTo>
                <a:cubicBezTo>
                  <a:pt x="206" y="142"/>
                  <a:pt x="208" y="140"/>
                  <a:pt x="208" y="137"/>
                </a:cubicBezTo>
                <a:cubicBezTo>
                  <a:pt x="208" y="134"/>
                  <a:pt x="206" y="132"/>
                  <a:pt x="203" y="132"/>
                </a:cubicBezTo>
                <a:cubicBezTo>
                  <a:pt x="190" y="132"/>
                  <a:pt x="190" y="132"/>
                  <a:pt x="190" y="132"/>
                </a:cubicBezTo>
                <a:cubicBezTo>
                  <a:pt x="189" y="132"/>
                  <a:pt x="188" y="131"/>
                  <a:pt x="188" y="130"/>
                </a:cubicBezTo>
                <a:cubicBezTo>
                  <a:pt x="188" y="129"/>
                  <a:pt x="189" y="128"/>
                  <a:pt x="190" y="128"/>
                </a:cubicBezTo>
                <a:cubicBezTo>
                  <a:pt x="229" y="128"/>
                  <a:pt x="229" y="128"/>
                  <a:pt x="229" y="128"/>
                </a:cubicBezTo>
                <a:cubicBezTo>
                  <a:pt x="232" y="128"/>
                  <a:pt x="234" y="126"/>
                  <a:pt x="234" y="123"/>
                </a:cubicBezTo>
                <a:cubicBezTo>
                  <a:pt x="234" y="121"/>
                  <a:pt x="232" y="118"/>
                  <a:pt x="229" y="118"/>
                </a:cubicBezTo>
                <a:cubicBezTo>
                  <a:pt x="200" y="118"/>
                  <a:pt x="200" y="118"/>
                  <a:pt x="200" y="118"/>
                </a:cubicBezTo>
                <a:cubicBezTo>
                  <a:pt x="199" y="118"/>
                  <a:pt x="198" y="118"/>
                  <a:pt x="198" y="117"/>
                </a:cubicBezTo>
                <a:cubicBezTo>
                  <a:pt x="198" y="116"/>
                  <a:pt x="199" y="115"/>
                  <a:pt x="200" y="115"/>
                </a:cubicBezTo>
                <a:cubicBezTo>
                  <a:pt x="228" y="115"/>
                  <a:pt x="228" y="115"/>
                  <a:pt x="228" y="115"/>
                </a:cubicBezTo>
                <a:cubicBezTo>
                  <a:pt x="231" y="115"/>
                  <a:pt x="234" y="113"/>
                  <a:pt x="234" y="110"/>
                </a:cubicBezTo>
                <a:cubicBezTo>
                  <a:pt x="234" y="107"/>
                  <a:pt x="231" y="105"/>
                  <a:pt x="228" y="105"/>
                </a:cubicBezTo>
                <a:cubicBezTo>
                  <a:pt x="181" y="105"/>
                  <a:pt x="181" y="105"/>
                  <a:pt x="181" y="105"/>
                </a:cubicBezTo>
                <a:cubicBezTo>
                  <a:pt x="180" y="105"/>
                  <a:pt x="180" y="104"/>
                  <a:pt x="180" y="103"/>
                </a:cubicBezTo>
                <a:cubicBezTo>
                  <a:pt x="180" y="102"/>
                  <a:pt x="180" y="101"/>
                  <a:pt x="181" y="101"/>
                </a:cubicBezTo>
                <a:cubicBezTo>
                  <a:pt x="190" y="101"/>
                  <a:pt x="190" y="101"/>
                  <a:pt x="190" y="101"/>
                </a:cubicBezTo>
                <a:cubicBezTo>
                  <a:pt x="192" y="101"/>
                  <a:pt x="195" y="99"/>
                  <a:pt x="195" y="96"/>
                </a:cubicBezTo>
                <a:cubicBezTo>
                  <a:pt x="195" y="93"/>
                  <a:pt x="192" y="91"/>
                  <a:pt x="190" y="91"/>
                </a:cubicBezTo>
                <a:cubicBezTo>
                  <a:pt x="181" y="91"/>
                  <a:pt x="181" y="91"/>
                  <a:pt x="181" y="91"/>
                </a:cubicBezTo>
                <a:cubicBezTo>
                  <a:pt x="180" y="91"/>
                  <a:pt x="179" y="90"/>
                  <a:pt x="179" y="89"/>
                </a:cubicBezTo>
                <a:cubicBezTo>
                  <a:pt x="179" y="89"/>
                  <a:pt x="180" y="88"/>
                  <a:pt x="181" y="88"/>
                </a:cubicBezTo>
                <a:cubicBezTo>
                  <a:pt x="209" y="88"/>
                  <a:pt x="209" y="88"/>
                  <a:pt x="209" y="88"/>
                </a:cubicBezTo>
                <a:cubicBezTo>
                  <a:pt x="209" y="88"/>
                  <a:pt x="209" y="88"/>
                  <a:pt x="209" y="88"/>
                </a:cubicBezTo>
                <a:cubicBezTo>
                  <a:pt x="375" y="88"/>
                  <a:pt x="375" y="88"/>
                  <a:pt x="375" y="88"/>
                </a:cubicBezTo>
                <a:cubicBezTo>
                  <a:pt x="376" y="88"/>
                  <a:pt x="377" y="89"/>
                  <a:pt x="377" y="89"/>
                </a:cubicBezTo>
                <a:cubicBezTo>
                  <a:pt x="377" y="90"/>
                  <a:pt x="376" y="91"/>
                  <a:pt x="375" y="91"/>
                </a:cubicBezTo>
                <a:cubicBezTo>
                  <a:pt x="202" y="91"/>
                  <a:pt x="202" y="91"/>
                  <a:pt x="202" y="91"/>
                </a:cubicBezTo>
                <a:cubicBezTo>
                  <a:pt x="199" y="91"/>
                  <a:pt x="197" y="93"/>
                  <a:pt x="197" y="96"/>
                </a:cubicBezTo>
                <a:cubicBezTo>
                  <a:pt x="197" y="99"/>
                  <a:pt x="199" y="101"/>
                  <a:pt x="202" y="101"/>
                </a:cubicBezTo>
                <a:cubicBezTo>
                  <a:pt x="375" y="101"/>
                  <a:pt x="375" y="101"/>
                  <a:pt x="375" y="101"/>
                </a:cubicBezTo>
                <a:cubicBezTo>
                  <a:pt x="376" y="101"/>
                  <a:pt x="377" y="102"/>
                  <a:pt x="377" y="103"/>
                </a:cubicBezTo>
                <a:cubicBezTo>
                  <a:pt x="377" y="104"/>
                  <a:pt x="376" y="105"/>
                  <a:pt x="375" y="105"/>
                </a:cubicBezTo>
                <a:cubicBezTo>
                  <a:pt x="245" y="105"/>
                  <a:pt x="245" y="105"/>
                  <a:pt x="245" y="105"/>
                </a:cubicBezTo>
                <a:cubicBezTo>
                  <a:pt x="242" y="105"/>
                  <a:pt x="240" y="107"/>
                  <a:pt x="240" y="110"/>
                </a:cubicBezTo>
                <a:cubicBezTo>
                  <a:pt x="240" y="113"/>
                  <a:pt x="242" y="115"/>
                  <a:pt x="245" y="115"/>
                </a:cubicBezTo>
                <a:cubicBezTo>
                  <a:pt x="366" y="115"/>
                  <a:pt x="366" y="115"/>
                  <a:pt x="366" y="115"/>
                </a:cubicBezTo>
                <a:cubicBezTo>
                  <a:pt x="367" y="115"/>
                  <a:pt x="368" y="116"/>
                  <a:pt x="368" y="117"/>
                </a:cubicBezTo>
                <a:cubicBezTo>
                  <a:pt x="368" y="118"/>
                  <a:pt x="367" y="118"/>
                  <a:pt x="366" y="118"/>
                </a:cubicBezTo>
                <a:cubicBezTo>
                  <a:pt x="245" y="118"/>
                  <a:pt x="245" y="118"/>
                  <a:pt x="245" y="118"/>
                </a:cubicBezTo>
                <a:cubicBezTo>
                  <a:pt x="242" y="118"/>
                  <a:pt x="240" y="121"/>
                  <a:pt x="240" y="124"/>
                </a:cubicBezTo>
                <a:cubicBezTo>
                  <a:pt x="240" y="126"/>
                  <a:pt x="242" y="128"/>
                  <a:pt x="245" y="128"/>
                </a:cubicBezTo>
                <a:cubicBezTo>
                  <a:pt x="360" y="128"/>
                  <a:pt x="360" y="128"/>
                  <a:pt x="360" y="128"/>
                </a:cubicBezTo>
                <a:cubicBezTo>
                  <a:pt x="361" y="128"/>
                  <a:pt x="362" y="129"/>
                  <a:pt x="362" y="130"/>
                </a:cubicBezTo>
                <a:cubicBezTo>
                  <a:pt x="362" y="131"/>
                  <a:pt x="361" y="132"/>
                  <a:pt x="360" y="132"/>
                </a:cubicBezTo>
                <a:cubicBezTo>
                  <a:pt x="240" y="132"/>
                  <a:pt x="240" y="132"/>
                  <a:pt x="240" y="132"/>
                </a:cubicBezTo>
                <a:cubicBezTo>
                  <a:pt x="237" y="132"/>
                  <a:pt x="235" y="134"/>
                  <a:pt x="235" y="137"/>
                </a:cubicBezTo>
                <a:cubicBezTo>
                  <a:pt x="235" y="140"/>
                  <a:pt x="237" y="142"/>
                  <a:pt x="240" y="142"/>
                </a:cubicBezTo>
                <a:cubicBezTo>
                  <a:pt x="360" y="142"/>
                  <a:pt x="360" y="142"/>
                  <a:pt x="360" y="142"/>
                </a:cubicBezTo>
                <a:cubicBezTo>
                  <a:pt x="360" y="142"/>
                  <a:pt x="361" y="143"/>
                  <a:pt x="361" y="144"/>
                </a:cubicBezTo>
                <a:cubicBezTo>
                  <a:pt x="361" y="145"/>
                  <a:pt x="360" y="146"/>
                  <a:pt x="360" y="146"/>
                </a:cubicBezTo>
                <a:cubicBezTo>
                  <a:pt x="252" y="146"/>
                  <a:pt x="252" y="146"/>
                  <a:pt x="252" y="146"/>
                </a:cubicBezTo>
                <a:cubicBezTo>
                  <a:pt x="249" y="146"/>
                  <a:pt x="247" y="148"/>
                  <a:pt x="247" y="151"/>
                </a:cubicBezTo>
                <a:cubicBezTo>
                  <a:pt x="247" y="153"/>
                  <a:pt x="249" y="156"/>
                  <a:pt x="252" y="156"/>
                </a:cubicBezTo>
                <a:cubicBezTo>
                  <a:pt x="338" y="156"/>
                  <a:pt x="338" y="156"/>
                  <a:pt x="338" y="156"/>
                </a:cubicBezTo>
                <a:cubicBezTo>
                  <a:pt x="339" y="156"/>
                  <a:pt x="340" y="156"/>
                  <a:pt x="340" y="157"/>
                </a:cubicBezTo>
                <a:cubicBezTo>
                  <a:pt x="340" y="158"/>
                  <a:pt x="339" y="159"/>
                  <a:pt x="338" y="159"/>
                </a:cubicBezTo>
                <a:cubicBezTo>
                  <a:pt x="303" y="159"/>
                  <a:pt x="303" y="159"/>
                  <a:pt x="303" y="159"/>
                </a:cubicBezTo>
                <a:cubicBezTo>
                  <a:pt x="301" y="159"/>
                  <a:pt x="298" y="161"/>
                  <a:pt x="298" y="164"/>
                </a:cubicBezTo>
                <a:cubicBezTo>
                  <a:pt x="298" y="167"/>
                  <a:pt x="301" y="169"/>
                  <a:pt x="303" y="169"/>
                </a:cubicBezTo>
                <a:cubicBezTo>
                  <a:pt x="343" y="169"/>
                  <a:pt x="343" y="169"/>
                  <a:pt x="343" y="169"/>
                </a:cubicBezTo>
                <a:cubicBezTo>
                  <a:pt x="344" y="169"/>
                  <a:pt x="344" y="170"/>
                  <a:pt x="344" y="171"/>
                </a:cubicBezTo>
                <a:cubicBezTo>
                  <a:pt x="344" y="172"/>
                  <a:pt x="344" y="173"/>
                  <a:pt x="343" y="173"/>
                </a:cubicBezTo>
                <a:cubicBezTo>
                  <a:pt x="311" y="173"/>
                  <a:pt x="311" y="173"/>
                  <a:pt x="311" y="173"/>
                </a:cubicBezTo>
                <a:cubicBezTo>
                  <a:pt x="308" y="173"/>
                  <a:pt x="306" y="175"/>
                  <a:pt x="306" y="178"/>
                </a:cubicBezTo>
                <a:cubicBezTo>
                  <a:pt x="306" y="181"/>
                  <a:pt x="308" y="183"/>
                  <a:pt x="311" y="183"/>
                </a:cubicBezTo>
                <a:cubicBezTo>
                  <a:pt x="365" y="183"/>
                  <a:pt x="365" y="183"/>
                  <a:pt x="365" y="183"/>
                </a:cubicBezTo>
                <a:cubicBezTo>
                  <a:pt x="366" y="183"/>
                  <a:pt x="367" y="184"/>
                  <a:pt x="367" y="185"/>
                </a:cubicBezTo>
                <a:cubicBezTo>
                  <a:pt x="367" y="186"/>
                  <a:pt x="366" y="186"/>
                  <a:pt x="365" y="186"/>
                </a:cubicBezTo>
                <a:cubicBezTo>
                  <a:pt x="343" y="186"/>
                  <a:pt x="343" y="186"/>
                  <a:pt x="343" y="186"/>
                </a:cubicBezTo>
                <a:cubicBezTo>
                  <a:pt x="340" y="186"/>
                  <a:pt x="338" y="189"/>
                  <a:pt x="338" y="191"/>
                </a:cubicBezTo>
                <a:cubicBezTo>
                  <a:pt x="338" y="194"/>
                  <a:pt x="340" y="196"/>
                  <a:pt x="343" y="196"/>
                </a:cubicBezTo>
                <a:cubicBezTo>
                  <a:pt x="382" y="196"/>
                  <a:pt x="382" y="196"/>
                  <a:pt x="382" y="196"/>
                </a:cubicBezTo>
                <a:cubicBezTo>
                  <a:pt x="385" y="196"/>
                  <a:pt x="388" y="194"/>
                  <a:pt x="388" y="191"/>
                </a:cubicBezTo>
                <a:cubicBezTo>
                  <a:pt x="388" y="189"/>
                  <a:pt x="385" y="186"/>
                  <a:pt x="382" y="186"/>
                </a:cubicBezTo>
                <a:cubicBezTo>
                  <a:pt x="379" y="186"/>
                  <a:pt x="379" y="186"/>
                  <a:pt x="379" y="186"/>
                </a:cubicBezTo>
                <a:cubicBezTo>
                  <a:pt x="378" y="186"/>
                  <a:pt x="377" y="186"/>
                  <a:pt x="377" y="185"/>
                </a:cubicBezTo>
                <a:cubicBezTo>
                  <a:pt x="377" y="184"/>
                  <a:pt x="378" y="183"/>
                  <a:pt x="379" y="183"/>
                </a:cubicBezTo>
                <a:cubicBezTo>
                  <a:pt x="396" y="183"/>
                  <a:pt x="396" y="183"/>
                  <a:pt x="396" y="183"/>
                </a:cubicBezTo>
                <a:cubicBezTo>
                  <a:pt x="397" y="183"/>
                  <a:pt x="398" y="184"/>
                  <a:pt x="398" y="185"/>
                </a:cubicBezTo>
                <a:cubicBezTo>
                  <a:pt x="398" y="186"/>
                  <a:pt x="397" y="186"/>
                  <a:pt x="396" y="186"/>
                </a:cubicBezTo>
                <a:cubicBezTo>
                  <a:pt x="394" y="186"/>
                  <a:pt x="394" y="186"/>
                  <a:pt x="394" y="186"/>
                </a:cubicBezTo>
                <a:cubicBezTo>
                  <a:pt x="392" y="186"/>
                  <a:pt x="389" y="189"/>
                  <a:pt x="389" y="191"/>
                </a:cubicBezTo>
                <a:cubicBezTo>
                  <a:pt x="389" y="194"/>
                  <a:pt x="392" y="196"/>
                  <a:pt x="394" y="196"/>
                </a:cubicBezTo>
                <a:cubicBezTo>
                  <a:pt x="396" y="196"/>
                  <a:pt x="396" y="196"/>
                  <a:pt x="396" y="196"/>
                </a:cubicBezTo>
                <a:cubicBezTo>
                  <a:pt x="399" y="196"/>
                  <a:pt x="401" y="199"/>
                  <a:pt x="401" y="201"/>
                </a:cubicBezTo>
                <a:cubicBezTo>
                  <a:pt x="401" y="204"/>
                  <a:pt x="399" y="207"/>
                  <a:pt x="396" y="207"/>
                </a:cubicBezTo>
                <a:cubicBezTo>
                  <a:pt x="365" y="207"/>
                  <a:pt x="365" y="207"/>
                  <a:pt x="365" y="207"/>
                </a:cubicBezTo>
                <a:cubicBezTo>
                  <a:pt x="362" y="207"/>
                  <a:pt x="360" y="209"/>
                  <a:pt x="360" y="212"/>
                </a:cubicBezTo>
                <a:cubicBezTo>
                  <a:pt x="360" y="215"/>
                  <a:pt x="362" y="217"/>
                  <a:pt x="365" y="217"/>
                </a:cubicBezTo>
                <a:cubicBezTo>
                  <a:pt x="400" y="217"/>
                  <a:pt x="400" y="217"/>
                  <a:pt x="400" y="217"/>
                </a:cubicBezTo>
                <a:cubicBezTo>
                  <a:pt x="401" y="217"/>
                  <a:pt x="401" y="217"/>
                  <a:pt x="401" y="218"/>
                </a:cubicBezTo>
                <a:cubicBezTo>
                  <a:pt x="401" y="220"/>
                  <a:pt x="401" y="220"/>
                  <a:pt x="400" y="220"/>
                </a:cubicBezTo>
                <a:cubicBezTo>
                  <a:pt x="354" y="220"/>
                  <a:pt x="354" y="220"/>
                  <a:pt x="354" y="220"/>
                </a:cubicBezTo>
                <a:cubicBezTo>
                  <a:pt x="352" y="220"/>
                  <a:pt x="349" y="222"/>
                  <a:pt x="349" y="225"/>
                </a:cubicBezTo>
                <a:cubicBezTo>
                  <a:pt x="349" y="228"/>
                  <a:pt x="352" y="230"/>
                  <a:pt x="354" y="230"/>
                </a:cubicBezTo>
                <a:cubicBezTo>
                  <a:pt x="403" y="230"/>
                  <a:pt x="403" y="230"/>
                  <a:pt x="403" y="230"/>
                </a:cubicBezTo>
                <a:cubicBezTo>
                  <a:pt x="404" y="230"/>
                  <a:pt x="405" y="231"/>
                  <a:pt x="405" y="232"/>
                </a:cubicBezTo>
                <a:cubicBezTo>
                  <a:pt x="405" y="233"/>
                  <a:pt x="404" y="234"/>
                  <a:pt x="403" y="234"/>
                </a:cubicBezTo>
                <a:cubicBezTo>
                  <a:pt x="355" y="234"/>
                  <a:pt x="355" y="234"/>
                  <a:pt x="355" y="234"/>
                </a:cubicBezTo>
                <a:cubicBezTo>
                  <a:pt x="352" y="234"/>
                  <a:pt x="350" y="236"/>
                  <a:pt x="350" y="239"/>
                </a:cubicBezTo>
                <a:cubicBezTo>
                  <a:pt x="350" y="242"/>
                  <a:pt x="352" y="244"/>
                  <a:pt x="355" y="244"/>
                </a:cubicBezTo>
                <a:cubicBezTo>
                  <a:pt x="399" y="244"/>
                  <a:pt x="399" y="244"/>
                  <a:pt x="399" y="244"/>
                </a:cubicBezTo>
                <a:cubicBezTo>
                  <a:pt x="400" y="244"/>
                  <a:pt x="401" y="245"/>
                  <a:pt x="401" y="246"/>
                </a:cubicBezTo>
                <a:cubicBezTo>
                  <a:pt x="401" y="247"/>
                  <a:pt x="400" y="247"/>
                  <a:pt x="399" y="247"/>
                </a:cubicBezTo>
                <a:cubicBezTo>
                  <a:pt x="385" y="247"/>
                  <a:pt x="385" y="247"/>
                  <a:pt x="385" y="247"/>
                </a:cubicBezTo>
                <a:cubicBezTo>
                  <a:pt x="382" y="247"/>
                  <a:pt x="380" y="250"/>
                  <a:pt x="380" y="252"/>
                </a:cubicBezTo>
                <a:cubicBezTo>
                  <a:pt x="380" y="255"/>
                  <a:pt x="382" y="258"/>
                  <a:pt x="385" y="258"/>
                </a:cubicBezTo>
                <a:cubicBezTo>
                  <a:pt x="391" y="258"/>
                  <a:pt x="391" y="258"/>
                  <a:pt x="391" y="258"/>
                </a:cubicBezTo>
                <a:cubicBezTo>
                  <a:pt x="392" y="258"/>
                  <a:pt x="392" y="258"/>
                  <a:pt x="392" y="259"/>
                </a:cubicBezTo>
                <a:cubicBezTo>
                  <a:pt x="392" y="260"/>
                  <a:pt x="392" y="261"/>
                  <a:pt x="391" y="261"/>
                </a:cubicBezTo>
                <a:cubicBezTo>
                  <a:pt x="389" y="261"/>
                  <a:pt x="389" y="261"/>
                  <a:pt x="389" y="261"/>
                </a:cubicBezTo>
                <a:cubicBezTo>
                  <a:pt x="384" y="261"/>
                  <a:pt x="380" y="265"/>
                  <a:pt x="380" y="269"/>
                </a:cubicBezTo>
                <a:cubicBezTo>
                  <a:pt x="380" y="274"/>
                  <a:pt x="384" y="278"/>
                  <a:pt x="389" y="278"/>
                </a:cubicBezTo>
                <a:cubicBezTo>
                  <a:pt x="421" y="278"/>
                  <a:pt x="421" y="278"/>
                  <a:pt x="421" y="278"/>
                </a:cubicBezTo>
                <a:cubicBezTo>
                  <a:pt x="424" y="278"/>
                  <a:pt x="427" y="276"/>
                  <a:pt x="427" y="273"/>
                </a:cubicBezTo>
                <a:cubicBezTo>
                  <a:pt x="427" y="270"/>
                  <a:pt x="424" y="268"/>
                  <a:pt x="421" y="268"/>
                </a:cubicBezTo>
                <a:cubicBezTo>
                  <a:pt x="416" y="268"/>
                  <a:pt x="416" y="268"/>
                  <a:pt x="416" y="268"/>
                </a:cubicBezTo>
                <a:cubicBezTo>
                  <a:pt x="415" y="268"/>
                  <a:pt x="414" y="267"/>
                  <a:pt x="414" y="266"/>
                </a:cubicBezTo>
                <a:cubicBezTo>
                  <a:pt x="414" y="265"/>
                  <a:pt x="415" y="264"/>
                  <a:pt x="416" y="264"/>
                </a:cubicBezTo>
                <a:cubicBezTo>
                  <a:pt x="430" y="264"/>
                  <a:pt x="430" y="264"/>
                  <a:pt x="430" y="264"/>
                </a:cubicBezTo>
                <a:cubicBezTo>
                  <a:pt x="432" y="264"/>
                  <a:pt x="435" y="262"/>
                  <a:pt x="435" y="259"/>
                </a:cubicBezTo>
                <a:cubicBezTo>
                  <a:pt x="435" y="256"/>
                  <a:pt x="432" y="254"/>
                  <a:pt x="430" y="254"/>
                </a:cubicBezTo>
                <a:cubicBezTo>
                  <a:pt x="423" y="254"/>
                  <a:pt x="423" y="254"/>
                  <a:pt x="423" y="254"/>
                </a:cubicBezTo>
                <a:cubicBezTo>
                  <a:pt x="422" y="254"/>
                  <a:pt x="422" y="253"/>
                  <a:pt x="422" y="252"/>
                </a:cubicBezTo>
                <a:cubicBezTo>
                  <a:pt x="422" y="251"/>
                  <a:pt x="422" y="251"/>
                  <a:pt x="423" y="251"/>
                </a:cubicBezTo>
                <a:cubicBezTo>
                  <a:pt x="434" y="251"/>
                  <a:pt x="434" y="251"/>
                  <a:pt x="434" y="251"/>
                </a:cubicBezTo>
                <a:cubicBezTo>
                  <a:pt x="437" y="251"/>
                  <a:pt x="439" y="248"/>
                  <a:pt x="439" y="246"/>
                </a:cubicBezTo>
                <a:cubicBezTo>
                  <a:pt x="439" y="243"/>
                  <a:pt x="437" y="241"/>
                  <a:pt x="434" y="241"/>
                </a:cubicBezTo>
                <a:cubicBezTo>
                  <a:pt x="422" y="240"/>
                  <a:pt x="422" y="240"/>
                  <a:pt x="422" y="240"/>
                </a:cubicBezTo>
                <a:cubicBezTo>
                  <a:pt x="421" y="240"/>
                  <a:pt x="420" y="240"/>
                  <a:pt x="420" y="239"/>
                </a:cubicBezTo>
                <a:cubicBezTo>
                  <a:pt x="420" y="238"/>
                  <a:pt x="421" y="237"/>
                  <a:pt x="422" y="237"/>
                </a:cubicBezTo>
                <a:cubicBezTo>
                  <a:pt x="442" y="237"/>
                  <a:pt x="442" y="237"/>
                  <a:pt x="442" y="237"/>
                </a:cubicBezTo>
                <a:cubicBezTo>
                  <a:pt x="458" y="237"/>
                  <a:pt x="472" y="224"/>
                  <a:pt x="473" y="209"/>
                </a:cubicBezTo>
                <a:cubicBezTo>
                  <a:pt x="475" y="208"/>
                  <a:pt x="476" y="206"/>
                  <a:pt x="476" y="205"/>
                </a:cubicBezTo>
                <a:cubicBezTo>
                  <a:pt x="476" y="202"/>
                  <a:pt x="474" y="200"/>
                  <a:pt x="471" y="20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846" tIns="45423" rIns="90846" bIns="45423" numCol="1" anchor="t" anchorCtr="0" compatLnSpc="1">
            <a:prstTxWarp prst="textNoShape">
              <a:avLst/>
            </a:prstTxWarp>
          </a:bodyPr>
          <a:lstStyle/>
          <a:p>
            <a:pPr defTabSz="926620"/>
            <a:endParaRPr lang="en-US" sz="1789">
              <a:solidFill>
                <a:srgbClr val="FFFFFF"/>
              </a:solidFill>
            </a:endParaRPr>
          </a:p>
        </p:txBody>
      </p:sp>
    </p:spTree>
    <p:extLst>
      <p:ext uri="{BB962C8B-B14F-4D97-AF65-F5344CB8AC3E}">
        <p14:creationId xmlns:p14="http://schemas.microsoft.com/office/powerpoint/2010/main" val="7633053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bwMode="auto">
          <a:xfrm>
            <a:off x="274702" y="2105712"/>
            <a:ext cx="4937760" cy="1823621"/>
          </a:xfrm>
          <a:noFill/>
        </p:spPr>
        <p:txBody>
          <a:bodyPr lIns="146304" tIns="91440" rIns="146304" bIns="91440" anchor="t" anchorCtr="0"/>
          <a:lstStyle>
            <a:lvl1pPr>
              <a:defRPr sz="4768" spc="-99" baseline="0">
                <a:gradFill>
                  <a:gsLst>
                    <a:gs pos="74359">
                      <a:schemeClr val="tx1"/>
                    </a:gs>
                    <a:gs pos="57576">
                      <a:schemeClr val="tx1"/>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29333"/>
            <a:ext cx="4937760" cy="726879"/>
          </a:xfrm>
        </p:spPr>
        <p:txBody>
          <a:bodyPr lIns="164592" tIns="109728" rIns="164592" bIns="109728">
            <a:noAutofit/>
          </a:bodyPr>
          <a:lstStyle>
            <a:lvl1pPr marL="0" indent="0">
              <a:spcBef>
                <a:spcPts val="0"/>
              </a:spcBef>
              <a:buNone/>
              <a:defRPr lang="en-US" sz="3179" kern="1200" spc="0" baseline="0" dirty="0">
                <a:gradFill>
                  <a:gsLst>
                    <a:gs pos="91000">
                      <a:schemeClr val="tx1"/>
                    </a:gs>
                    <a:gs pos="0">
                      <a:schemeClr val="tx1"/>
                    </a:gs>
                  </a:gsLst>
                  <a:lin ang="5400000" scaled="0"/>
                </a:gradFill>
                <a:latin typeface="+mn-lt"/>
                <a:ea typeface="+mn-ea"/>
                <a:cs typeface="+mn-cs"/>
              </a:defRPr>
            </a:lvl1pPr>
          </a:lstStyle>
          <a:p>
            <a:pPr marL="0" marR="0" lvl="0" indent="0" algn="l" defTabSz="926620" rtl="0" eaLnBrk="1" fontAlgn="auto" latinLnBrk="0" hangingPunct="1">
              <a:lnSpc>
                <a:spcPct val="90000"/>
              </a:lnSpc>
              <a:spcBef>
                <a:spcPts val="0"/>
              </a:spcBef>
              <a:spcAft>
                <a:spcPts val="0"/>
              </a:spcAft>
              <a:buClrTx/>
              <a:buSzPct val="90000"/>
              <a:buFont typeface="Arial" pitchFamily="34" charset="0"/>
              <a:buNone/>
              <a:tabLst/>
            </a:pPr>
            <a:r>
              <a:rPr lang="en-US"/>
              <a:t>Speaker name</a:t>
            </a:r>
          </a:p>
        </p:txBody>
      </p:sp>
      <p:sp>
        <p:nvSpPr>
          <p:cNvPr id="8" name="Rectangle 7"/>
          <p:cNvSpPr/>
          <p:nvPr userDrawn="1"/>
        </p:nvSpPr>
        <p:spPr bwMode="gray">
          <a:xfrm>
            <a:off x="5441951" y="0"/>
            <a:ext cx="6994525" cy="6950075"/>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142" name="MS logo gray - EMF"/>
          <p:cNvPicPr>
            <a:picLocks noChangeAspect="1"/>
          </p:cNvPicPr>
          <p:nvPr userDrawn="1"/>
        </p:nvPicPr>
        <p:blipFill>
          <a:blip r:embed="rId2"/>
          <a:stretch>
            <a:fillRect/>
          </a:stretch>
        </p:blipFill>
        <p:spPr bwMode="black">
          <a:xfrm>
            <a:off x="463118" y="476378"/>
            <a:ext cx="1451843" cy="308921"/>
          </a:xfrm>
          <a:prstGeom prst="rect">
            <a:avLst/>
          </a:prstGeom>
        </p:spPr>
      </p:pic>
      <p:sp>
        <p:nvSpPr>
          <p:cNvPr id="143" name="Freeform 19"/>
          <p:cNvSpPr>
            <a:spLocks noChangeAspect="1" noEditPoints="1"/>
          </p:cNvSpPr>
          <p:nvPr userDrawn="1"/>
        </p:nvSpPr>
        <p:spPr bwMode="black">
          <a:xfrm>
            <a:off x="6727387" y="3443990"/>
            <a:ext cx="5242215" cy="3025631"/>
          </a:xfrm>
          <a:custGeom>
            <a:avLst/>
            <a:gdLst>
              <a:gd name="T0" fmla="*/ 230 w 476"/>
              <a:gd name="T1" fmla="*/ 110 h 278"/>
              <a:gd name="T2" fmla="*/ 204 w 476"/>
              <a:gd name="T3" fmla="*/ 137 h 278"/>
              <a:gd name="T4" fmla="*/ 248 w 476"/>
              <a:gd name="T5" fmla="*/ 164 h 278"/>
              <a:gd name="T6" fmla="*/ 249 w 476"/>
              <a:gd name="T7" fmla="*/ 191 h 278"/>
              <a:gd name="T8" fmla="*/ 241 w 476"/>
              <a:gd name="T9" fmla="*/ 218 h 278"/>
              <a:gd name="T10" fmla="*/ 245 w 476"/>
              <a:gd name="T11" fmla="*/ 256 h 278"/>
              <a:gd name="T12" fmla="*/ 122 w 476"/>
              <a:gd name="T13" fmla="*/ 239 h 278"/>
              <a:gd name="T14" fmla="*/ 145 w 476"/>
              <a:gd name="T15" fmla="*/ 212 h 278"/>
              <a:gd name="T16" fmla="*/ 130 w 476"/>
              <a:gd name="T17" fmla="*/ 185 h 278"/>
              <a:gd name="T18" fmla="*/ 70 w 476"/>
              <a:gd name="T19" fmla="*/ 157 h 278"/>
              <a:gd name="T20" fmla="*/ 95 w 476"/>
              <a:gd name="T21" fmla="*/ 130 h 278"/>
              <a:gd name="T22" fmla="*/ 128 w 476"/>
              <a:gd name="T23" fmla="*/ 103 h 278"/>
              <a:gd name="T24" fmla="*/ 140 w 476"/>
              <a:gd name="T25" fmla="*/ 76 h 278"/>
              <a:gd name="T26" fmla="*/ 135 w 476"/>
              <a:gd name="T27" fmla="*/ 49 h 278"/>
              <a:gd name="T28" fmla="*/ 145 w 476"/>
              <a:gd name="T29" fmla="*/ 22 h 278"/>
              <a:gd name="T30" fmla="*/ 248 w 476"/>
              <a:gd name="T31" fmla="*/ 42 h 278"/>
              <a:gd name="T32" fmla="*/ 217 w 476"/>
              <a:gd name="T33" fmla="*/ 69 h 278"/>
              <a:gd name="T34" fmla="*/ 422 w 476"/>
              <a:gd name="T35" fmla="*/ 234 h 278"/>
              <a:gd name="T36" fmla="*/ 416 w 476"/>
              <a:gd name="T37" fmla="*/ 261 h 278"/>
              <a:gd name="T38" fmla="*/ 385 w 476"/>
              <a:gd name="T39" fmla="*/ 254 h 278"/>
              <a:gd name="T40" fmla="*/ 354 w 476"/>
              <a:gd name="T41" fmla="*/ 227 h 278"/>
              <a:gd name="T42" fmla="*/ 394 w 476"/>
              <a:gd name="T43" fmla="*/ 193 h 278"/>
              <a:gd name="T44" fmla="*/ 343 w 476"/>
              <a:gd name="T45" fmla="*/ 193 h 278"/>
              <a:gd name="T46" fmla="*/ 303 w 476"/>
              <a:gd name="T47" fmla="*/ 166 h 278"/>
              <a:gd name="T48" fmla="*/ 240 w 476"/>
              <a:gd name="T49" fmla="*/ 139 h 278"/>
              <a:gd name="T50" fmla="*/ 245 w 476"/>
              <a:gd name="T51" fmla="*/ 112 h 278"/>
              <a:gd name="T52" fmla="*/ 213 w 476"/>
              <a:gd name="T53" fmla="*/ 85 h 278"/>
              <a:gd name="T54" fmla="*/ 402 w 476"/>
              <a:gd name="T55" fmla="*/ 62 h 278"/>
              <a:gd name="T56" fmla="*/ 404 w 476"/>
              <a:gd name="T57" fmla="*/ 35 h 278"/>
              <a:gd name="T58" fmla="*/ 180 w 476"/>
              <a:gd name="T59" fmla="*/ 28 h 278"/>
              <a:gd name="T60" fmla="*/ 175 w 476"/>
              <a:gd name="T61" fmla="*/ 56 h 278"/>
              <a:gd name="T62" fmla="*/ 149 w 476"/>
              <a:gd name="T63" fmla="*/ 83 h 278"/>
              <a:gd name="T64" fmla="*/ 6 w 476"/>
              <a:gd name="T65" fmla="*/ 67 h 278"/>
              <a:gd name="T66" fmla="*/ 17 w 476"/>
              <a:gd name="T67" fmla="*/ 40 h 278"/>
              <a:gd name="T68" fmla="*/ 56 w 476"/>
              <a:gd name="T69" fmla="*/ 47 h 278"/>
              <a:gd name="T70" fmla="*/ 87 w 476"/>
              <a:gd name="T71" fmla="*/ 74 h 278"/>
              <a:gd name="T72" fmla="*/ 34 w 476"/>
              <a:gd name="T73" fmla="*/ 96 h 278"/>
              <a:gd name="T74" fmla="*/ 33 w 476"/>
              <a:gd name="T75" fmla="*/ 123 h 278"/>
              <a:gd name="T76" fmla="*/ 51 w 476"/>
              <a:gd name="T77" fmla="*/ 151 h 278"/>
              <a:gd name="T78" fmla="*/ 75 w 476"/>
              <a:gd name="T79" fmla="*/ 178 h 278"/>
              <a:gd name="T80" fmla="*/ 94 w 476"/>
              <a:gd name="T81" fmla="*/ 205 h 278"/>
              <a:gd name="T82" fmla="*/ 99 w 476"/>
              <a:gd name="T83" fmla="*/ 232 h 278"/>
              <a:gd name="T84" fmla="*/ 100 w 476"/>
              <a:gd name="T85" fmla="*/ 259 h 278"/>
              <a:gd name="T86" fmla="*/ 222 w 476"/>
              <a:gd name="T87" fmla="*/ 227 h 278"/>
              <a:gd name="T88" fmla="*/ 216 w 476"/>
              <a:gd name="T89" fmla="*/ 200 h 278"/>
              <a:gd name="T90" fmla="*/ 187 w 476"/>
              <a:gd name="T91" fmla="*/ 173 h 278"/>
              <a:gd name="T92" fmla="*/ 190 w 476"/>
              <a:gd name="T93" fmla="*/ 146 h 278"/>
              <a:gd name="T94" fmla="*/ 200 w 476"/>
              <a:gd name="T95" fmla="*/ 118 h 278"/>
              <a:gd name="T96" fmla="*/ 181 w 476"/>
              <a:gd name="T97" fmla="*/ 91 h 278"/>
              <a:gd name="T98" fmla="*/ 377 w 476"/>
              <a:gd name="T99" fmla="*/ 103 h 278"/>
              <a:gd name="T100" fmla="*/ 362 w 476"/>
              <a:gd name="T101" fmla="*/ 130 h 278"/>
              <a:gd name="T102" fmla="*/ 340 w 476"/>
              <a:gd name="T103" fmla="*/ 157 h 278"/>
              <a:gd name="T104" fmla="*/ 367 w 476"/>
              <a:gd name="T105" fmla="*/ 185 h 278"/>
              <a:gd name="T106" fmla="*/ 398 w 476"/>
              <a:gd name="T107" fmla="*/ 185 h 278"/>
              <a:gd name="T108" fmla="*/ 401 w 476"/>
              <a:gd name="T109" fmla="*/ 218 h 278"/>
              <a:gd name="T110" fmla="*/ 401 w 476"/>
              <a:gd name="T111" fmla="*/ 246 h 278"/>
              <a:gd name="T112" fmla="*/ 427 w 476"/>
              <a:gd name="T113" fmla="*/ 273 h 278"/>
              <a:gd name="T114" fmla="*/ 439 w 476"/>
              <a:gd name="T115" fmla="*/ 246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76" h="278">
                <a:moveTo>
                  <a:pt x="205" y="84"/>
                </a:moveTo>
                <a:cubicBezTo>
                  <a:pt x="181" y="84"/>
                  <a:pt x="181" y="84"/>
                  <a:pt x="181" y="84"/>
                </a:cubicBezTo>
                <a:cubicBezTo>
                  <a:pt x="178" y="84"/>
                  <a:pt x="176" y="87"/>
                  <a:pt x="176" y="89"/>
                </a:cubicBezTo>
                <a:cubicBezTo>
                  <a:pt x="176" y="92"/>
                  <a:pt x="178" y="95"/>
                  <a:pt x="181" y="95"/>
                </a:cubicBezTo>
                <a:cubicBezTo>
                  <a:pt x="190" y="95"/>
                  <a:pt x="190" y="95"/>
                  <a:pt x="190" y="95"/>
                </a:cubicBezTo>
                <a:cubicBezTo>
                  <a:pt x="191" y="95"/>
                  <a:pt x="192" y="95"/>
                  <a:pt x="192" y="96"/>
                </a:cubicBezTo>
                <a:cubicBezTo>
                  <a:pt x="192" y="97"/>
                  <a:pt x="191" y="98"/>
                  <a:pt x="190" y="98"/>
                </a:cubicBezTo>
                <a:cubicBezTo>
                  <a:pt x="181" y="98"/>
                  <a:pt x="181" y="98"/>
                  <a:pt x="181" y="98"/>
                </a:cubicBezTo>
                <a:cubicBezTo>
                  <a:pt x="178" y="98"/>
                  <a:pt x="176" y="100"/>
                  <a:pt x="176" y="103"/>
                </a:cubicBezTo>
                <a:cubicBezTo>
                  <a:pt x="176" y="106"/>
                  <a:pt x="178" y="108"/>
                  <a:pt x="181" y="108"/>
                </a:cubicBezTo>
                <a:cubicBezTo>
                  <a:pt x="228" y="108"/>
                  <a:pt x="228" y="108"/>
                  <a:pt x="228" y="108"/>
                </a:cubicBezTo>
                <a:cubicBezTo>
                  <a:pt x="229" y="108"/>
                  <a:pt x="230" y="109"/>
                  <a:pt x="230" y="110"/>
                </a:cubicBezTo>
                <a:cubicBezTo>
                  <a:pt x="230" y="111"/>
                  <a:pt x="229" y="112"/>
                  <a:pt x="228" y="112"/>
                </a:cubicBezTo>
                <a:cubicBezTo>
                  <a:pt x="200" y="112"/>
                  <a:pt x="200" y="112"/>
                  <a:pt x="200" y="112"/>
                </a:cubicBezTo>
                <a:cubicBezTo>
                  <a:pt x="197" y="112"/>
                  <a:pt x="194" y="114"/>
                  <a:pt x="194" y="117"/>
                </a:cubicBezTo>
                <a:cubicBezTo>
                  <a:pt x="194" y="119"/>
                  <a:pt x="197" y="122"/>
                  <a:pt x="200" y="122"/>
                </a:cubicBezTo>
                <a:cubicBezTo>
                  <a:pt x="229" y="122"/>
                  <a:pt x="229" y="122"/>
                  <a:pt x="229" y="122"/>
                </a:cubicBezTo>
                <a:cubicBezTo>
                  <a:pt x="230" y="122"/>
                  <a:pt x="231" y="122"/>
                  <a:pt x="231" y="123"/>
                </a:cubicBezTo>
                <a:cubicBezTo>
                  <a:pt x="231" y="124"/>
                  <a:pt x="230" y="125"/>
                  <a:pt x="229" y="125"/>
                </a:cubicBezTo>
                <a:cubicBezTo>
                  <a:pt x="190" y="125"/>
                  <a:pt x="190" y="125"/>
                  <a:pt x="190" y="125"/>
                </a:cubicBezTo>
                <a:cubicBezTo>
                  <a:pt x="187" y="125"/>
                  <a:pt x="185" y="127"/>
                  <a:pt x="185" y="130"/>
                </a:cubicBezTo>
                <a:cubicBezTo>
                  <a:pt x="185" y="133"/>
                  <a:pt x="187" y="135"/>
                  <a:pt x="190" y="135"/>
                </a:cubicBezTo>
                <a:cubicBezTo>
                  <a:pt x="203" y="135"/>
                  <a:pt x="203" y="135"/>
                  <a:pt x="203" y="135"/>
                </a:cubicBezTo>
                <a:cubicBezTo>
                  <a:pt x="204" y="135"/>
                  <a:pt x="204" y="136"/>
                  <a:pt x="204" y="137"/>
                </a:cubicBezTo>
                <a:cubicBezTo>
                  <a:pt x="204" y="138"/>
                  <a:pt x="204" y="139"/>
                  <a:pt x="203" y="139"/>
                </a:cubicBezTo>
                <a:cubicBezTo>
                  <a:pt x="190" y="139"/>
                  <a:pt x="190" y="139"/>
                  <a:pt x="190" y="139"/>
                </a:cubicBezTo>
                <a:cubicBezTo>
                  <a:pt x="187" y="139"/>
                  <a:pt x="185" y="141"/>
                  <a:pt x="185" y="144"/>
                </a:cubicBezTo>
                <a:cubicBezTo>
                  <a:pt x="185" y="147"/>
                  <a:pt x="187" y="149"/>
                  <a:pt x="190" y="149"/>
                </a:cubicBezTo>
                <a:cubicBezTo>
                  <a:pt x="238" y="149"/>
                  <a:pt x="238" y="149"/>
                  <a:pt x="238" y="149"/>
                </a:cubicBezTo>
                <a:cubicBezTo>
                  <a:pt x="239" y="149"/>
                  <a:pt x="240" y="150"/>
                  <a:pt x="240" y="151"/>
                </a:cubicBezTo>
                <a:cubicBezTo>
                  <a:pt x="240" y="151"/>
                  <a:pt x="239" y="152"/>
                  <a:pt x="238" y="152"/>
                </a:cubicBezTo>
                <a:cubicBezTo>
                  <a:pt x="180" y="152"/>
                  <a:pt x="180" y="152"/>
                  <a:pt x="180" y="152"/>
                </a:cubicBezTo>
                <a:cubicBezTo>
                  <a:pt x="177" y="152"/>
                  <a:pt x="175" y="154"/>
                  <a:pt x="175" y="157"/>
                </a:cubicBezTo>
                <a:cubicBezTo>
                  <a:pt x="175" y="160"/>
                  <a:pt x="177" y="162"/>
                  <a:pt x="180" y="162"/>
                </a:cubicBezTo>
                <a:cubicBezTo>
                  <a:pt x="247" y="162"/>
                  <a:pt x="247" y="162"/>
                  <a:pt x="247" y="162"/>
                </a:cubicBezTo>
                <a:cubicBezTo>
                  <a:pt x="248" y="162"/>
                  <a:pt x="248" y="163"/>
                  <a:pt x="248" y="164"/>
                </a:cubicBezTo>
                <a:cubicBezTo>
                  <a:pt x="248" y="165"/>
                  <a:pt x="248" y="166"/>
                  <a:pt x="247" y="166"/>
                </a:cubicBezTo>
                <a:cubicBezTo>
                  <a:pt x="187" y="166"/>
                  <a:pt x="187" y="166"/>
                  <a:pt x="187" y="166"/>
                </a:cubicBezTo>
                <a:cubicBezTo>
                  <a:pt x="184" y="166"/>
                  <a:pt x="182" y="168"/>
                  <a:pt x="182" y="171"/>
                </a:cubicBezTo>
                <a:cubicBezTo>
                  <a:pt x="182" y="174"/>
                  <a:pt x="184" y="176"/>
                  <a:pt x="187" y="176"/>
                </a:cubicBezTo>
                <a:cubicBezTo>
                  <a:pt x="260" y="176"/>
                  <a:pt x="260" y="176"/>
                  <a:pt x="260" y="176"/>
                </a:cubicBezTo>
                <a:cubicBezTo>
                  <a:pt x="261" y="176"/>
                  <a:pt x="262" y="177"/>
                  <a:pt x="262" y="178"/>
                </a:cubicBezTo>
                <a:cubicBezTo>
                  <a:pt x="262" y="179"/>
                  <a:pt x="261" y="179"/>
                  <a:pt x="260" y="179"/>
                </a:cubicBezTo>
                <a:cubicBezTo>
                  <a:pt x="213" y="179"/>
                  <a:pt x="213" y="179"/>
                  <a:pt x="213" y="179"/>
                </a:cubicBezTo>
                <a:cubicBezTo>
                  <a:pt x="211" y="179"/>
                  <a:pt x="208" y="182"/>
                  <a:pt x="208" y="185"/>
                </a:cubicBezTo>
                <a:cubicBezTo>
                  <a:pt x="208" y="187"/>
                  <a:pt x="211" y="190"/>
                  <a:pt x="213" y="190"/>
                </a:cubicBezTo>
                <a:cubicBezTo>
                  <a:pt x="247" y="190"/>
                  <a:pt x="247" y="190"/>
                  <a:pt x="247" y="190"/>
                </a:cubicBezTo>
                <a:cubicBezTo>
                  <a:pt x="248" y="190"/>
                  <a:pt x="249" y="190"/>
                  <a:pt x="249" y="191"/>
                </a:cubicBezTo>
                <a:cubicBezTo>
                  <a:pt x="249" y="192"/>
                  <a:pt x="248" y="193"/>
                  <a:pt x="247" y="193"/>
                </a:cubicBezTo>
                <a:cubicBezTo>
                  <a:pt x="216" y="193"/>
                  <a:pt x="216" y="193"/>
                  <a:pt x="216" y="193"/>
                </a:cubicBezTo>
                <a:cubicBezTo>
                  <a:pt x="213" y="193"/>
                  <a:pt x="210" y="195"/>
                  <a:pt x="210" y="198"/>
                </a:cubicBezTo>
                <a:cubicBezTo>
                  <a:pt x="210" y="201"/>
                  <a:pt x="213" y="203"/>
                  <a:pt x="216" y="203"/>
                </a:cubicBezTo>
                <a:cubicBezTo>
                  <a:pt x="248" y="203"/>
                  <a:pt x="248" y="203"/>
                  <a:pt x="248" y="203"/>
                </a:cubicBezTo>
                <a:cubicBezTo>
                  <a:pt x="249" y="203"/>
                  <a:pt x="250" y="204"/>
                  <a:pt x="250" y="205"/>
                </a:cubicBezTo>
                <a:cubicBezTo>
                  <a:pt x="250" y="206"/>
                  <a:pt x="249" y="207"/>
                  <a:pt x="248" y="207"/>
                </a:cubicBezTo>
                <a:cubicBezTo>
                  <a:pt x="217" y="207"/>
                  <a:pt x="217" y="207"/>
                  <a:pt x="217" y="207"/>
                </a:cubicBezTo>
                <a:cubicBezTo>
                  <a:pt x="214" y="207"/>
                  <a:pt x="212" y="209"/>
                  <a:pt x="212" y="212"/>
                </a:cubicBezTo>
                <a:cubicBezTo>
                  <a:pt x="212" y="214"/>
                  <a:pt x="214" y="217"/>
                  <a:pt x="217" y="217"/>
                </a:cubicBezTo>
                <a:cubicBezTo>
                  <a:pt x="240" y="217"/>
                  <a:pt x="240" y="217"/>
                  <a:pt x="240" y="217"/>
                </a:cubicBezTo>
                <a:cubicBezTo>
                  <a:pt x="241" y="217"/>
                  <a:pt x="241" y="217"/>
                  <a:pt x="241" y="218"/>
                </a:cubicBezTo>
                <a:cubicBezTo>
                  <a:pt x="241" y="219"/>
                  <a:pt x="241" y="220"/>
                  <a:pt x="240" y="220"/>
                </a:cubicBezTo>
                <a:cubicBezTo>
                  <a:pt x="222" y="220"/>
                  <a:pt x="222" y="220"/>
                  <a:pt x="222" y="220"/>
                </a:cubicBezTo>
                <a:cubicBezTo>
                  <a:pt x="219" y="220"/>
                  <a:pt x="217" y="222"/>
                  <a:pt x="217" y="225"/>
                </a:cubicBezTo>
                <a:cubicBezTo>
                  <a:pt x="217" y="228"/>
                  <a:pt x="219" y="230"/>
                  <a:pt x="222" y="230"/>
                </a:cubicBezTo>
                <a:cubicBezTo>
                  <a:pt x="231" y="230"/>
                  <a:pt x="231" y="230"/>
                  <a:pt x="231" y="230"/>
                </a:cubicBezTo>
                <a:cubicBezTo>
                  <a:pt x="232" y="230"/>
                  <a:pt x="232" y="231"/>
                  <a:pt x="232" y="232"/>
                </a:cubicBezTo>
                <a:cubicBezTo>
                  <a:pt x="232" y="233"/>
                  <a:pt x="232" y="234"/>
                  <a:pt x="231" y="234"/>
                </a:cubicBezTo>
                <a:cubicBezTo>
                  <a:pt x="230" y="234"/>
                  <a:pt x="230" y="234"/>
                  <a:pt x="230" y="234"/>
                </a:cubicBezTo>
                <a:cubicBezTo>
                  <a:pt x="225" y="234"/>
                  <a:pt x="222" y="237"/>
                  <a:pt x="222" y="242"/>
                </a:cubicBezTo>
                <a:cubicBezTo>
                  <a:pt x="222" y="247"/>
                  <a:pt x="225" y="251"/>
                  <a:pt x="230" y="251"/>
                </a:cubicBezTo>
                <a:cubicBezTo>
                  <a:pt x="240" y="251"/>
                  <a:pt x="240" y="251"/>
                  <a:pt x="240" y="251"/>
                </a:cubicBezTo>
                <a:cubicBezTo>
                  <a:pt x="243" y="251"/>
                  <a:pt x="245" y="253"/>
                  <a:pt x="245" y="256"/>
                </a:cubicBezTo>
                <a:cubicBezTo>
                  <a:pt x="245" y="259"/>
                  <a:pt x="243" y="261"/>
                  <a:pt x="240" y="261"/>
                </a:cubicBezTo>
                <a:cubicBezTo>
                  <a:pt x="105" y="261"/>
                  <a:pt x="105" y="261"/>
                  <a:pt x="105" y="261"/>
                </a:cubicBezTo>
                <a:cubicBezTo>
                  <a:pt x="104" y="261"/>
                  <a:pt x="103" y="260"/>
                  <a:pt x="103" y="259"/>
                </a:cubicBezTo>
                <a:cubicBezTo>
                  <a:pt x="103" y="258"/>
                  <a:pt x="104" y="257"/>
                  <a:pt x="105" y="257"/>
                </a:cubicBezTo>
                <a:cubicBezTo>
                  <a:pt x="112" y="257"/>
                  <a:pt x="112" y="257"/>
                  <a:pt x="112" y="257"/>
                </a:cubicBezTo>
                <a:cubicBezTo>
                  <a:pt x="114" y="257"/>
                  <a:pt x="116" y="255"/>
                  <a:pt x="116" y="252"/>
                </a:cubicBezTo>
                <a:cubicBezTo>
                  <a:pt x="116" y="250"/>
                  <a:pt x="114" y="247"/>
                  <a:pt x="112" y="247"/>
                </a:cubicBezTo>
                <a:cubicBezTo>
                  <a:pt x="105" y="247"/>
                  <a:pt x="105" y="247"/>
                  <a:pt x="105" y="247"/>
                </a:cubicBezTo>
                <a:cubicBezTo>
                  <a:pt x="104" y="247"/>
                  <a:pt x="103" y="247"/>
                  <a:pt x="103" y="246"/>
                </a:cubicBezTo>
                <a:cubicBezTo>
                  <a:pt x="103" y="245"/>
                  <a:pt x="104" y="244"/>
                  <a:pt x="105" y="244"/>
                </a:cubicBezTo>
                <a:cubicBezTo>
                  <a:pt x="117" y="244"/>
                  <a:pt x="117" y="244"/>
                  <a:pt x="117" y="244"/>
                </a:cubicBezTo>
                <a:cubicBezTo>
                  <a:pt x="120" y="244"/>
                  <a:pt x="122" y="242"/>
                  <a:pt x="122" y="239"/>
                </a:cubicBezTo>
                <a:cubicBezTo>
                  <a:pt x="122" y="236"/>
                  <a:pt x="120" y="234"/>
                  <a:pt x="117" y="234"/>
                </a:cubicBezTo>
                <a:cubicBezTo>
                  <a:pt x="104" y="234"/>
                  <a:pt x="104" y="234"/>
                  <a:pt x="104" y="234"/>
                </a:cubicBezTo>
                <a:cubicBezTo>
                  <a:pt x="103" y="234"/>
                  <a:pt x="102" y="233"/>
                  <a:pt x="102" y="232"/>
                </a:cubicBezTo>
                <a:cubicBezTo>
                  <a:pt x="102" y="231"/>
                  <a:pt x="103" y="230"/>
                  <a:pt x="104" y="230"/>
                </a:cubicBezTo>
                <a:cubicBezTo>
                  <a:pt x="130" y="230"/>
                  <a:pt x="130" y="230"/>
                  <a:pt x="130" y="230"/>
                </a:cubicBezTo>
                <a:cubicBezTo>
                  <a:pt x="133" y="230"/>
                  <a:pt x="135" y="228"/>
                  <a:pt x="135" y="225"/>
                </a:cubicBezTo>
                <a:cubicBezTo>
                  <a:pt x="135" y="222"/>
                  <a:pt x="133" y="220"/>
                  <a:pt x="130" y="220"/>
                </a:cubicBezTo>
                <a:cubicBezTo>
                  <a:pt x="105" y="220"/>
                  <a:pt x="105" y="220"/>
                  <a:pt x="105" y="220"/>
                </a:cubicBezTo>
                <a:cubicBezTo>
                  <a:pt x="104" y="220"/>
                  <a:pt x="104" y="219"/>
                  <a:pt x="104" y="218"/>
                </a:cubicBezTo>
                <a:cubicBezTo>
                  <a:pt x="104" y="217"/>
                  <a:pt x="104" y="217"/>
                  <a:pt x="105" y="217"/>
                </a:cubicBezTo>
                <a:cubicBezTo>
                  <a:pt x="140" y="217"/>
                  <a:pt x="140" y="217"/>
                  <a:pt x="140" y="217"/>
                </a:cubicBezTo>
                <a:cubicBezTo>
                  <a:pt x="143" y="217"/>
                  <a:pt x="145" y="214"/>
                  <a:pt x="145" y="212"/>
                </a:cubicBezTo>
                <a:cubicBezTo>
                  <a:pt x="145" y="209"/>
                  <a:pt x="143" y="207"/>
                  <a:pt x="140" y="207"/>
                </a:cubicBezTo>
                <a:cubicBezTo>
                  <a:pt x="99" y="207"/>
                  <a:pt x="99" y="207"/>
                  <a:pt x="99" y="207"/>
                </a:cubicBezTo>
                <a:cubicBezTo>
                  <a:pt x="98" y="207"/>
                  <a:pt x="97" y="206"/>
                  <a:pt x="97" y="205"/>
                </a:cubicBezTo>
                <a:cubicBezTo>
                  <a:pt x="97" y="204"/>
                  <a:pt x="98" y="203"/>
                  <a:pt x="99" y="203"/>
                </a:cubicBezTo>
                <a:cubicBezTo>
                  <a:pt x="143" y="203"/>
                  <a:pt x="143" y="203"/>
                  <a:pt x="143" y="203"/>
                </a:cubicBezTo>
                <a:cubicBezTo>
                  <a:pt x="146" y="203"/>
                  <a:pt x="148" y="201"/>
                  <a:pt x="148" y="198"/>
                </a:cubicBezTo>
                <a:cubicBezTo>
                  <a:pt x="148" y="195"/>
                  <a:pt x="146" y="193"/>
                  <a:pt x="143" y="193"/>
                </a:cubicBezTo>
                <a:cubicBezTo>
                  <a:pt x="89" y="193"/>
                  <a:pt x="89" y="193"/>
                  <a:pt x="89" y="193"/>
                </a:cubicBezTo>
                <a:cubicBezTo>
                  <a:pt x="88" y="193"/>
                  <a:pt x="88" y="192"/>
                  <a:pt x="88" y="191"/>
                </a:cubicBezTo>
                <a:cubicBezTo>
                  <a:pt x="88" y="190"/>
                  <a:pt x="88" y="190"/>
                  <a:pt x="89" y="190"/>
                </a:cubicBezTo>
                <a:cubicBezTo>
                  <a:pt x="125" y="190"/>
                  <a:pt x="125" y="190"/>
                  <a:pt x="125" y="190"/>
                </a:cubicBezTo>
                <a:cubicBezTo>
                  <a:pt x="128" y="190"/>
                  <a:pt x="130" y="187"/>
                  <a:pt x="130" y="185"/>
                </a:cubicBezTo>
                <a:cubicBezTo>
                  <a:pt x="130" y="182"/>
                  <a:pt x="128" y="179"/>
                  <a:pt x="125" y="179"/>
                </a:cubicBezTo>
                <a:cubicBezTo>
                  <a:pt x="80" y="179"/>
                  <a:pt x="80" y="179"/>
                  <a:pt x="80" y="179"/>
                </a:cubicBezTo>
                <a:cubicBezTo>
                  <a:pt x="79" y="179"/>
                  <a:pt x="78" y="179"/>
                  <a:pt x="78" y="178"/>
                </a:cubicBezTo>
                <a:cubicBezTo>
                  <a:pt x="78" y="177"/>
                  <a:pt x="79" y="176"/>
                  <a:pt x="80" y="176"/>
                </a:cubicBezTo>
                <a:cubicBezTo>
                  <a:pt x="84" y="176"/>
                  <a:pt x="84" y="176"/>
                  <a:pt x="84" y="176"/>
                </a:cubicBezTo>
                <a:cubicBezTo>
                  <a:pt x="86" y="176"/>
                  <a:pt x="89" y="174"/>
                  <a:pt x="89" y="171"/>
                </a:cubicBezTo>
                <a:cubicBezTo>
                  <a:pt x="89" y="168"/>
                  <a:pt x="86" y="166"/>
                  <a:pt x="84" y="166"/>
                </a:cubicBezTo>
                <a:cubicBezTo>
                  <a:pt x="65" y="166"/>
                  <a:pt x="65" y="166"/>
                  <a:pt x="65" y="166"/>
                </a:cubicBezTo>
                <a:cubicBezTo>
                  <a:pt x="64" y="166"/>
                  <a:pt x="63" y="165"/>
                  <a:pt x="63" y="164"/>
                </a:cubicBezTo>
                <a:cubicBezTo>
                  <a:pt x="63" y="163"/>
                  <a:pt x="64" y="162"/>
                  <a:pt x="65" y="162"/>
                </a:cubicBezTo>
                <a:cubicBezTo>
                  <a:pt x="65" y="162"/>
                  <a:pt x="65" y="162"/>
                  <a:pt x="65" y="162"/>
                </a:cubicBezTo>
                <a:cubicBezTo>
                  <a:pt x="68" y="162"/>
                  <a:pt x="70" y="160"/>
                  <a:pt x="70" y="157"/>
                </a:cubicBezTo>
                <a:cubicBezTo>
                  <a:pt x="70" y="154"/>
                  <a:pt x="68" y="152"/>
                  <a:pt x="65" y="152"/>
                </a:cubicBezTo>
                <a:cubicBezTo>
                  <a:pt x="56" y="152"/>
                  <a:pt x="56" y="152"/>
                  <a:pt x="56" y="152"/>
                </a:cubicBezTo>
                <a:cubicBezTo>
                  <a:pt x="55" y="152"/>
                  <a:pt x="54" y="151"/>
                  <a:pt x="54" y="151"/>
                </a:cubicBezTo>
                <a:cubicBezTo>
                  <a:pt x="54" y="150"/>
                  <a:pt x="55" y="149"/>
                  <a:pt x="56" y="149"/>
                </a:cubicBezTo>
                <a:cubicBezTo>
                  <a:pt x="63" y="149"/>
                  <a:pt x="63" y="149"/>
                  <a:pt x="63" y="149"/>
                </a:cubicBezTo>
                <a:cubicBezTo>
                  <a:pt x="66" y="149"/>
                  <a:pt x="68" y="147"/>
                  <a:pt x="68" y="144"/>
                </a:cubicBezTo>
                <a:cubicBezTo>
                  <a:pt x="68" y="141"/>
                  <a:pt x="66" y="139"/>
                  <a:pt x="63" y="139"/>
                </a:cubicBezTo>
                <a:cubicBezTo>
                  <a:pt x="45" y="139"/>
                  <a:pt x="45" y="139"/>
                  <a:pt x="45" y="139"/>
                </a:cubicBezTo>
                <a:cubicBezTo>
                  <a:pt x="44" y="139"/>
                  <a:pt x="43" y="138"/>
                  <a:pt x="43" y="137"/>
                </a:cubicBezTo>
                <a:cubicBezTo>
                  <a:pt x="43" y="136"/>
                  <a:pt x="44" y="135"/>
                  <a:pt x="45" y="135"/>
                </a:cubicBezTo>
                <a:cubicBezTo>
                  <a:pt x="90" y="135"/>
                  <a:pt x="90" y="135"/>
                  <a:pt x="90" y="135"/>
                </a:cubicBezTo>
                <a:cubicBezTo>
                  <a:pt x="93" y="135"/>
                  <a:pt x="95" y="133"/>
                  <a:pt x="95" y="130"/>
                </a:cubicBezTo>
                <a:cubicBezTo>
                  <a:pt x="95" y="127"/>
                  <a:pt x="93" y="125"/>
                  <a:pt x="90" y="125"/>
                </a:cubicBezTo>
                <a:cubicBezTo>
                  <a:pt x="39" y="125"/>
                  <a:pt x="39" y="125"/>
                  <a:pt x="39" y="125"/>
                </a:cubicBezTo>
                <a:cubicBezTo>
                  <a:pt x="38" y="125"/>
                  <a:pt x="37" y="124"/>
                  <a:pt x="37" y="123"/>
                </a:cubicBezTo>
                <a:cubicBezTo>
                  <a:pt x="37" y="122"/>
                  <a:pt x="38" y="122"/>
                  <a:pt x="39" y="122"/>
                </a:cubicBezTo>
                <a:cubicBezTo>
                  <a:pt x="102" y="122"/>
                  <a:pt x="102" y="122"/>
                  <a:pt x="102" y="122"/>
                </a:cubicBezTo>
                <a:cubicBezTo>
                  <a:pt x="105" y="122"/>
                  <a:pt x="107" y="119"/>
                  <a:pt x="107" y="117"/>
                </a:cubicBezTo>
                <a:cubicBezTo>
                  <a:pt x="107" y="114"/>
                  <a:pt x="105" y="112"/>
                  <a:pt x="102" y="112"/>
                </a:cubicBezTo>
                <a:cubicBezTo>
                  <a:pt x="43" y="112"/>
                  <a:pt x="43" y="112"/>
                  <a:pt x="43" y="112"/>
                </a:cubicBezTo>
                <a:cubicBezTo>
                  <a:pt x="42" y="112"/>
                  <a:pt x="41" y="111"/>
                  <a:pt x="41" y="110"/>
                </a:cubicBezTo>
                <a:cubicBezTo>
                  <a:pt x="41" y="109"/>
                  <a:pt x="42" y="108"/>
                  <a:pt x="43" y="108"/>
                </a:cubicBezTo>
                <a:cubicBezTo>
                  <a:pt x="122" y="108"/>
                  <a:pt x="122" y="108"/>
                  <a:pt x="122" y="108"/>
                </a:cubicBezTo>
                <a:cubicBezTo>
                  <a:pt x="125" y="108"/>
                  <a:pt x="128" y="106"/>
                  <a:pt x="128" y="103"/>
                </a:cubicBezTo>
                <a:cubicBezTo>
                  <a:pt x="128" y="100"/>
                  <a:pt x="125" y="98"/>
                  <a:pt x="122" y="98"/>
                </a:cubicBezTo>
                <a:cubicBezTo>
                  <a:pt x="39" y="98"/>
                  <a:pt x="39" y="98"/>
                  <a:pt x="39" y="98"/>
                </a:cubicBezTo>
                <a:cubicBezTo>
                  <a:pt x="38" y="98"/>
                  <a:pt x="37" y="97"/>
                  <a:pt x="37" y="96"/>
                </a:cubicBezTo>
                <a:cubicBezTo>
                  <a:pt x="37" y="95"/>
                  <a:pt x="38" y="95"/>
                  <a:pt x="39" y="95"/>
                </a:cubicBezTo>
                <a:cubicBezTo>
                  <a:pt x="123" y="95"/>
                  <a:pt x="123" y="95"/>
                  <a:pt x="123" y="95"/>
                </a:cubicBezTo>
                <a:cubicBezTo>
                  <a:pt x="126" y="95"/>
                  <a:pt x="128" y="92"/>
                  <a:pt x="128" y="89"/>
                </a:cubicBezTo>
                <a:cubicBezTo>
                  <a:pt x="128" y="89"/>
                  <a:pt x="128" y="88"/>
                  <a:pt x="128" y="88"/>
                </a:cubicBezTo>
                <a:cubicBezTo>
                  <a:pt x="148" y="88"/>
                  <a:pt x="148" y="88"/>
                  <a:pt x="148" y="88"/>
                </a:cubicBezTo>
                <a:cubicBezTo>
                  <a:pt x="150" y="88"/>
                  <a:pt x="152" y="85"/>
                  <a:pt x="152" y="83"/>
                </a:cubicBezTo>
                <a:cubicBezTo>
                  <a:pt x="152" y="80"/>
                  <a:pt x="150" y="78"/>
                  <a:pt x="148" y="78"/>
                </a:cubicBezTo>
                <a:cubicBezTo>
                  <a:pt x="142" y="78"/>
                  <a:pt x="142" y="78"/>
                  <a:pt x="142" y="78"/>
                </a:cubicBezTo>
                <a:cubicBezTo>
                  <a:pt x="141" y="78"/>
                  <a:pt x="140" y="77"/>
                  <a:pt x="140" y="76"/>
                </a:cubicBezTo>
                <a:cubicBezTo>
                  <a:pt x="140" y="75"/>
                  <a:pt x="141" y="74"/>
                  <a:pt x="142" y="74"/>
                </a:cubicBezTo>
                <a:cubicBezTo>
                  <a:pt x="170" y="74"/>
                  <a:pt x="170" y="74"/>
                  <a:pt x="170" y="74"/>
                </a:cubicBezTo>
                <a:cubicBezTo>
                  <a:pt x="173" y="74"/>
                  <a:pt x="175" y="72"/>
                  <a:pt x="175" y="69"/>
                </a:cubicBezTo>
                <a:cubicBezTo>
                  <a:pt x="175" y="66"/>
                  <a:pt x="173" y="64"/>
                  <a:pt x="170" y="64"/>
                </a:cubicBezTo>
                <a:cubicBezTo>
                  <a:pt x="142" y="64"/>
                  <a:pt x="142" y="64"/>
                  <a:pt x="142" y="64"/>
                </a:cubicBezTo>
                <a:cubicBezTo>
                  <a:pt x="141" y="64"/>
                  <a:pt x="140" y="63"/>
                  <a:pt x="140" y="62"/>
                </a:cubicBezTo>
                <a:cubicBezTo>
                  <a:pt x="140" y="62"/>
                  <a:pt x="141" y="61"/>
                  <a:pt x="142" y="61"/>
                </a:cubicBezTo>
                <a:cubicBezTo>
                  <a:pt x="173" y="61"/>
                  <a:pt x="173" y="61"/>
                  <a:pt x="173" y="61"/>
                </a:cubicBezTo>
                <a:cubicBezTo>
                  <a:pt x="176" y="61"/>
                  <a:pt x="178" y="58"/>
                  <a:pt x="178" y="56"/>
                </a:cubicBezTo>
                <a:cubicBezTo>
                  <a:pt x="178" y="53"/>
                  <a:pt x="176" y="50"/>
                  <a:pt x="173" y="50"/>
                </a:cubicBezTo>
                <a:cubicBezTo>
                  <a:pt x="137" y="50"/>
                  <a:pt x="137" y="50"/>
                  <a:pt x="137" y="50"/>
                </a:cubicBezTo>
                <a:cubicBezTo>
                  <a:pt x="136" y="50"/>
                  <a:pt x="135" y="50"/>
                  <a:pt x="135" y="49"/>
                </a:cubicBezTo>
                <a:cubicBezTo>
                  <a:pt x="135" y="48"/>
                  <a:pt x="136" y="47"/>
                  <a:pt x="137" y="47"/>
                </a:cubicBezTo>
                <a:cubicBezTo>
                  <a:pt x="177" y="47"/>
                  <a:pt x="177" y="47"/>
                  <a:pt x="177" y="47"/>
                </a:cubicBezTo>
                <a:cubicBezTo>
                  <a:pt x="179" y="47"/>
                  <a:pt x="182" y="45"/>
                  <a:pt x="182" y="42"/>
                </a:cubicBezTo>
                <a:cubicBezTo>
                  <a:pt x="182" y="39"/>
                  <a:pt x="179" y="37"/>
                  <a:pt x="177" y="37"/>
                </a:cubicBezTo>
                <a:cubicBezTo>
                  <a:pt x="132" y="37"/>
                  <a:pt x="132" y="37"/>
                  <a:pt x="132" y="37"/>
                </a:cubicBezTo>
                <a:cubicBezTo>
                  <a:pt x="132" y="37"/>
                  <a:pt x="131" y="36"/>
                  <a:pt x="131" y="35"/>
                </a:cubicBezTo>
                <a:cubicBezTo>
                  <a:pt x="131" y="34"/>
                  <a:pt x="132" y="34"/>
                  <a:pt x="132" y="34"/>
                </a:cubicBezTo>
                <a:cubicBezTo>
                  <a:pt x="178" y="34"/>
                  <a:pt x="178" y="34"/>
                  <a:pt x="178" y="34"/>
                </a:cubicBezTo>
                <a:cubicBezTo>
                  <a:pt x="181" y="34"/>
                  <a:pt x="183" y="31"/>
                  <a:pt x="183" y="28"/>
                </a:cubicBezTo>
                <a:cubicBezTo>
                  <a:pt x="183" y="26"/>
                  <a:pt x="181" y="23"/>
                  <a:pt x="178" y="23"/>
                </a:cubicBezTo>
                <a:cubicBezTo>
                  <a:pt x="147" y="23"/>
                  <a:pt x="147" y="23"/>
                  <a:pt x="147" y="23"/>
                </a:cubicBezTo>
                <a:cubicBezTo>
                  <a:pt x="146" y="23"/>
                  <a:pt x="145" y="23"/>
                  <a:pt x="145" y="22"/>
                </a:cubicBezTo>
                <a:cubicBezTo>
                  <a:pt x="145" y="21"/>
                  <a:pt x="146" y="20"/>
                  <a:pt x="147" y="20"/>
                </a:cubicBezTo>
                <a:cubicBezTo>
                  <a:pt x="292" y="20"/>
                  <a:pt x="292" y="20"/>
                  <a:pt x="292" y="20"/>
                </a:cubicBezTo>
                <a:cubicBezTo>
                  <a:pt x="292" y="20"/>
                  <a:pt x="293" y="21"/>
                  <a:pt x="293" y="22"/>
                </a:cubicBezTo>
                <a:cubicBezTo>
                  <a:pt x="293" y="23"/>
                  <a:pt x="292" y="23"/>
                  <a:pt x="292" y="23"/>
                </a:cubicBezTo>
                <a:cubicBezTo>
                  <a:pt x="289" y="23"/>
                  <a:pt x="289" y="23"/>
                  <a:pt x="289" y="23"/>
                </a:cubicBezTo>
                <a:cubicBezTo>
                  <a:pt x="286" y="23"/>
                  <a:pt x="284" y="26"/>
                  <a:pt x="284" y="28"/>
                </a:cubicBezTo>
                <a:cubicBezTo>
                  <a:pt x="284" y="31"/>
                  <a:pt x="286" y="34"/>
                  <a:pt x="289" y="34"/>
                </a:cubicBezTo>
                <a:cubicBezTo>
                  <a:pt x="399" y="34"/>
                  <a:pt x="399" y="34"/>
                  <a:pt x="399" y="34"/>
                </a:cubicBezTo>
                <a:cubicBezTo>
                  <a:pt x="400" y="34"/>
                  <a:pt x="401" y="34"/>
                  <a:pt x="401" y="35"/>
                </a:cubicBezTo>
                <a:cubicBezTo>
                  <a:pt x="401" y="36"/>
                  <a:pt x="400" y="37"/>
                  <a:pt x="399" y="37"/>
                </a:cubicBezTo>
                <a:cubicBezTo>
                  <a:pt x="253" y="37"/>
                  <a:pt x="253" y="37"/>
                  <a:pt x="253" y="37"/>
                </a:cubicBezTo>
                <a:cubicBezTo>
                  <a:pt x="251" y="37"/>
                  <a:pt x="248" y="39"/>
                  <a:pt x="248" y="42"/>
                </a:cubicBezTo>
                <a:cubicBezTo>
                  <a:pt x="248" y="45"/>
                  <a:pt x="251" y="47"/>
                  <a:pt x="253" y="47"/>
                </a:cubicBezTo>
                <a:cubicBezTo>
                  <a:pt x="397" y="47"/>
                  <a:pt x="397" y="47"/>
                  <a:pt x="397" y="47"/>
                </a:cubicBezTo>
                <a:cubicBezTo>
                  <a:pt x="398" y="47"/>
                  <a:pt x="399" y="48"/>
                  <a:pt x="399" y="49"/>
                </a:cubicBezTo>
                <a:cubicBezTo>
                  <a:pt x="399" y="50"/>
                  <a:pt x="398" y="50"/>
                  <a:pt x="397" y="50"/>
                </a:cubicBezTo>
                <a:cubicBezTo>
                  <a:pt x="270" y="50"/>
                  <a:pt x="270" y="50"/>
                  <a:pt x="270" y="50"/>
                </a:cubicBezTo>
                <a:cubicBezTo>
                  <a:pt x="267" y="50"/>
                  <a:pt x="265" y="53"/>
                  <a:pt x="265" y="56"/>
                </a:cubicBezTo>
                <a:cubicBezTo>
                  <a:pt x="265" y="58"/>
                  <a:pt x="267" y="61"/>
                  <a:pt x="270" y="61"/>
                </a:cubicBezTo>
                <a:cubicBezTo>
                  <a:pt x="396" y="61"/>
                  <a:pt x="396" y="61"/>
                  <a:pt x="396" y="61"/>
                </a:cubicBezTo>
                <a:cubicBezTo>
                  <a:pt x="397" y="61"/>
                  <a:pt x="398" y="62"/>
                  <a:pt x="398" y="62"/>
                </a:cubicBezTo>
                <a:cubicBezTo>
                  <a:pt x="398" y="63"/>
                  <a:pt x="397" y="64"/>
                  <a:pt x="396" y="64"/>
                </a:cubicBezTo>
                <a:cubicBezTo>
                  <a:pt x="222" y="64"/>
                  <a:pt x="222" y="64"/>
                  <a:pt x="222" y="64"/>
                </a:cubicBezTo>
                <a:cubicBezTo>
                  <a:pt x="219" y="64"/>
                  <a:pt x="217" y="66"/>
                  <a:pt x="217" y="69"/>
                </a:cubicBezTo>
                <a:cubicBezTo>
                  <a:pt x="217" y="72"/>
                  <a:pt x="219" y="74"/>
                  <a:pt x="222" y="74"/>
                </a:cubicBezTo>
                <a:cubicBezTo>
                  <a:pt x="366" y="74"/>
                  <a:pt x="366" y="74"/>
                  <a:pt x="366" y="74"/>
                </a:cubicBezTo>
                <a:cubicBezTo>
                  <a:pt x="367" y="74"/>
                  <a:pt x="368" y="75"/>
                  <a:pt x="368" y="76"/>
                </a:cubicBezTo>
                <a:cubicBezTo>
                  <a:pt x="368" y="77"/>
                  <a:pt x="367" y="78"/>
                  <a:pt x="366" y="78"/>
                </a:cubicBezTo>
                <a:cubicBezTo>
                  <a:pt x="209" y="78"/>
                  <a:pt x="209" y="78"/>
                  <a:pt x="209" y="78"/>
                </a:cubicBezTo>
                <a:cubicBezTo>
                  <a:pt x="207" y="78"/>
                  <a:pt x="204" y="80"/>
                  <a:pt x="204" y="83"/>
                </a:cubicBezTo>
                <a:cubicBezTo>
                  <a:pt x="204" y="83"/>
                  <a:pt x="204" y="84"/>
                  <a:pt x="205" y="84"/>
                </a:cubicBezTo>
                <a:close/>
                <a:moveTo>
                  <a:pt x="471" y="200"/>
                </a:moveTo>
                <a:cubicBezTo>
                  <a:pt x="469" y="200"/>
                  <a:pt x="467" y="202"/>
                  <a:pt x="467" y="205"/>
                </a:cubicBezTo>
                <a:cubicBezTo>
                  <a:pt x="467" y="206"/>
                  <a:pt x="468" y="208"/>
                  <a:pt x="470" y="209"/>
                </a:cubicBezTo>
                <a:cubicBezTo>
                  <a:pt x="468" y="223"/>
                  <a:pt x="456" y="234"/>
                  <a:pt x="442" y="234"/>
                </a:cubicBezTo>
                <a:cubicBezTo>
                  <a:pt x="422" y="234"/>
                  <a:pt x="422" y="234"/>
                  <a:pt x="422" y="234"/>
                </a:cubicBezTo>
                <a:cubicBezTo>
                  <a:pt x="419" y="234"/>
                  <a:pt x="417" y="236"/>
                  <a:pt x="417" y="239"/>
                </a:cubicBezTo>
                <a:cubicBezTo>
                  <a:pt x="417" y="242"/>
                  <a:pt x="419" y="244"/>
                  <a:pt x="422" y="244"/>
                </a:cubicBezTo>
                <a:cubicBezTo>
                  <a:pt x="434" y="244"/>
                  <a:pt x="434" y="244"/>
                  <a:pt x="434" y="244"/>
                </a:cubicBezTo>
                <a:cubicBezTo>
                  <a:pt x="435" y="244"/>
                  <a:pt x="436" y="245"/>
                  <a:pt x="436" y="246"/>
                </a:cubicBezTo>
                <a:cubicBezTo>
                  <a:pt x="436" y="247"/>
                  <a:pt x="435" y="247"/>
                  <a:pt x="434" y="247"/>
                </a:cubicBezTo>
                <a:cubicBezTo>
                  <a:pt x="423" y="247"/>
                  <a:pt x="423" y="247"/>
                  <a:pt x="423" y="247"/>
                </a:cubicBezTo>
                <a:cubicBezTo>
                  <a:pt x="420" y="247"/>
                  <a:pt x="418" y="250"/>
                  <a:pt x="418" y="252"/>
                </a:cubicBezTo>
                <a:cubicBezTo>
                  <a:pt x="418" y="255"/>
                  <a:pt x="420" y="258"/>
                  <a:pt x="423" y="258"/>
                </a:cubicBezTo>
                <a:cubicBezTo>
                  <a:pt x="430" y="258"/>
                  <a:pt x="430" y="258"/>
                  <a:pt x="430" y="258"/>
                </a:cubicBezTo>
                <a:cubicBezTo>
                  <a:pt x="431" y="258"/>
                  <a:pt x="432" y="258"/>
                  <a:pt x="432" y="259"/>
                </a:cubicBezTo>
                <a:cubicBezTo>
                  <a:pt x="432" y="260"/>
                  <a:pt x="431" y="261"/>
                  <a:pt x="430" y="261"/>
                </a:cubicBezTo>
                <a:cubicBezTo>
                  <a:pt x="416" y="261"/>
                  <a:pt x="416" y="261"/>
                  <a:pt x="416" y="261"/>
                </a:cubicBezTo>
                <a:cubicBezTo>
                  <a:pt x="413" y="261"/>
                  <a:pt x="411" y="263"/>
                  <a:pt x="411" y="266"/>
                </a:cubicBezTo>
                <a:cubicBezTo>
                  <a:pt x="411" y="269"/>
                  <a:pt x="413" y="271"/>
                  <a:pt x="416" y="271"/>
                </a:cubicBezTo>
                <a:cubicBezTo>
                  <a:pt x="421" y="271"/>
                  <a:pt x="421" y="271"/>
                  <a:pt x="421" y="271"/>
                </a:cubicBezTo>
                <a:cubicBezTo>
                  <a:pt x="422" y="271"/>
                  <a:pt x="423" y="272"/>
                  <a:pt x="423" y="273"/>
                </a:cubicBezTo>
                <a:cubicBezTo>
                  <a:pt x="423" y="274"/>
                  <a:pt x="422" y="275"/>
                  <a:pt x="421" y="275"/>
                </a:cubicBezTo>
                <a:cubicBezTo>
                  <a:pt x="389" y="275"/>
                  <a:pt x="389" y="275"/>
                  <a:pt x="389" y="275"/>
                </a:cubicBezTo>
                <a:cubicBezTo>
                  <a:pt x="386" y="275"/>
                  <a:pt x="384" y="272"/>
                  <a:pt x="384" y="269"/>
                </a:cubicBezTo>
                <a:cubicBezTo>
                  <a:pt x="384" y="267"/>
                  <a:pt x="386" y="264"/>
                  <a:pt x="389" y="264"/>
                </a:cubicBezTo>
                <a:cubicBezTo>
                  <a:pt x="391" y="264"/>
                  <a:pt x="391" y="264"/>
                  <a:pt x="391" y="264"/>
                </a:cubicBezTo>
                <a:cubicBezTo>
                  <a:pt x="393" y="264"/>
                  <a:pt x="396" y="262"/>
                  <a:pt x="396" y="259"/>
                </a:cubicBezTo>
                <a:cubicBezTo>
                  <a:pt x="396" y="256"/>
                  <a:pt x="393" y="254"/>
                  <a:pt x="391" y="254"/>
                </a:cubicBezTo>
                <a:cubicBezTo>
                  <a:pt x="385" y="254"/>
                  <a:pt x="385" y="254"/>
                  <a:pt x="385" y="254"/>
                </a:cubicBezTo>
                <a:cubicBezTo>
                  <a:pt x="384" y="254"/>
                  <a:pt x="384" y="253"/>
                  <a:pt x="384" y="252"/>
                </a:cubicBezTo>
                <a:cubicBezTo>
                  <a:pt x="384" y="251"/>
                  <a:pt x="384" y="251"/>
                  <a:pt x="385" y="251"/>
                </a:cubicBezTo>
                <a:cubicBezTo>
                  <a:pt x="399" y="251"/>
                  <a:pt x="399" y="251"/>
                  <a:pt x="399" y="251"/>
                </a:cubicBezTo>
                <a:cubicBezTo>
                  <a:pt x="402" y="251"/>
                  <a:pt x="404" y="248"/>
                  <a:pt x="404" y="246"/>
                </a:cubicBezTo>
                <a:cubicBezTo>
                  <a:pt x="404" y="243"/>
                  <a:pt x="402" y="241"/>
                  <a:pt x="399" y="241"/>
                </a:cubicBezTo>
                <a:cubicBezTo>
                  <a:pt x="355" y="241"/>
                  <a:pt x="355" y="241"/>
                  <a:pt x="355" y="241"/>
                </a:cubicBezTo>
                <a:cubicBezTo>
                  <a:pt x="354" y="241"/>
                  <a:pt x="353" y="240"/>
                  <a:pt x="353" y="239"/>
                </a:cubicBezTo>
                <a:cubicBezTo>
                  <a:pt x="353" y="238"/>
                  <a:pt x="354" y="237"/>
                  <a:pt x="355" y="237"/>
                </a:cubicBezTo>
                <a:cubicBezTo>
                  <a:pt x="403" y="237"/>
                  <a:pt x="403" y="237"/>
                  <a:pt x="403" y="237"/>
                </a:cubicBezTo>
                <a:cubicBezTo>
                  <a:pt x="406" y="237"/>
                  <a:pt x="408" y="235"/>
                  <a:pt x="408" y="232"/>
                </a:cubicBezTo>
                <a:cubicBezTo>
                  <a:pt x="408" y="229"/>
                  <a:pt x="406" y="227"/>
                  <a:pt x="403" y="227"/>
                </a:cubicBezTo>
                <a:cubicBezTo>
                  <a:pt x="354" y="227"/>
                  <a:pt x="354" y="227"/>
                  <a:pt x="354" y="227"/>
                </a:cubicBezTo>
                <a:cubicBezTo>
                  <a:pt x="353" y="227"/>
                  <a:pt x="352" y="226"/>
                  <a:pt x="352" y="225"/>
                </a:cubicBezTo>
                <a:cubicBezTo>
                  <a:pt x="352" y="224"/>
                  <a:pt x="353" y="224"/>
                  <a:pt x="354" y="224"/>
                </a:cubicBezTo>
                <a:cubicBezTo>
                  <a:pt x="400" y="224"/>
                  <a:pt x="400" y="224"/>
                  <a:pt x="400" y="224"/>
                </a:cubicBezTo>
                <a:cubicBezTo>
                  <a:pt x="403" y="224"/>
                  <a:pt x="405" y="221"/>
                  <a:pt x="405" y="218"/>
                </a:cubicBezTo>
                <a:cubicBezTo>
                  <a:pt x="405" y="216"/>
                  <a:pt x="403" y="213"/>
                  <a:pt x="400" y="213"/>
                </a:cubicBezTo>
                <a:cubicBezTo>
                  <a:pt x="365" y="213"/>
                  <a:pt x="365" y="213"/>
                  <a:pt x="365" y="213"/>
                </a:cubicBezTo>
                <a:cubicBezTo>
                  <a:pt x="364" y="213"/>
                  <a:pt x="364" y="213"/>
                  <a:pt x="364" y="212"/>
                </a:cubicBezTo>
                <a:cubicBezTo>
                  <a:pt x="364" y="211"/>
                  <a:pt x="364" y="210"/>
                  <a:pt x="365" y="210"/>
                </a:cubicBezTo>
                <a:cubicBezTo>
                  <a:pt x="396" y="210"/>
                  <a:pt x="396" y="210"/>
                  <a:pt x="396" y="210"/>
                </a:cubicBezTo>
                <a:cubicBezTo>
                  <a:pt x="401" y="210"/>
                  <a:pt x="405" y="206"/>
                  <a:pt x="405" y="201"/>
                </a:cubicBezTo>
                <a:cubicBezTo>
                  <a:pt x="405" y="197"/>
                  <a:pt x="401" y="193"/>
                  <a:pt x="396" y="193"/>
                </a:cubicBezTo>
                <a:cubicBezTo>
                  <a:pt x="394" y="193"/>
                  <a:pt x="394" y="193"/>
                  <a:pt x="394" y="193"/>
                </a:cubicBezTo>
                <a:cubicBezTo>
                  <a:pt x="393" y="193"/>
                  <a:pt x="392" y="192"/>
                  <a:pt x="392" y="191"/>
                </a:cubicBezTo>
                <a:cubicBezTo>
                  <a:pt x="392" y="190"/>
                  <a:pt x="393" y="190"/>
                  <a:pt x="394" y="190"/>
                </a:cubicBezTo>
                <a:cubicBezTo>
                  <a:pt x="396" y="190"/>
                  <a:pt x="396" y="190"/>
                  <a:pt x="396" y="190"/>
                </a:cubicBezTo>
                <a:cubicBezTo>
                  <a:pt x="399" y="190"/>
                  <a:pt x="401" y="187"/>
                  <a:pt x="401" y="185"/>
                </a:cubicBezTo>
                <a:cubicBezTo>
                  <a:pt x="401" y="182"/>
                  <a:pt x="399" y="179"/>
                  <a:pt x="396" y="179"/>
                </a:cubicBezTo>
                <a:cubicBezTo>
                  <a:pt x="379" y="179"/>
                  <a:pt x="379" y="179"/>
                  <a:pt x="379" y="179"/>
                </a:cubicBezTo>
                <a:cubicBezTo>
                  <a:pt x="376" y="179"/>
                  <a:pt x="373" y="182"/>
                  <a:pt x="373" y="185"/>
                </a:cubicBezTo>
                <a:cubicBezTo>
                  <a:pt x="373" y="187"/>
                  <a:pt x="376" y="190"/>
                  <a:pt x="379" y="190"/>
                </a:cubicBezTo>
                <a:cubicBezTo>
                  <a:pt x="382" y="190"/>
                  <a:pt x="382" y="190"/>
                  <a:pt x="382" y="190"/>
                </a:cubicBezTo>
                <a:cubicBezTo>
                  <a:pt x="383" y="190"/>
                  <a:pt x="384" y="190"/>
                  <a:pt x="384" y="191"/>
                </a:cubicBezTo>
                <a:cubicBezTo>
                  <a:pt x="384" y="192"/>
                  <a:pt x="383" y="193"/>
                  <a:pt x="382" y="193"/>
                </a:cubicBezTo>
                <a:cubicBezTo>
                  <a:pt x="343" y="193"/>
                  <a:pt x="343" y="193"/>
                  <a:pt x="343" y="193"/>
                </a:cubicBezTo>
                <a:cubicBezTo>
                  <a:pt x="342" y="193"/>
                  <a:pt x="341" y="192"/>
                  <a:pt x="341" y="191"/>
                </a:cubicBezTo>
                <a:cubicBezTo>
                  <a:pt x="341" y="190"/>
                  <a:pt x="342" y="190"/>
                  <a:pt x="343" y="190"/>
                </a:cubicBezTo>
                <a:cubicBezTo>
                  <a:pt x="365" y="190"/>
                  <a:pt x="365" y="190"/>
                  <a:pt x="365" y="190"/>
                </a:cubicBezTo>
                <a:cubicBezTo>
                  <a:pt x="368" y="190"/>
                  <a:pt x="370" y="187"/>
                  <a:pt x="370" y="185"/>
                </a:cubicBezTo>
                <a:cubicBezTo>
                  <a:pt x="370" y="182"/>
                  <a:pt x="368" y="179"/>
                  <a:pt x="365" y="179"/>
                </a:cubicBezTo>
                <a:cubicBezTo>
                  <a:pt x="311" y="179"/>
                  <a:pt x="311" y="179"/>
                  <a:pt x="311" y="179"/>
                </a:cubicBezTo>
                <a:cubicBezTo>
                  <a:pt x="310" y="179"/>
                  <a:pt x="310" y="179"/>
                  <a:pt x="310" y="178"/>
                </a:cubicBezTo>
                <a:cubicBezTo>
                  <a:pt x="310" y="177"/>
                  <a:pt x="310" y="176"/>
                  <a:pt x="311" y="176"/>
                </a:cubicBezTo>
                <a:cubicBezTo>
                  <a:pt x="343" y="176"/>
                  <a:pt x="343" y="176"/>
                  <a:pt x="343" y="176"/>
                </a:cubicBezTo>
                <a:cubicBezTo>
                  <a:pt x="345" y="176"/>
                  <a:pt x="348" y="174"/>
                  <a:pt x="348" y="171"/>
                </a:cubicBezTo>
                <a:cubicBezTo>
                  <a:pt x="348" y="168"/>
                  <a:pt x="345" y="166"/>
                  <a:pt x="343" y="166"/>
                </a:cubicBezTo>
                <a:cubicBezTo>
                  <a:pt x="303" y="166"/>
                  <a:pt x="303" y="166"/>
                  <a:pt x="303" y="166"/>
                </a:cubicBezTo>
                <a:cubicBezTo>
                  <a:pt x="302" y="166"/>
                  <a:pt x="302" y="165"/>
                  <a:pt x="302" y="164"/>
                </a:cubicBezTo>
                <a:cubicBezTo>
                  <a:pt x="302" y="163"/>
                  <a:pt x="302" y="162"/>
                  <a:pt x="303" y="162"/>
                </a:cubicBezTo>
                <a:cubicBezTo>
                  <a:pt x="338" y="162"/>
                  <a:pt x="338" y="162"/>
                  <a:pt x="338" y="162"/>
                </a:cubicBezTo>
                <a:cubicBezTo>
                  <a:pt x="341" y="162"/>
                  <a:pt x="344" y="160"/>
                  <a:pt x="344" y="157"/>
                </a:cubicBezTo>
                <a:cubicBezTo>
                  <a:pt x="344" y="154"/>
                  <a:pt x="341" y="152"/>
                  <a:pt x="338" y="152"/>
                </a:cubicBezTo>
                <a:cubicBezTo>
                  <a:pt x="252" y="152"/>
                  <a:pt x="252" y="152"/>
                  <a:pt x="252" y="152"/>
                </a:cubicBezTo>
                <a:cubicBezTo>
                  <a:pt x="251" y="152"/>
                  <a:pt x="250" y="151"/>
                  <a:pt x="250" y="151"/>
                </a:cubicBezTo>
                <a:cubicBezTo>
                  <a:pt x="250" y="150"/>
                  <a:pt x="251" y="149"/>
                  <a:pt x="252" y="149"/>
                </a:cubicBezTo>
                <a:cubicBezTo>
                  <a:pt x="360" y="149"/>
                  <a:pt x="360" y="149"/>
                  <a:pt x="360" y="149"/>
                </a:cubicBezTo>
                <a:cubicBezTo>
                  <a:pt x="362" y="149"/>
                  <a:pt x="365" y="147"/>
                  <a:pt x="365" y="144"/>
                </a:cubicBezTo>
                <a:cubicBezTo>
                  <a:pt x="365" y="141"/>
                  <a:pt x="362" y="139"/>
                  <a:pt x="360" y="139"/>
                </a:cubicBezTo>
                <a:cubicBezTo>
                  <a:pt x="240" y="139"/>
                  <a:pt x="240" y="139"/>
                  <a:pt x="240" y="139"/>
                </a:cubicBezTo>
                <a:cubicBezTo>
                  <a:pt x="239" y="139"/>
                  <a:pt x="239" y="138"/>
                  <a:pt x="239" y="137"/>
                </a:cubicBezTo>
                <a:cubicBezTo>
                  <a:pt x="239" y="136"/>
                  <a:pt x="239" y="135"/>
                  <a:pt x="240" y="135"/>
                </a:cubicBezTo>
                <a:cubicBezTo>
                  <a:pt x="360" y="135"/>
                  <a:pt x="360" y="135"/>
                  <a:pt x="360" y="135"/>
                </a:cubicBezTo>
                <a:cubicBezTo>
                  <a:pt x="363" y="135"/>
                  <a:pt x="365" y="133"/>
                  <a:pt x="365" y="130"/>
                </a:cubicBezTo>
                <a:cubicBezTo>
                  <a:pt x="365" y="127"/>
                  <a:pt x="363" y="125"/>
                  <a:pt x="360" y="125"/>
                </a:cubicBezTo>
                <a:cubicBezTo>
                  <a:pt x="245" y="125"/>
                  <a:pt x="245" y="125"/>
                  <a:pt x="245" y="125"/>
                </a:cubicBezTo>
                <a:cubicBezTo>
                  <a:pt x="244" y="125"/>
                  <a:pt x="243" y="124"/>
                  <a:pt x="243" y="124"/>
                </a:cubicBezTo>
                <a:cubicBezTo>
                  <a:pt x="243" y="123"/>
                  <a:pt x="244" y="122"/>
                  <a:pt x="245" y="122"/>
                </a:cubicBezTo>
                <a:cubicBezTo>
                  <a:pt x="366" y="122"/>
                  <a:pt x="366" y="122"/>
                  <a:pt x="366" y="122"/>
                </a:cubicBezTo>
                <a:cubicBezTo>
                  <a:pt x="368" y="122"/>
                  <a:pt x="371" y="120"/>
                  <a:pt x="371" y="117"/>
                </a:cubicBezTo>
                <a:cubicBezTo>
                  <a:pt x="371" y="114"/>
                  <a:pt x="368" y="112"/>
                  <a:pt x="366" y="112"/>
                </a:cubicBezTo>
                <a:cubicBezTo>
                  <a:pt x="245" y="112"/>
                  <a:pt x="245" y="112"/>
                  <a:pt x="245" y="112"/>
                </a:cubicBezTo>
                <a:cubicBezTo>
                  <a:pt x="244" y="112"/>
                  <a:pt x="243" y="111"/>
                  <a:pt x="243" y="110"/>
                </a:cubicBezTo>
                <a:cubicBezTo>
                  <a:pt x="243" y="109"/>
                  <a:pt x="244" y="108"/>
                  <a:pt x="245" y="108"/>
                </a:cubicBezTo>
                <a:cubicBezTo>
                  <a:pt x="375" y="108"/>
                  <a:pt x="375" y="108"/>
                  <a:pt x="375" y="108"/>
                </a:cubicBezTo>
                <a:cubicBezTo>
                  <a:pt x="378" y="108"/>
                  <a:pt x="380" y="106"/>
                  <a:pt x="380" y="103"/>
                </a:cubicBezTo>
                <a:cubicBezTo>
                  <a:pt x="380" y="100"/>
                  <a:pt x="378" y="98"/>
                  <a:pt x="375" y="98"/>
                </a:cubicBezTo>
                <a:cubicBezTo>
                  <a:pt x="202" y="98"/>
                  <a:pt x="202" y="98"/>
                  <a:pt x="202" y="98"/>
                </a:cubicBezTo>
                <a:cubicBezTo>
                  <a:pt x="201" y="98"/>
                  <a:pt x="200" y="97"/>
                  <a:pt x="200" y="96"/>
                </a:cubicBezTo>
                <a:cubicBezTo>
                  <a:pt x="200" y="95"/>
                  <a:pt x="201" y="95"/>
                  <a:pt x="202" y="95"/>
                </a:cubicBezTo>
                <a:cubicBezTo>
                  <a:pt x="375" y="95"/>
                  <a:pt x="375" y="95"/>
                  <a:pt x="375" y="95"/>
                </a:cubicBezTo>
                <a:cubicBezTo>
                  <a:pt x="378" y="95"/>
                  <a:pt x="380" y="92"/>
                  <a:pt x="380" y="89"/>
                </a:cubicBezTo>
                <a:cubicBezTo>
                  <a:pt x="380" y="87"/>
                  <a:pt x="378" y="85"/>
                  <a:pt x="375" y="85"/>
                </a:cubicBezTo>
                <a:cubicBezTo>
                  <a:pt x="213" y="85"/>
                  <a:pt x="213" y="85"/>
                  <a:pt x="213" y="85"/>
                </a:cubicBezTo>
                <a:cubicBezTo>
                  <a:pt x="213" y="84"/>
                  <a:pt x="213" y="84"/>
                  <a:pt x="213" y="84"/>
                </a:cubicBezTo>
                <a:cubicBezTo>
                  <a:pt x="209" y="84"/>
                  <a:pt x="209" y="84"/>
                  <a:pt x="209" y="84"/>
                </a:cubicBezTo>
                <a:cubicBezTo>
                  <a:pt x="208" y="84"/>
                  <a:pt x="208" y="84"/>
                  <a:pt x="208" y="83"/>
                </a:cubicBezTo>
                <a:cubicBezTo>
                  <a:pt x="208" y="82"/>
                  <a:pt x="208" y="81"/>
                  <a:pt x="209" y="81"/>
                </a:cubicBezTo>
                <a:cubicBezTo>
                  <a:pt x="366" y="81"/>
                  <a:pt x="366" y="81"/>
                  <a:pt x="366" y="81"/>
                </a:cubicBezTo>
                <a:cubicBezTo>
                  <a:pt x="369" y="81"/>
                  <a:pt x="371" y="79"/>
                  <a:pt x="371" y="76"/>
                </a:cubicBezTo>
                <a:cubicBezTo>
                  <a:pt x="371" y="73"/>
                  <a:pt x="369" y="71"/>
                  <a:pt x="366" y="71"/>
                </a:cubicBezTo>
                <a:cubicBezTo>
                  <a:pt x="222" y="71"/>
                  <a:pt x="222" y="71"/>
                  <a:pt x="222" y="71"/>
                </a:cubicBezTo>
                <a:cubicBezTo>
                  <a:pt x="221" y="71"/>
                  <a:pt x="220" y="70"/>
                  <a:pt x="220" y="69"/>
                </a:cubicBezTo>
                <a:cubicBezTo>
                  <a:pt x="220" y="68"/>
                  <a:pt x="221" y="67"/>
                  <a:pt x="222" y="67"/>
                </a:cubicBezTo>
                <a:cubicBezTo>
                  <a:pt x="396" y="67"/>
                  <a:pt x="396" y="67"/>
                  <a:pt x="396" y="67"/>
                </a:cubicBezTo>
                <a:cubicBezTo>
                  <a:pt x="399" y="67"/>
                  <a:pt x="402" y="65"/>
                  <a:pt x="402" y="62"/>
                </a:cubicBezTo>
                <a:cubicBezTo>
                  <a:pt x="402" y="60"/>
                  <a:pt x="399" y="57"/>
                  <a:pt x="396" y="57"/>
                </a:cubicBezTo>
                <a:cubicBezTo>
                  <a:pt x="270" y="57"/>
                  <a:pt x="270" y="57"/>
                  <a:pt x="270" y="57"/>
                </a:cubicBezTo>
                <a:cubicBezTo>
                  <a:pt x="269" y="57"/>
                  <a:pt x="268" y="57"/>
                  <a:pt x="268" y="56"/>
                </a:cubicBezTo>
                <a:cubicBezTo>
                  <a:pt x="268" y="55"/>
                  <a:pt x="269" y="54"/>
                  <a:pt x="270" y="54"/>
                </a:cubicBezTo>
                <a:cubicBezTo>
                  <a:pt x="397" y="54"/>
                  <a:pt x="397" y="54"/>
                  <a:pt x="397" y="54"/>
                </a:cubicBezTo>
                <a:cubicBezTo>
                  <a:pt x="400" y="54"/>
                  <a:pt x="402" y="52"/>
                  <a:pt x="402" y="49"/>
                </a:cubicBezTo>
                <a:cubicBezTo>
                  <a:pt x="402" y="46"/>
                  <a:pt x="400" y="44"/>
                  <a:pt x="397" y="44"/>
                </a:cubicBezTo>
                <a:cubicBezTo>
                  <a:pt x="253" y="44"/>
                  <a:pt x="253" y="44"/>
                  <a:pt x="253" y="44"/>
                </a:cubicBezTo>
                <a:cubicBezTo>
                  <a:pt x="252" y="44"/>
                  <a:pt x="252" y="43"/>
                  <a:pt x="252" y="42"/>
                </a:cubicBezTo>
                <a:cubicBezTo>
                  <a:pt x="252" y="41"/>
                  <a:pt x="252" y="40"/>
                  <a:pt x="253" y="40"/>
                </a:cubicBezTo>
                <a:cubicBezTo>
                  <a:pt x="399" y="40"/>
                  <a:pt x="399" y="40"/>
                  <a:pt x="399" y="40"/>
                </a:cubicBezTo>
                <a:cubicBezTo>
                  <a:pt x="402" y="40"/>
                  <a:pt x="404" y="38"/>
                  <a:pt x="404" y="35"/>
                </a:cubicBezTo>
                <a:cubicBezTo>
                  <a:pt x="404" y="32"/>
                  <a:pt x="402" y="30"/>
                  <a:pt x="399" y="30"/>
                </a:cubicBezTo>
                <a:cubicBezTo>
                  <a:pt x="289" y="30"/>
                  <a:pt x="289" y="30"/>
                  <a:pt x="289" y="30"/>
                </a:cubicBezTo>
                <a:cubicBezTo>
                  <a:pt x="288" y="30"/>
                  <a:pt x="287" y="29"/>
                  <a:pt x="287" y="28"/>
                </a:cubicBezTo>
                <a:cubicBezTo>
                  <a:pt x="287" y="27"/>
                  <a:pt x="288" y="27"/>
                  <a:pt x="289" y="27"/>
                </a:cubicBezTo>
                <a:cubicBezTo>
                  <a:pt x="292" y="27"/>
                  <a:pt x="292" y="27"/>
                  <a:pt x="292" y="27"/>
                </a:cubicBezTo>
                <a:cubicBezTo>
                  <a:pt x="294" y="27"/>
                  <a:pt x="296" y="24"/>
                  <a:pt x="296" y="22"/>
                </a:cubicBezTo>
                <a:cubicBezTo>
                  <a:pt x="296" y="19"/>
                  <a:pt x="294" y="17"/>
                  <a:pt x="292" y="17"/>
                </a:cubicBezTo>
                <a:cubicBezTo>
                  <a:pt x="147" y="17"/>
                  <a:pt x="147" y="17"/>
                  <a:pt x="147" y="17"/>
                </a:cubicBezTo>
                <a:cubicBezTo>
                  <a:pt x="144" y="17"/>
                  <a:pt x="142" y="19"/>
                  <a:pt x="142" y="22"/>
                </a:cubicBezTo>
                <a:cubicBezTo>
                  <a:pt x="142" y="24"/>
                  <a:pt x="144" y="27"/>
                  <a:pt x="147" y="27"/>
                </a:cubicBezTo>
                <a:cubicBezTo>
                  <a:pt x="178" y="27"/>
                  <a:pt x="178" y="27"/>
                  <a:pt x="178" y="27"/>
                </a:cubicBezTo>
                <a:cubicBezTo>
                  <a:pt x="179" y="27"/>
                  <a:pt x="180" y="27"/>
                  <a:pt x="180" y="28"/>
                </a:cubicBezTo>
                <a:cubicBezTo>
                  <a:pt x="180" y="29"/>
                  <a:pt x="179" y="30"/>
                  <a:pt x="178" y="30"/>
                </a:cubicBezTo>
                <a:cubicBezTo>
                  <a:pt x="132" y="30"/>
                  <a:pt x="132" y="30"/>
                  <a:pt x="132" y="30"/>
                </a:cubicBezTo>
                <a:cubicBezTo>
                  <a:pt x="130" y="30"/>
                  <a:pt x="128" y="32"/>
                  <a:pt x="128" y="35"/>
                </a:cubicBezTo>
                <a:cubicBezTo>
                  <a:pt x="128" y="38"/>
                  <a:pt x="130" y="40"/>
                  <a:pt x="132" y="40"/>
                </a:cubicBezTo>
                <a:cubicBezTo>
                  <a:pt x="177" y="40"/>
                  <a:pt x="177" y="40"/>
                  <a:pt x="177" y="40"/>
                </a:cubicBezTo>
                <a:cubicBezTo>
                  <a:pt x="178" y="40"/>
                  <a:pt x="178" y="41"/>
                  <a:pt x="178" y="42"/>
                </a:cubicBezTo>
                <a:cubicBezTo>
                  <a:pt x="178" y="43"/>
                  <a:pt x="178" y="44"/>
                  <a:pt x="177" y="44"/>
                </a:cubicBezTo>
                <a:cubicBezTo>
                  <a:pt x="137" y="44"/>
                  <a:pt x="137" y="44"/>
                  <a:pt x="137" y="44"/>
                </a:cubicBezTo>
                <a:cubicBezTo>
                  <a:pt x="134" y="44"/>
                  <a:pt x="132" y="46"/>
                  <a:pt x="132" y="49"/>
                </a:cubicBezTo>
                <a:cubicBezTo>
                  <a:pt x="132" y="52"/>
                  <a:pt x="134" y="54"/>
                  <a:pt x="137" y="54"/>
                </a:cubicBezTo>
                <a:cubicBezTo>
                  <a:pt x="173" y="54"/>
                  <a:pt x="173" y="54"/>
                  <a:pt x="173" y="54"/>
                </a:cubicBezTo>
                <a:cubicBezTo>
                  <a:pt x="174" y="54"/>
                  <a:pt x="175" y="55"/>
                  <a:pt x="175" y="56"/>
                </a:cubicBezTo>
                <a:cubicBezTo>
                  <a:pt x="175" y="57"/>
                  <a:pt x="174" y="57"/>
                  <a:pt x="173" y="57"/>
                </a:cubicBezTo>
                <a:cubicBezTo>
                  <a:pt x="142" y="57"/>
                  <a:pt x="142" y="57"/>
                  <a:pt x="142" y="57"/>
                </a:cubicBezTo>
                <a:cubicBezTo>
                  <a:pt x="139" y="57"/>
                  <a:pt x="137" y="60"/>
                  <a:pt x="137" y="62"/>
                </a:cubicBezTo>
                <a:cubicBezTo>
                  <a:pt x="137" y="65"/>
                  <a:pt x="139" y="67"/>
                  <a:pt x="142" y="67"/>
                </a:cubicBezTo>
                <a:cubicBezTo>
                  <a:pt x="170" y="67"/>
                  <a:pt x="170" y="67"/>
                  <a:pt x="170" y="67"/>
                </a:cubicBezTo>
                <a:cubicBezTo>
                  <a:pt x="171" y="67"/>
                  <a:pt x="172" y="68"/>
                  <a:pt x="172" y="69"/>
                </a:cubicBezTo>
                <a:cubicBezTo>
                  <a:pt x="172" y="70"/>
                  <a:pt x="171" y="71"/>
                  <a:pt x="170" y="71"/>
                </a:cubicBezTo>
                <a:cubicBezTo>
                  <a:pt x="142" y="71"/>
                  <a:pt x="142" y="71"/>
                  <a:pt x="142" y="71"/>
                </a:cubicBezTo>
                <a:cubicBezTo>
                  <a:pt x="139" y="71"/>
                  <a:pt x="137" y="73"/>
                  <a:pt x="137" y="76"/>
                </a:cubicBezTo>
                <a:cubicBezTo>
                  <a:pt x="137" y="79"/>
                  <a:pt x="139" y="81"/>
                  <a:pt x="142" y="81"/>
                </a:cubicBezTo>
                <a:cubicBezTo>
                  <a:pt x="148" y="81"/>
                  <a:pt x="148" y="81"/>
                  <a:pt x="148" y="81"/>
                </a:cubicBezTo>
                <a:cubicBezTo>
                  <a:pt x="148" y="81"/>
                  <a:pt x="149" y="82"/>
                  <a:pt x="149" y="83"/>
                </a:cubicBezTo>
                <a:cubicBezTo>
                  <a:pt x="149" y="84"/>
                  <a:pt x="148" y="85"/>
                  <a:pt x="148" y="85"/>
                </a:cubicBezTo>
                <a:cubicBezTo>
                  <a:pt x="124" y="85"/>
                  <a:pt x="124" y="85"/>
                  <a:pt x="124" y="85"/>
                </a:cubicBezTo>
                <a:cubicBezTo>
                  <a:pt x="124" y="84"/>
                  <a:pt x="124" y="84"/>
                  <a:pt x="123" y="84"/>
                </a:cubicBezTo>
                <a:cubicBezTo>
                  <a:pt x="37" y="84"/>
                  <a:pt x="37" y="84"/>
                  <a:pt x="37" y="84"/>
                </a:cubicBezTo>
                <a:cubicBezTo>
                  <a:pt x="36" y="84"/>
                  <a:pt x="36" y="84"/>
                  <a:pt x="36" y="83"/>
                </a:cubicBezTo>
                <a:cubicBezTo>
                  <a:pt x="36" y="82"/>
                  <a:pt x="36" y="81"/>
                  <a:pt x="37" y="81"/>
                </a:cubicBezTo>
                <a:cubicBezTo>
                  <a:pt x="87" y="81"/>
                  <a:pt x="87" y="81"/>
                  <a:pt x="87" y="81"/>
                </a:cubicBezTo>
                <a:cubicBezTo>
                  <a:pt x="89" y="81"/>
                  <a:pt x="92" y="79"/>
                  <a:pt x="92" y="76"/>
                </a:cubicBezTo>
                <a:cubicBezTo>
                  <a:pt x="92" y="73"/>
                  <a:pt x="89" y="71"/>
                  <a:pt x="87" y="71"/>
                </a:cubicBezTo>
                <a:cubicBezTo>
                  <a:pt x="6" y="71"/>
                  <a:pt x="6" y="71"/>
                  <a:pt x="6" y="71"/>
                </a:cubicBezTo>
                <a:cubicBezTo>
                  <a:pt x="5" y="71"/>
                  <a:pt x="4" y="70"/>
                  <a:pt x="4" y="69"/>
                </a:cubicBezTo>
                <a:cubicBezTo>
                  <a:pt x="4" y="68"/>
                  <a:pt x="5" y="67"/>
                  <a:pt x="6" y="67"/>
                </a:cubicBezTo>
                <a:cubicBezTo>
                  <a:pt x="82" y="67"/>
                  <a:pt x="82" y="67"/>
                  <a:pt x="82" y="67"/>
                </a:cubicBezTo>
                <a:cubicBezTo>
                  <a:pt x="85" y="67"/>
                  <a:pt x="87" y="65"/>
                  <a:pt x="87" y="62"/>
                </a:cubicBezTo>
                <a:cubicBezTo>
                  <a:pt x="87" y="59"/>
                  <a:pt x="85" y="57"/>
                  <a:pt x="82" y="57"/>
                </a:cubicBezTo>
                <a:cubicBezTo>
                  <a:pt x="14" y="57"/>
                  <a:pt x="14" y="57"/>
                  <a:pt x="14" y="57"/>
                </a:cubicBezTo>
                <a:cubicBezTo>
                  <a:pt x="13" y="57"/>
                  <a:pt x="13" y="56"/>
                  <a:pt x="13" y="55"/>
                </a:cubicBezTo>
                <a:cubicBezTo>
                  <a:pt x="13" y="54"/>
                  <a:pt x="13" y="54"/>
                  <a:pt x="14" y="54"/>
                </a:cubicBezTo>
                <a:cubicBezTo>
                  <a:pt x="56" y="54"/>
                  <a:pt x="56" y="54"/>
                  <a:pt x="56" y="54"/>
                </a:cubicBezTo>
                <a:cubicBezTo>
                  <a:pt x="59" y="54"/>
                  <a:pt x="61" y="51"/>
                  <a:pt x="61" y="49"/>
                </a:cubicBezTo>
                <a:cubicBezTo>
                  <a:pt x="61" y="46"/>
                  <a:pt x="59" y="44"/>
                  <a:pt x="56" y="44"/>
                </a:cubicBezTo>
                <a:cubicBezTo>
                  <a:pt x="17" y="44"/>
                  <a:pt x="17" y="44"/>
                  <a:pt x="17" y="44"/>
                </a:cubicBezTo>
                <a:cubicBezTo>
                  <a:pt x="16" y="44"/>
                  <a:pt x="16" y="43"/>
                  <a:pt x="16" y="42"/>
                </a:cubicBezTo>
                <a:cubicBezTo>
                  <a:pt x="16" y="41"/>
                  <a:pt x="16" y="40"/>
                  <a:pt x="17" y="40"/>
                </a:cubicBezTo>
                <a:cubicBezTo>
                  <a:pt x="48" y="40"/>
                  <a:pt x="48" y="40"/>
                  <a:pt x="48" y="40"/>
                </a:cubicBezTo>
                <a:cubicBezTo>
                  <a:pt x="65" y="40"/>
                  <a:pt x="79" y="26"/>
                  <a:pt x="79" y="9"/>
                </a:cubicBezTo>
                <a:cubicBezTo>
                  <a:pt x="81" y="9"/>
                  <a:pt x="81" y="9"/>
                  <a:pt x="81" y="9"/>
                </a:cubicBezTo>
                <a:cubicBezTo>
                  <a:pt x="81" y="0"/>
                  <a:pt x="81" y="0"/>
                  <a:pt x="81" y="0"/>
                </a:cubicBezTo>
                <a:cubicBezTo>
                  <a:pt x="72" y="0"/>
                  <a:pt x="72" y="0"/>
                  <a:pt x="72" y="0"/>
                </a:cubicBezTo>
                <a:cubicBezTo>
                  <a:pt x="72" y="9"/>
                  <a:pt x="72" y="9"/>
                  <a:pt x="72" y="9"/>
                </a:cubicBezTo>
                <a:cubicBezTo>
                  <a:pt x="75" y="9"/>
                  <a:pt x="75" y="9"/>
                  <a:pt x="75" y="9"/>
                </a:cubicBezTo>
                <a:cubicBezTo>
                  <a:pt x="75" y="24"/>
                  <a:pt x="63" y="37"/>
                  <a:pt x="48" y="37"/>
                </a:cubicBezTo>
                <a:cubicBezTo>
                  <a:pt x="17" y="37"/>
                  <a:pt x="17" y="37"/>
                  <a:pt x="17" y="37"/>
                </a:cubicBezTo>
                <a:cubicBezTo>
                  <a:pt x="15" y="37"/>
                  <a:pt x="12" y="39"/>
                  <a:pt x="12" y="42"/>
                </a:cubicBezTo>
                <a:cubicBezTo>
                  <a:pt x="12" y="45"/>
                  <a:pt x="15" y="47"/>
                  <a:pt x="17" y="47"/>
                </a:cubicBezTo>
                <a:cubicBezTo>
                  <a:pt x="56" y="47"/>
                  <a:pt x="56" y="47"/>
                  <a:pt x="56" y="47"/>
                </a:cubicBezTo>
                <a:cubicBezTo>
                  <a:pt x="57" y="47"/>
                  <a:pt x="58" y="48"/>
                  <a:pt x="58" y="49"/>
                </a:cubicBezTo>
                <a:cubicBezTo>
                  <a:pt x="58" y="50"/>
                  <a:pt x="57" y="50"/>
                  <a:pt x="56" y="50"/>
                </a:cubicBezTo>
                <a:cubicBezTo>
                  <a:pt x="14" y="50"/>
                  <a:pt x="14" y="50"/>
                  <a:pt x="14" y="50"/>
                </a:cubicBezTo>
                <a:cubicBezTo>
                  <a:pt x="12" y="50"/>
                  <a:pt x="9" y="53"/>
                  <a:pt x="9" y="55"/>
                </a:cubicBezTo>
                <a:cubicBezTo>
                  <a:pt x="9" y="58"/>
                  <a:pt x="12" y="61"/>
                  <a:pt x="14" y="61"/>
                </a:cubicBezTo>
                <a:cubicBezTo>
                  <a:pt x="82" y="61"/>
                  <a:pt x="82" y="61"/>
                  <a:pt x="82" y="61"/>
                </a:cubicBezTo>
                <a:cubicBezTo>
                  <a:pt x="83" y="61"/>
                  <a:pt x="84" y="61"/>
                  <a:pt x="84" y="62"/>
                </a:cubicBezTo>
                <a:cubicBezTo>
                  <a:pt x="84" y="63"/>
                  <a:pt x="83" y="64"/>
                  <a:pt x="82" y="64"/>
                </a:cubicBezTo>
                <a:cubicBezTo>
                  <a:pt x="6" y="64"/>
                  <a:pt x="6" y="64"/>
                  <a:pt x="6" y="64"/>
                </a:cubicBezTo>
                <a:cubicBezTo>
                  <a:pt x="3" y="64"/>
                  <a:pt x="0" y="66"/>
                  <a:pt x="0" y="69"/>
                </a:cubicBezTo>
                <a:cubicBezTo>
                  <a:pt x="0" y="72"/>
                  <a:pt x="3" y="74"/>
                  <a:pt x="6" y="74"/>
                </a:cubicBezTo>
                <a:cubicBezTo>
                  <a:pt x="87" y="74"/>
                  <a:pt x="87" y="74"/>
                  <a:pt x="87" y="74"/>
                </a:cubicBezTo>
                <a:cubicBezTo>
                  <a:pt x="88" y="74"/>
                  <a:pt x="88" y="75"/>
                  <a:pt x="88" y="76"/>
                </a:cubicBezTo>
                <a:cubicBezTo>
                  <a:pt x="88" y="77"/>
                  <a:pt x="88" y="77"/>
                  <a:pt x="87" y="77"/>
                </a:cubicBezTo>
                <a:cubicBezTo>
                  <a:pt x="37" y="77"/>
                  <a:pt x="37" y="77"/>
                  <a:pt x="37" y="77"/>
                </a:cubicBezTo>
                <a:cubicBezTo>
                  <a:pt x="35" y="77"/>
                  <a:pt x="32" y="80"/>
                  <a:pt x="32" y="83"/>
                </a:cubicBezTo>
                <a:cubicBezTo>
                  <a:pt x="32" y="85"/>
                  <a:pt x="35" y="88"/>
                  <a:pt x="37" y="88"/>
                </a:cubicBezTo>
                <a:cubicBezTo>
                  <a:pt x="117" y="88"/>
                  <a:pt x="117" y="88"/>
                  <a:pt x="117" y="88"/>
                </a:cubicBezTo>
                <a:cubicBezTo>
                  <a:pt x="117" y="88"/>
                  <a:pt x="117" y="88"/>
                  <a:pt x="117" y="88"/>
                </a:cubicBezTo>
                <a:cubicBezTo>
                  <a:pt x="124" y="88"/>
                  <a:pt x="124" y="88"/>
                  <a:pt x="124" y="88"/>
                </a:cubicBezTo>
                <a:cubicBezTo>
                  <a:pt x="124" y="88"/>
                  <a:pt x="125" y="89"/>
                  <a:pt x="125" y="89"/>
                </a:cubicBezTo>
                <a:cubicBezTo>
                  <a:pt x="125" y="90"/>
                  <a:pt x="124" y="91"/>
                  <a:pt x="123" y="91"/>
                </a:cubicBezTo>
                <a:cubicBezTo>
                  <a:pt x="39" y="91"/>
                  <a:pt x="39" y="91"/>
                  <a:pt x="39" y="91"/>
                </a:cubicBezTo>
                <a:cubicBezTo>
                  <a:pt x="36" y="91"/>
                  <a:pt x="34" y="93"/>
                  <a:pt x="34" y="96"/>
                </a:cubicBezTo>
                <a:cubicBezTo>
                  <a:pt x="34" y="99"/>
                  <a:pt x="36" y="101"/>
                  <a:pt x="39" y="101"/>
                </a:cubicBezTo>
                <a:cubicBezTo>
                  <a:pt x="122" y="101"/>
                  <a:pt x="122" y="101"/>
                  <a:pt x="122" y="101"/>
                </a:cubicBezTo>
                <a:cubicBezTo>
                  <a:pt x="123" y="101"/>
                  <a:pt x="124" y="102"/>
                  <a:pt x="124" y="103"/>
                </a:cubicBezTo>
                <a:cubicBezTo>
                  <a:pt x="124" y="104"/>
                  <a:pt x="123" y="105"/>
                  <a:pt x="122" y="105"/>
                </a:cubicBezTo>
                <a:cubicBezTo>
                  <a:pt x="43" y="105"/>
                  <a:pt x="43" y="105"/>
                  <a:pt x="43" y="105"/>
                </a:cubicBezTo>
                <a:cubicBezTo>
                  <a:pt x="40" y="105"/>
                  <a:pt x="38" y="107"/>
                  <a:pt x="38" y="110"/>
                </a:cubicBezTo>
                <a:cubicBezTo>
                  <a:pt x="38" y="113"/>
                  <a:pt x="40" y="115"/>
                  <a:pt x="43" y="115"/>
                </a:cubicBezTo>
                <a:cubicBezTo>
                  <a:pt x="102" y="115"/>
                  <a:pt x="102" y="115"/>
                  <a:pt x="102" y="115"/>
                </a:cubicBezTo>
                <a:cubicBezTo>
                  <a:pt x="103" y="115"/>
                  <a:pt x="104" y="116"/>
                  <a:pt x="104" y="117"/>
                </a:cubicBezTo>
                <a:cubicBezTo>
                  <a:pt x="104" y="118"/>
                  <a:pt x="103" y="118"/>
                  <a:pt x="102" y="118"/>
                </a:cubicBezTo>
                <a:cubicBezTo>
                  <a:pt x="39" y="118"/>
                  <a:pt x="39" y="118"/>
                  <a:pt x="39" y="118"/>
                </a:cubicBezTo>
                <a:cubicBezTo>
                  <a:pt x="36" y="118"/>
                  <a:pt x="33" y="121"/>
                  <a:pt x="33" y="123"/>
                </a:cubicBezTo>
                <a:cubicBezTo>
                  <a:pt x="33" y="126"/>
                  <a:pt x="36" y="128"/>
                  <a:pt x="39" y="128"/>
                </a:cubicBezTo>
                <a:cubicBezTo>
                  <a:pt x="90" y="128"/>
                  <a:pt x="90" y="128"/>
                  <a:pt x="90" y="128"/>
                </a:cubicBezTo>
                <a:cubicBezTo>
                  <a:pt x="91" y="128"/>
                  <a:pt x="92" y="129"/>
                  <a:pt x="92" y="130"/>
                </a:cubicBezTo>
                <a:cubicBezTo>
                  <a:pt x="92" y="131"/>
                  <a:pt x="91" y="132"/>
                  <a:pt x="90" y="132"/>
                </a:cubicBezTo>
                <a:cubicBezTo>
                  <a:pt x="45" y="132"/>
                  <a:pt x="45" y="132"/>
                  <a:pt x="45" y="132"/>
                </a:cubicBezTo>
                <a:cubicBezTo>
                  <a:pt x="42" y="132"/>
                  <a:pt x="40" y="134"/>
                  <a:pt x="40" y="137"/>
                </a:cubicBezTo>
                <a:cubicBezTo>
                  <a:pt x="40" y="140"/>
                  <a:pt x="42" y="142"/>
                  <a:pt x="45" y="142"/>
                </a:cubicBezTo>
                <a:cubicBezTo>
                  <a:pt x="63" y="142"/>
                  <a:pt x="63" y="142"/>
                  <a:pt x="63" y="142"/>
                </a:cubicBezTo>
                <a:cubicBezTo>
                  <a:pt x="64" y="142"/>
                  <a:pt x="65" y="143"/>
                  <a:pt x="65" y="144"/>
                </a:cubicBezTo>
                <a:cubicBezTo>
                  <a:pt x="65" y="145"/>
                  <a:pt x="64" y="146"/>
                  <a:pt x="63" y="146"/>
                </a:cubicBezTo>
                <a:cubicBezTo>
                  <a:pt x="56" y="146"/>
                  <a:pt x="56" y="146"/>
                  <a:pt x="56" y="146"/>
                </a:cubicBezTo>
                <a:cubicBezTo>
                  <a:pt x="53" y="146"/>
                  <a:pt x="51" y="148"/>
                  <a:pt x="51" y="151"/>
                </a:cubicBezTo>
                <a:cubicBezTo>
                  <a:pt x="51" y="153"/>
                  <a:pt x="53" y="156"/>
                  <a:pt x="56" y="156"/>
                </a:cubicBezTo>
                <a:cubicBezTo>
                  <a:pt x="65" y="156"/>
                  <a:pt x="65" y="156"/>
                  <a:pt x="65" y="156"/>
                </a:cubicBezTo>
                <a:cubicBezTo>
                  <a:pt x="66" y="156"/>
                  <a:pt x="67" y="156"/>
                  <a:pt x="67" y="157"/>
                </a:cubicBezTo>
                <a:cubicBezTo>
                  <a:pt x="67" y="158"/>
                  <a:pt x="66" y="159"/>
                  <a:pt x="65" y="159"/>
                </a:cubicBezTo>
                <a:cubicBezTo>
                  <a:pt x="65" y="159"/>
                  <a:pt x="65" y="159"/>
                  <a:pt x="65" y="159"/>
                </a:cubicBezTo>
                <a:cubicBezTo>
                  <a:pt x="62" y="159"/>
                  <a:pt x="60" y="161"/>
                  <a:pt x="60" y="164"/>
                </a:cubicBezTo>
                <a:cubicBezTo>
                  <a:pt x="60" y="167"/>
                  <a:pt x="62" y="169"/>
                  <a:pt x="65" y="169"/>
                </a:cubicBezTo>
                <a:cubicBezTo>
                  <a:pt x="84" y="169"/>
                  <a:pt x="84" y="169"/>
                  <a:pt x="84" y="169"/>
                </a:cubicBezTo>
                <a:cubicBezTo>
                  <a:pt x="84" y="169"/>
                  <a:pt x="85" y="170"/>
                  <a:pt x="85" y="171"/>
                </a:cubicBezTo>
                <a:cubicBezTo>
                  <a:pt x="85" y="172"/>
                  <a:pt x="84" y="173"/>
                  <a:pt x="84" y="173"/>
                </a:cubicBezTo>
                <a:cubicBezTo>
                  <a:pt x="80" y="173"/>
                  <a:pt x="80" y="173"/>
                  <a:pt x="80" y="173"/>
                </a:cubicBezTo>
                <a:cubicBezTo>
                  <a:pt x="77" y="173"/>
                  <a:pt x="75" y="175"/>
                  <a:pt x="75" y="178"/>
                </a:cubicBezTo>
                <a:cubicBezTo>
                  <a:pt x="75" y="181"/>
                  <a:pt x="77" y="183"/>
                  <a:pt x="80" y="183"/>
                </a:cubicBezTo>
                <a:cubicBezTo>
                  <a:pt x="125" y="183"/>
                  <a:pt x="125" y="183"/>
                  <a:pt x="125" y="183"/>
                </a:cubicBezTo>
                <a:cubicBezTo>
                  <a:pt x="126" y="183"/>
                  <a:pt x="127" y="184"/>
                  <a:pt x="127" y="185"/>
                </a:cubicBezTo>
                <a:cubicBezTo>
                  <a:pt x="127" y="186"/>
                  <a:pt x="126" y="186"/>
                  <a:pt x="125" y="186"/>
                </a:cubicBezTo>
                <a:cubicBezTo>
                  <a:pt x="89" y="186"/>
                  <a:pt x="89" y="186"/>
                  <a:pt x="89" y="186"/>
                </a:cubicBezTo>
                <a:cubicBezTo>
                  <a:pt x="86" y="186"/>
                  <a:pt x="84" y="189"/>
                  <a:pt x="84" y="191"/>
                </a:cubicBezTo>
                <a:cubicBezTo>
                  <a:pt x="84" y="194"/>
                  <a:pt x="86" y="196"/>
                  <a:pt x="89" y="196"/>
                </a:cubicBezTo>
                <a:cubicBezTo>
                  <a:pt x="143" y="196"/>
                  <a:pt x="143" y="196"/>
                  <a:pt x="143" y="196"/>
                </a:cubicBezTo>
                <a:cubicBezTo>
                  <a:pt x="144" y="196"/>
                  <a:pt x="145" y="197"/>
                  <a:pt x="145" y="198"/>
                </a:cubicBezTo>
                <a:cubicBezTo>
                  <a:pt x="145" y="199"/>
                  <a:pt x="144" y="200"/>
                  <a:pt x="143" y="200"/>
                </a:cubicBezTo>
                <a:cubicBezTo>
                  <a:pt x="99" y="200"/>
                  <a:pt x="99" y="200"/>
                  <a:pt x="99" y="200"/>
                </a:cubicBezTo>
                <a:cubicBezTo>
                  <a:pt x="96" y="200"/>
                  <a:pt x="94" y="202"/>
                  <a:pt x="94" y="205"/>
                </a:cubicBezTo>
                <a:cubicBezTo>
                  <a:pt x="94" y="208"/>
                  <a:pt x="96" y="210"/>
                  <a:pt x="99" y="210"/>
                </a:cubicBezTo>
                <a:cubicBezTo>
                  <a:pt x="140" y="210"/>
                  <a:pt x="140" y="210"/>
                  <a:pt x="140" y="210"/>
                </a:cubicBezTo>
                <a:cubicBezTo>
                  <a:pt x="141" y="210"/>
                  <a:pt x="142" y="211"/>
                  <a:pt x="142" y="212"/>
                </a:cubicBezTo>
                <a:cubicBezTo>
                  <a:pt x="142" y="213"/>
                  <a:pt x="141" y="213"/>
                  <a:pt x="140" y="213"/>
                </a:cubicBezTo>
                <a:cubicBezTo>
                  <a:pt x="105" y="213"/>
                  <a:pt x="105" y="213"/>
                  <a:pt x="105" y="213"/>
                </a:cubicBezTo>
                <a:cubicBezTo>
                  <a:pt x="103" y="213"/>
                  <a:pt x="100" y="216"/>
                  <a:pt x="100" y="218"/>
                </a:cubicBezTo>
                <a:cubicBezTo>
                  <a:pt x="100" y="221"/>
                  <a:pt x="103" y="224"/>
                  <a:pt x="105" y="224"/>
                </a:cubicBezTo>
                <a:cubicBezTo>
                  <a:pt x="130" y="224"/>
                  <a:pt x="130" y="224"/>
                  <a:pt x="130" y="224"/>
                </a:cubicBezTo>
                <a:cubicBezTo>
                  <a:pt x="131" y="224"/>
                  <a:pt x="132" y="224"/>
                  <a:pt x="132" y="225"/>
                </a:cubicBezTo>
                <a:cubicBezTo>
                  <a:pt x="132" y="226"/>
                  <a:pt x="131" y="227"/>
                  <a:pt x="130" y="227"/>
                </a:cubicBezTo>
                <a:cubicBezTo>
                  <a:pt x="104" y="227"/>
                  <a:pt x="104" y="227"/>
                  <a:pt x="104" y="227"/>
                </a:cubicBezTo>
                <a:cubicBezTo>
                  <a:pt x="101" y="227"/>
                  <a:pt x="99" y="229"/>
                  <a:pt x="99" y="232"/>
                </a:cubicBezTo>
                <a:cubicBezTo>
                  <a:pt x="99" y="235"/>
                  <a:pt x="101" y="237"/>
                  <a:pt x="104" y="237"/>
                </a:cubicBezTo>
                <a:cubicBezTo>
                  <a:pt x="117" y="237"/>
                  <a:pt x="117" y="237"/>
                  <a:pt x="117" y="237"/>
                </a:cubicBezTo>
                <a:cubicBezTo>
                  <a:pt x="118" y="237"/>
                  <a:pt x="119" y="238"/>
                  <a:pt x="119" y="239"/>
                </a:cubicBezTo>
                <a:cubicBezTo>
                  <a:pt x="119" y="240"/>
                  <a:pt x="118" y="240"/>
                  <a:pt x="117" y="240"/>
                </a:cubicBezTo>
                <a:cubicBezTo>
                  <a:pt x="105" y="240"/>
                  <a:pt x="105" y="240"/>
                  <a:pt x="105" y="240"/>
                </a:cubicBezTo>
                <a:cubicBezTo>
                  <a:pt x="102" y="240"/>
                  <a:pt x="100" y="243"/>
                  <a:pt x="100" y="246"/>
                </a:cubicBezTo>
                <a:cubicBezTo>
                  <a:pt x="100" y="248"/>
                  <a:pt x="102" y="251"/>
                  <a:pt x="105" y="251"/>
                </a:cubicBezTo>
                <a:cubicBezTo>
                  <a:pt x="112" y="251"/>
                  <a:pt x="112" y="251"/>
                  <a:pt x="112" y="251"/>
                </a:cubicBezTo>
                <a:cubicBezTo>
                  <a:pt x="112" y="251"/>
                  <a:pt x="113" y="251"/>
                  <a:pt x="113" y="252"/>
                </a:cubicBezTo>
                <a:cubicBezTo>
                  <a:pt x="113" y="253"/>
                  <a:pt x="112" y="254"/>
                  <a:pt x="112" y="254"/>
                </a:cubicBezTo>
                <a:cubicBezTo>
                  <a:pt x="105" y="254"/>
                  <a:pt x="105" y="254"/>
                  <a:pt x="105" y="254"/>
                </a:cubicBezTo>
                <a:cubicBezTo>
                  <a:pt x="102" y="254"/>
                  <a:pt x="100" y="256"/>
                  <a:pt x="100" y="259"/>
                </a:cubicBezTo>
                <a:cubicBezTo>
                  <a:pt x="100" y="262"/>
                  <a:pt x="102" y="264"/>
                  <a:pt x="105" y="264"/>
                </a:cubicBezTo>
                <a:cubicBezTo>
                  <a:pt x="109" y="264"/>
                  <a:pt x="109" y="264"/>
                  <a:pt x="109" y="264"/>
                </a:cubicBezTo>
                <a:cubicBezTo>
                  <a:pt x="240" y="264"/>
                  <a:pt x="240" y="264"/>
                  <a:pt x="240" y="264"/>
                </a:cubicBezTo>
                <a:cubicBezTo>
                  <a:pt x="244" y="264"/>
                  <a:pt x="248" y="260"/>
                  <a:pt x="248" y="256"/>
                </a:cubicBezTo>
                <a:cubicBezTo>
                  <a:pt x="248" y="251"/>
                  <a:pt x="244" y="247"/>
                  <a:pt x="240" y="247"/>
                </a:cubicBezTo>
                <a:cubicBezTo>
                  <a:pt x="230" y="247"/>
                  <a:pt x="230" y="247"/>
                  <a:pt x="230" y="247"/>
                </a:cubicBezTo>
                <a:cubicBezTo>
                  <a:pt x="227" y="247"/>
                  <a:pt x="225" y="245"/>
                  <a:pt x="225" y="242"/>
                </a:cubicBezTo>
                <a:cubicBezTo>
                  <a:pt x="225" y="239"/>
                  <a:pt x="227" y="237"/>
                  <a:pt x="230" y="237"/>
                </a:cubicBezTo>
                <a:cubicBezTo>
                  <a:pt x="231" y="237"/>
                  <a:pt x="231" y="237"/>
                  <a:pt x="231" y="237"/>
                </a:cubicBezTo>
                <a:cubicBezTo>
                  <a:pt x="233" y="237"/>
                  <a:pt x="236" y="235"/>
                  <a:pt x="236" y="232"/>
                </a:cubicBezTo>
                <a:cubicBezTo>
                  <a:pt x="236" y="229"/>
                  <a:pt x="233" y="227"/>
                  <a:pt x="231" y="227"/>
                </a:cubicBezTo>
                <a:cubicBezTo>
                  <a:pt x="222" y="227"/>
                  <a:pt x="222" y="227"/>
                  <a:pt x="222" y="227"/>
                </a:cubicBezTo>
                <a:cubicBezTo>
                  <a:pt x="221" y="227"/>
                  <a:pt x="220" y="226"/>
                  <a:pt x="220" y="225"/>
                </a:cubicBezTo>
                <a:cubicBezTo>
                  <a:pt x="220" y="224"/>
                  <a:pt x="221" y="224"/>
                  <a:pt x="222" y="224"/>
                </a:cubicBezTo>
                <a:cubicBezTo>
                  <a:pt x="240" y="224"/>
                  <a:pt x="240" y="224"/>
                  <a:pt x="240" y="224"/>
                </a:cubicBezTo>
                <a:cubicBezTo>
                  <a:pt x="243" y="224"/>
                  <a:pt x="245" y="221"/>
                  <a:pt x="245" y="218"/>
                </a:cubicBezTo>
                <a:cubicBezTo>
                  <a:pt x="245" y="216"/>
                  <a:pt x="243" y="213"/>
                  <a:pt x="240" y="213"/>
                </a:cubicBezTo>
                <a:cubicBezTo>
                  <a:pt x="217" y="213"/>
                  <a:pt x="217" y="213"/>
                  <a:pt x="217" y="213"/>
                </a:cubicBezTo>
                <a:cubicBezTo>
                  <a:pt x="216" y="213"/>
                  <a:pt x="215" y="213"/>
                  <a:pt x="215" y="212"/>
                </a:cubicBezTo>
                <a:cubicBezTo>
                  <a:pt x="215" y="211"/>
                  <a:pt x="216" y="210"/>
                  <a:pt x="217" y="210"/>
                </a:cubicBezTo>
                <a:cubicBezTo>
                  <a:pt x="248" y="210"/>
                  <a:pt x="248" y="210"/>
                  <a:pt x="248" y="210"/>
                </a:cubicBezTo>
                <a:cubicBezTo>
                  <a:pt x="251" y="210"/>
                  <a:pt x="253" y="208"/>
                  <a:pt x="253" y="205"/>
                </a:cubicBezTo>
                <a:cubicBezTo>
                  <a:pt x="253" y="202"/>
                  <a:pt x="251" y="200"/>
                  <a:pt x="248" y="200"/>
                </a:cubicBezTo>
                <a:cubicBezTo>
                  <a:pt x="216" y="200"/>
                  <a:pt x="216" y="200"/>
                  <a:pt x="216" y="200"/>
                </a:cubicBezTo>
                <a:cubicBezTo>
                  <a:pt x="215" y="200"/>
                  <a:pt x="214" y="199"/>
                  <a:pt x="214" y="198"/>
                </a:cubicBezTo>
                <a:cubicBezTo>
                  <a:pt x="214" y="197"/>
                  <a:pt x="215" y="196"/>
                  <a:pt x="216" y="196"/>
                </a:cubicBezTo>
                <a:cubicBezTo>
                  <a:pt x="247" y="196"/>
                  <a:pt x="247" y="196"/>
                  <a:pt x="247" y="196"/>
                </a:cubicBezTo>
                <a:cubicBezTo>
                  <a:pt x="250" y="196"/>
                  <a:pt x="252" y="194"/>
                  <a:pt x="252" y="191"/>
                </a:cubicBezTo>
                <a:cubicBezTo>
                  <a:pt x="252" y="189"/>
                  <a:pt x="250" y="186"/>
                  <a:pt x="247" y="186"/>
                </a:cubicBezTo>
                <a:cubicBezTo>
                  <a:pt x="213" y="186"/>
                  <a:pt x="213" y="186"/>
                  <a:pt x="213" y="186"/>
                </a:cubicBezTo>
                <a:cubicBezTo>
                  <a:pt x="212" y="186"/>
                  <a:pt x="212" y="186"/>
                  <a:pt x="212" y="185"/>
                </a:cubicBezTo>
                <a:cubicBezTo>
                  <a:pt x="212" y="184"/>
                  <a:pt x="212" y="183"/>
                  <a:pt x="213" y="183"/>
                </a:cubicBezTo>
                <a:cubicBezTo>
                  <a:pt x="260" y="183"/>
                  <a:pt x="260" y="183"/>
                  <a:pt x="260" y="183"/>
                </a:cubicBezTo>
                <a:cubicBezTo>
                  <a:pt x="263" y="183"/>
                  <a:pt x="265" y="181"/>
                  <a:pt x="265" y="178"/>
                </a:cubicBezTo>
                <a:cubicBezTo>
                  <a:pt x="265" y="175"/>
                  <a:pt x="263" y="173"/>
                  <a:pt x="260" y="173"/>
                </a:cubicBezTo>
                <a:cubicBezTo>
                  <a:pt x="187" y="173"/>
                  <a:pt x="187" y="173"/>
                  <a:pt x="187" y="173"/>
                </a:cubicBezTo>
                <a:cubicBezTo>
                  <a:pt x="186" y="173"/>
                  <a:pt x="185" y="172"/>
                  <a:pt x="185" y="171"/>
                </a:cubicBezTo>
                <a:cubicBezTo>
                  <a:pt x="185" y="170"/>
                  <a:pt x="186" y="169"/>
                  <a:pt x="187" y="169"/>
                </a:cubicBezTo>
                <a:cubicBezTo>
                  <a:pt x="247" y="169"/>
                  <a:pt x="247" y="169"/>
                  <a:pt x="247" y="169"/>
                </a:cubicBezTo>
                <a:cubicBezTo>
                  <a:pt x="249" y="169"/>
                  <a:pt x="252" y="167"/>
                  <a:pt x="252" y="164"/>
                </a:cubicBezTo>
                <a:cubicBezTo>
                  <a:pt x="252" y="161"/>
                  <a:pt x="249" y="159"/>
                  <a:pt x="247" y="159"/>
                </a:cubicBezTo>
                <a:cubicBezTo>
                  <a:pt x="180" y="159"/>
                  <a:pt x="180" y="159"/>
                  <a:pt x="180" y="159"/>
                </a:cubicBezTo>
                <a:cubicBezTo>
                  <a:pt x="179" y="159"/>
                  <a:pt x="178" y="158"/>
                  <a:pt x="178" y="157"/>
                </a:cubicBezTo>
                <a:cubicBezTo>
                  <a:pt x="178" y="156"/>
                  <a:pt x="179" y="156"/>
                  <a:pt x="180" y="156"/>
                </a:cubicBezTo>
                <a:cubicBezTo>
                  <a:pt x="238" y="156"/>
                  <a:pt x="238" y="156"/>
                  <a:pt x="238" y="156"/>
                </a:cubicBezTo>
                <a:cubicBezTo>
                  <a:pt x="241" y="156"/>
                  <a:pt x="243" y="153"/>
                  <a:pt x="243" y="151"/>
                </a:cubicBezTo>
                <a:cubicBezTo>
                  <a:pt x="243" y="148"/>
                  <a:pt x="241" y="146"/>
                  <a:pt x="238" y="146"/>
                </a:cubicBezTo>
                <a:cubicBezTo>
                  <a:pt x="190" y="146"/>
                  <a:pt x="190" y="146"/>
                  <a:pt x="190" y="146"/>
                </a:cubicBezTo>
                <a:cubicBezTo>
                  <a:pt x="189" y="146"/>
                  <a:pt x="188" y="145"/>
                  <a:pt x="188" y="144"/>
                </a:cubicBezTo>
                <a:cubicBezTo>
                  <a:pt x="188" y="143"/>
                  <a:pt x="189" y="142"/>
                  <a:pt x="190" y="142"/>
                </a:cubicBezTo>
                <a:cubicBezTo>
                  <a:pt x="203" y="142"/>
                  <a:pt x="203" y="142"/>
                  <a:pt x="203" y="142"/>
                </a:cubicBezTo>
                <a:cubicBezTo>
                  <a:pt x="206" y="142"/>
                  <a:pt x="208" y="140"/>
                  <a:pt x="208" y="137"/>
                </a:cubicBezTo>
                <a:cubicBezTo>
                  <a:pt x="208" y="134"/>
                  <a:pt x="206" y="132"/>
                  <a:pt x="203" y="132"/>
                </a:cubicBezTo>
                <a:cubicBezTo>
                  <a:pt x="190" y="132"/>
                  <a:pt x="190" y="132"/>
                  <a:pt x="190" y="132"/>
                </a:cubicBezTo>
                <a:cubicBezTo>
                  <a:pt x="189" y="132"/>
                  <a:pt x="188" y="131"/>
                  <a:pt x="188" y="130"/>
                </a:cubicBezTo>
                <a:cubicBezTo>
                  <a:pt x="188" y="129"/>
                  <a:pt x="189" y="128"/>
                  <a:pt x="190" y="128"/>
                </a:cubicBezTo>
                <a:cubicBezTo>
                  <a:pt x="229" y="128"/>
                  <a:pt x="229" y="128"/>
                  <a:pt x="229" y="128"/>
                </a:cubicBezTo>
                <a:cubicBezTo>
                  <a:pt x="232" y="128"/>
                  <a:pt x="234" y="126"/>
                  <a:pt x="234" y="123"/>
                </a:cubicBezTo>
                <a:cubicBezTo>
                  <a:pt x="234" y="121"/>
                  <a:pt x="232" y="118"/>
                  <a:pt x="229" y="118"/>
                </a:cubicBezTo>
                <a:cubicBezTo>
                  <a:pt x="200" y="118"/>
                  <a:pt x="200" y="118"/>
                  <a:pt x="200" y="118"/>
                </a:cubicBezTo>
                <a:cubicBezTo>
                  <a:pt x="199" y="118"/>
                  <a:pt x="198" y="118"/>
                  <a:pt x="198" y="117"/>
                </a:cubicBezTo>
                <a:cubicBezTo>
                  <a:pt x="198" y="116"/>
                  <a:pt x="199" y="115"/>
                  <a:pt x="200" y="115"/>
                </a:cubicBezTo>
                <a:cubicBezTo>
                  <a:pt x="228" y="115"/>
                  <a:pt x="228" y="115"/>
                  <a:pt x="228" y="115"/>
                </a:cubicBezTo>
                <a:cubicBezTo>
                  <a:pt x="231" y="115"/>
                  <a:pt x="234" y="113"/>
                  <a:pt x="234" y="110"/>
                </a:cubicBezTo>
                <a:cubicBezTo>
                  <a:pt x="234" y="107"/>
                  <a:pt x="231" y="105"/>
                  <a:pt x="228" y="105"/>
                </a:cubicBezTo>
                <a:cubicBezTo>
                  <a:pt x="181" y="105"/>
                  <a:pt x="181" y="105"/>
                  <a:pt x="181" y="105"/>
                </a:cubicBezTo>
                <a:cubicBezTo>
                  <a:pt x="180" y="105"/>
                  <a:pt x="180" y="104"/>
                  <a:pt x="180" y="103"/>
                </a:cubicBezTo>
                <a:cubicBezTo>
                  <a:pt x="180" y="102"/>
                  <a:pt x="180" y="101"/>
                  <a:pt x="181" y="101"/>
                </a:cubicBezTo>
                <a:cubicBezTo>
                  <a:pt x="190" y="101"/>
                  <a:pt x="190" y="101"/>
                  <a:pt x="190" y="101"/>
                </a:cubicBezTo>
                <a:cubicBezTo>
                  <a:pt x="192" y="101"/>
                  <a:pt x="195" y="99"/>
                  <a:pt x="195" y="96"/>
                </a:cubicBezTo>
                <a:cubicBezTo>
                  <a:pt x="195" y="93"/>
                  <a:pt x="192" y="91"/>
                  <a:pt x="190" y="91"/>
                </a:cubicBezTo>
                <a:cubicBezTo>
                  <a:pt x="181" y="91"/>
                  <a:pt x="181" y="91"/>
                  <a:pt x="181" y="91"/>
                </a:cubicBezTo>
                <a:cubicBezTo>
                  <a:pt x="180" y="91"/>
                  <a:pt x="179" y="90"/>
                  <a:pt x="179" y="89"/>
                </a:cubicBezTo>
                <a:cubicBezTo>
                  <a:pt x="179" y="89"/>
                  <a:pt x="180" y="88"/>
                  <a:pt x="181" y="88"/>
                </a:cubicBezTo>
                <a:cubicBezTo>
                  <a:pt x="209" y="88"/>
                  <a:pt x="209" y="88"/>
                  <a:pt x="209" y="88"/>
                </a:cubicBezTo>
                <a:cubicBezTo>
                  <a:pt x="209" y="88"/>
                  <a:pt x="209" y="88"/>
                  <a:pt x="209" y="88"/>
                </a:cubicBezTo>
                <a:cubicBezTo>
                  <a:pt x="375" y="88"/>
                  <a:pt x="375" y="88"/>
                  <a:pt x="375" y="88"/>
                </a:cubicBezTo>
                <a:cubicBezTo>
                  <a:pt x="376" y="88"/>
                  <a:pt x="377" y="89"/>
                  <a:pt x="377" y="89"/>
                </a:cubicBezTo>
                <a:cubicBezTo>
                  <a:pt x="377" y="90"/>
                  <a:pt x="376" y="91"/>
                  <a:pt x="375" y="91"/>
                </a:cubicBezTo>
                <a:cubicBezTo>
                  <a:pt x="202" y="91"/>
                  <a:pt x="202" y="91"/>
                  <a:pt x="202" y="91"/>
                </a:cubicBezTo>
                <a:cubicBezTo>
                  <a:pt x="199" y="91"/>
                  <a:pt x="197" y="93"/>
                  <a:pt x="197" y="96"/>
                </a:cubicBezTo>
                <a:cubicBezTo>
                  <a:pt x="197" y="99"/>
                  <a:pt x="199" y="101"/>
                  <a:pt x="202" y="101"/>
                </a:cubicBezTo>
                <a:cubicBezTo>
                  <a:pt x="375" y="101"/>
                  <a:pt x="375" y="101"/>
                  <a:pt x="375" y="101"/>
                </a:cubicBezTo>
                <a:cubicBezTo>
                  <a:pt x="376" y="101"/>
                  <a:pt x="377" y="102"/>
                  <a:pt x="377" y="103"/>
                </a:cubicBezTo>
                <a:cubicBezTo>
                  <a:pt x="377" y="104"/>
                  <a:pt x="376" y="105"/>
                  <a:pt x="375" y="105"/>
                </a:cubicBezTo>
                <a:cubicBezTo>
                  <a:pt x="245" y="105"/>
                  <a:pt x="245" y="105"/>
                  <a:pt x="245" y="105"/>
                </a:cubicBezTo>
                <a:cubicBezTo>
                  <a:pt x="242" y="105"/>
                  <a:pt x="240" y="107"/>
                  <a:pt x="240" y="110"/>
                </a:cubicBezTo>
                <a:cubicBezTo>
                  <a:pt x="240" y="113"/>
                  <a:pt x="242" y="115"/>
                  <a:pt x="245" y="115"/>
                </a:cubicBezTo>
                <a:cubicBezTo>
                  <a:pt x="366" y="115"/>
                  <a:pt x="366" y="115"/>
                  <a:pt x="366" y="115"/>
                </a:cubicBezTo>
                <a:cubicBezTo>
                  <a:pt x="367" y="115"/>
                  <a:pt x="368" y="116"/>
                  <a:pt x="368" y="117"/>
                </a:cubicBezTo>
                <a:cubicBezTo>
                  <a:pt x="368" y="118"/>
                  <a:pt x="367" y="118"/>
                  <a:pt x="366" y="118"/>
                </a:cubicBezTo>
                <a:cubicBezTo>
                  <a:pt x="245" y="118"/>
                  <a:pt x="245" y="118"/>
                  <a:pt x="245" y="118"/>
                </a:cubicBezTo>
                <a:cubicBezTo>
                  <a:pt x="242" y="118"/>
                  <a:pt x="240" y="121"/>
                  <a:pt x="240" y="124"/>
                </a:cubicBezTo>
                <a:cubicBezTo>
                  <a:pt x="240" y="126"/>
                  <a:pt x="242" y="128"/>
                  <a:pt x="245" y="128"/>
                </a:cubicBezTo>
                <a:cubicBezTo>
                  <a:pt x="360" y="128"/>
                  <a:pt x="360" y="128"/>
                  <a:pt x="360" y="128"/>
                </a:cubicBezTo>
                <a:cubicBezTo>
                  <a:pt x="361" y="128"/>
                  <a:pt x="362" y="129"/>
                  <a:pt x="362" y="130"/>
                </a:cubicBezTo>
                <a:cubicBezTo>
                  <a:pt x="362" y="131"/>
                  <a:pt x="361" y="132"/>
                  <a:pt x="360" y="132"/>
                </a:cubicBezTo>
                <a:cubicBezTo>
                  <a:pt x="240" y="132"/>
                  <a:pt x="240" y="132"/>
                  <a:pt x="240" y="132"/>
                </a:cubicBezTo>
                <a:cubicBezTo>
                  <a:pt x="237" y="132"/>
                  <a:pt x="235" y="134"/>
                  <a:pt x="235" y="137"/>
                </a:cubicBezTo>
                <a:cubicBezTo>
                  <a:pt x="235" y="140"/>
                  <a:pt x="237" y="142"/>
                  <a:pt x="240" y="142"/>
                </a:cubicBezTo>
                <a:cubicBezTo>
                  <a:pt x="360" y="142"/>
                  <a:pt x="360" y="142"/>
                  <a:pt x="360" y="142"/>
                </a:cubicBezTo>
                <a:cubicBezTo>
                  <a:pt x="360" y="142"/>
                  <a:pt x="361" y="143"/>
                  <a:pt x="361" y="144"/>
                </a:cubicBezTo>
                <a:cubicBezTo>
                  <a:pt x="361" y="145"/>
                  <a:pt x="360" y="146"/>
                  <a:pt x="360" y="146"/>
                </a:cubicBezTo>
                <a:cubicBezTo>
                  <a:pt x="252" y="146"/>
                  <a:pt x="252" y="146"/>
                  <a:pt x="252" y="146"/>
                </a:cubicBezTo>
                <a:cubicBezTo>
                  <a:pt x="249" y="146"/>
                  <a:pt x="247" y="148"/>
                  <a:pt x="247" y="151"/>
                </a:cubicBezTo>
                <a:cubicBezTo>
                  <a:pt x="247" y="153"/>
                  <a:pt x="249" y="156"/>
                  <a:pt x="252" y="156"/>
                </a:cubicBezTo>
                <a:cubicBezTo>
                  <a:pt x="338" y="156"/>
                  <a:pt x="338" y="156"/>
                  <a:pt x="338" y="156"/>
                </a:cubicBezTo>
                <a:cubicBezTo>
                  <a:pt x="339" y="156"/>
                  <a:pt x="340" y="156"/>
                  <a:pt x="340" y="157"/>
                </a:cubicBezTo>
                <a:cubicBezTo>
                  <a:pt x="340" y="158"/>
                  <a:pt x="339" y="159"/>
                  <a:pt x="338" y="159"/>
                </a:cubicBezTo>
                <a:cubicBezTo>
                  <a:pt x="303" y="159"/>
                  <a:pt x="303" y="159"/>
                  <a:pt x="303" y="159"/>
                </a:cubicBezTo>
                <a:cubicBezTo>
                  <a:pt x="301" y="159"/>
                  <a:pt x="298" y="161"/>
                  <a:pt x="298" y="164"/>
                </a:cubicBezTo>
                <a:cubicBezTo>
                  <a:pt x="298" y="167"/>
                  <a:pt x="301" y="169"/>
                  <a:pt x="303" y="169"/>
                </a:cubicBezTo>
                <a:cubicBezTo>
                  <a:pt x="343" y="169"/>
                  <a:pt x="343" y="169"/>
                  <a:pt x="343" y="169"/>
                </a:cubicBezTo>
                <a:cubicBezTo>
                  <a:pt x="344" y="169"/>
                  <a:pt x="344" y="170"/>
                  <a:pt x="344" y="171"/>
                </a:cubicBezTo>
                <a:cubicBezTo>
                  <a:pt x="344" y="172"/>
                  <a:pt x="344" y="173"/>
                  <a:pt x="343" y="173"/>
                </a:cubicBezTo>
                <a:cubicBezTo>
                  <a:pt x="311" y="173"/>
                  <a:pt x="311" y="173"/>
                  <a:pt x="311" y="173"/>
                </a:cubicBezTo>
                <a:cubicBezTo>
                  <a:pt x="308" y="173"/>
                  <a:pt x="306" y="175"/>
                  <a:pt x="306" y="178"/>
                </a:cubicBezTo>
                <a:cubicBezTo>
                  <a:pt x="306" y="181"/>
                  <a:pt x="308" y="183"/>
                  <a:pt x="311" y="183"/>
                </a:cubicBezTo>
                <a:cubicBezTo>
                  <a:pt x="365" y="183"/>
                  <a:pt x="365" y="183"/>
                  <a:pt x="365" y="183"/>
                </a:cubicBezTo>
                <a:cubicBezTo>
                  <a:pt x="366" y="183"/>
                  <a:pt x="367" y="184"/>
                  <a:pt x="367" y="185"/>
                </a:cubicBezTo>
                <a:cubicBezTo>
                  <a:pt x="367" y="186"/>
                  <a:pt x="366" y="186"/>
                  <a:pt x="365" y="186"/>
                </a:cubicBezTo>
                <a:cubicBezTo>
                  <a:pt x="343" y="186"/>
                  <a:pt x="343" y="186"/>
                  <a:pt x="343" y="186"/>
                </a:cubicBezTo>
                <a:cubicBezTo>
                  <a:pt x="340" y="186"/>
                  <a:pt x="338" y="189"/>
                  <a:pt x="338" y="191"/>
                </a:cubicBezTo>
                <a:cubicBezTo>
                  <a:pt x="338" y="194"/>
                  <a:pt x="340" y="196"/>
                  <a:pt x="343" y="196"/>
                </a:cubicBezTo>
                <a:cubicBezTo>
                  <a:pt x="382" y="196"/>
                  <a:pt x="382" y="196"/>
                  <a:pt x="382" y="196"/>
                </a:cubicBezTo>
                <a:cubicBezTo>
                  <a:pt x="385" y="196"/>
                  <a:pt x="388" y="194"/>
                  <a:pt x="388" y="191"/>
                </a:cubicBezTo>
                <a:cubicBezTo>
                  <a:pt x="388" y="189"/>
                  <a:pt x="385" y="186"/>
                  <a:pt x="382" y="186"/>
                </a:cubicBezTo>
                <a:cubicBezTo>
                  <a:pt x="379" y="186"/>
                  <a:pt x="379" y="186"/>
                  <a:pt x="379" y="186"/>
                </a:cubicBezTo>
                <a:cubicBezTo>
                  <a:pt x="378" y="186"/>
                  <a:pt x="377" y="186"/>
                  <a:pt x="377" y="185"/>
                </a:cubicBezTo>
                <a:cubicBezTo>
                  <a:pt x="377" y="184"/>
                  <a:pt x="378" y="183"/>
                  <a:pt x="379" y="183"/>
                </a:cubicBezTo>
                <a:cubicBezTo>
                  <a:pt x="396" y="183"/>
                  <a:pt x="396" y="183"/>
                  <a:pt x="396" y="183"/>
                </a:cubicBezTo>
                <a:cubicBezTo>
                  <a:pt x="397" y="183"/>
                  <a:pt x="398" y="184"/>
                  <a:pt x="398" y="185"/>
                </a:cubicBezTo>
                <a:cubicBezTo>
                  <a:pt x="398" y="186"/>
                  <a:pt x="397" y="186"/>
                  <a:pt x="396" y="186"/>
                </a:cubicBezTo>
                <a:cubicBezTo>
                  <a:pt x="394" y="186"/>
                  <a:pt x="394" y="186"/>
                  <a:pt x="394" y="186"/>
                </a:cubicBezTo>
                <a:cubicBezTo>
                  <a:pt x="392" y="186"/>
                  <a:pt x="389" y="189"/>
                  <a:pt x="389" y="191"/>
                </a:cubicBezTo>
                <a:cubicBezTo>
                  <a:pt x="389" y="194"/>
                  <a:pt x="392" y="196"/>
                  <a:pt x="394" y="196"/>
                </a:cubicBezTo>
                <a:cubicBezTo>
                  <a:pt x="396" y="196"/>
                  <a:pt x="396" y="196"/>
                  <a:pt x="396" y="196"/>
                </a:cubicBezTo>
                <a:cubicBezTo>
                  <a:pt x="399" y="196"/>
                  <a:pt x="401" y="199"/>
                  <a:pt x="401" y="201"/>
                </a:cubicBezTo>
                <a:cubicBezTo>
                  <a:pt x="401" y="204"/>
                  <a:pt x="399" y="207"/>
                  <a:pt x="396" y="207"/>
                </a:cubicBezTo>
                <a:cubicBezTo>
                  <a:pt x="365" y="207"/>
                  <a:pt x="365" y="207"/>
                  <a:pt x="365" y="207"/>
                </a:cubicBezTo>
                <a:cubicBezTo>
                  <a:pt x="362" y="207"/>
                  <a:pt x="360" y="209"/>
                  <a:pt x="360" y="212"/>
                </a:cubicBezTo>
                <a:cubicBezTo>
                  <a:pt x="360" y="215"/>
                  <a:pt x="362" y="217"/>
                  <a:pt x="365" y="217"/>
                </a:cubicBezTo>
                <a:cubicBezTo>
                  <a:pt x="400" y="217"/>
                  <a:pt x="400" y="217"/>
                  <a:pt x="400" y="217"/>
                </a:cubicBezTo>
                <a:cubicBezTo>
                  <a:pt x="401" y="217"/>
                  <a:pt x="401" y="217"/>
                  <a:pt x="401" y="218"/>
                </a:cubicBezTo>
                <a:cubicBezTo>
                  <a:pt x="401" y="220"/>
                  <a:pt x="401" y="220"/>
                  <a:pt x="400" y="220"/>
                </a:cubicBezTo>
                <a:cubicBezTo>
                  <a:pt x="354" y="220"/>
                  <a:pt x="354" y="220"/>
                  <a:pt x="354" y="220"/>
                </a:cubicBezTo>
                <a:cubicBezTo>
                  <a:pt x="352" y="220"/>
                  <a:pt x="349" y="222"/>
                  <a:pt x="349" y="225"/>
                </a:cubicBezTo>
                <a:cubicBezTo>
                  <a:pt x="349" y="228"/>
                  <a:pt x="352" y="230"/>
                  <a:pt x="354" y="230"/>
                </a:cubicBezTo>
                <a:cubicBezTo>
                  <a:pt x="403" y="230"/>
                  <a:pt x="403" y="230"/>
                  <a:pt x="403" y="230"/>
                </a:cubicBezTo>
                <a:cubicBezTo>
                  <a:pt x="404" y="230"/>
                  <a:pt x="405" y="231"/>
                  <a:pt x="405" y="232"/>
                </a:cubicBezTo>
                <a:cubicBezTo>
                  <a:pt x="405" y="233"/>
                  <a:pt x="404" y="234"/>
                  <a:pt x="403" y="234"/>
                </a:cubicBezTo>
                <a:cubicBezTo>
                  <a:pt x="355" y="234"/>
                  <a:pt x="355" y="234"/>
                  <a:pt x="355" y="234"/>
                </a:cubicBezTo>
                <a:cubicBezTo>
                  <a:pt x="352" y="234"/>
                  <a:pt x="350" y="236"/>
                  <a:pt x="350" y="239"/>
                </a:cubicBezTo>
                <a:cubicBezTo>
                  <a:pt x="350" y="242"/>
                  <a:pt x="352" y="244"/>
                  <a:pt x="355" y="244"/>
                </a:cubicBezTo>
                <a:cubicBezTo>
                  <a:pt x="399" y="244"/>
                  <a:pt x="399" y="244"/>
                  <a:pt x="399" y="244"/>
                </a:cubicBezTo>
                <a:cubicBezTo>
                  <a:pt x="400" y="244"/>
                  <a:pt x="401" y="245"/>
                  <a:pt x="401" y="246"/>
                </a:cubicBezTo>
                <a:cubicBezTo>
                  <a:pt x="401" y="247"/>
                  <a:pt x="400" y="247"/>
                  <a:pt x="399" y="247"/>
                </a:cubicBezTo>
                <a:cubicBezTo>
                  <a:pt x="385" y="247"/>
                  <a:pt x="385" y="247"/>
                  <a:pt x="385" y="247"/>
                </a:cubicBezTo>
                <a:cubicBezTo>
                  <a:pt x="382" y="247"/>
                  <a:pt x="380" y="250"/>
                  <a:pt x="380" y="252"/>
                </a:cubicBezTo>
                <a:cubicBezTo>
                  <a:pt x="380" y="255"/>
                  <a:pt x="382" y="258"/>
                  <a:pt x="385" y="258"/>
                </a:cubicBezTo>
                <a:cubicBezTo>
                  <a:pt x="391" y="258"/>
                  <a:pt x="391" y="258"/>
                  <a:pt x="391" y="258"/>
                </a:cubicBezTo>
                <a:cubicBezTo>
                  <a:pt x="392" y="258"/>
                  <a:pt x="392" y="258"/>
                  <a:pt x="392" y="259"/>
                </a:cubicBezTo>
                <a:cubicBezTo>
                  <a:pt x="392" y="260"/>
                  <a:pt x="392" y="261"/>
                  <a:pt x="391" y="261"/>
                </a:cubicBezTo>
                <a:cubicBezTo>
                  <a:pt x="389" y="261"/>
                  <a:pt x="389" y="261"/>
                  <a:pt x="389" y="261"/>
                </a:cubicBezTo>
                <a:cubicBezTo>
                  <a:pt x="384" y="261"/>
                  <a:pt x="380" y="265"/>
                  <a:pt x="380" y="269"/>
                </a:cubicBezTo>
                <a:cubicBezTo>
                  <a:pt x="380" y="274"/>
                  <a:pt x="384" y="278"/>
                  <a:pt x="389" y="278"/>
                </a:cubicBezTo>
                <a:cubicBezTo>
                  <a:pt x="421" y="278"/>
                  <a:pt x="421" y="278"/>
                  <a:pt x="421" y="278"/>
                </a:cubicBezTo>
                <a:cubicBezTo>
                  <a:pt x="424" y="278"/>
                  <a:pt x="427" y="276"/>
                  <a:pt x="427" y="273"/>
                </a:cubicBezTo>
                <a:cubicBezTo>
                  <a:pt x="427" y="270"/>
                  <a:pt x="424" y="268"/>
                  <a:pt x="421" y="268"/>
                </a:cubicBezTo>
                <a:cubicBezTo>
                  <a:pt x="416" y="268"/>
                  <a:pt x="416" y="268"/>
                  <a:pt x="416" y="268"/>
                </a:cubicBezTo>
                <a:cubicBezTo>
                  <a:pt x="415" y="268"/>
                  <a:pt x="414" y="267"/>
                  <a:pt x="414" y="266"/>
                </a:cubicBezTo>
                <a:cubicBezTo>
                  <a:pt x="414" y="265"/>
                  <a:pt x="415" y="264"/>
                  <a:pt x="416" y="264"/>
                </a:cubicBezTo>
                <a:cubicBezTo>
                  <a:pt x="430" y="264"/>
                  <a:pt x="430" y="264"/>
                  <a:pt x="430" y="264"/>
                </a:cubicBezTo>
                <a:cubicBezTo>
                  <a:pt x="432" y="264"/>
                  <a:pt x="435" y="262"/>
                  <a:pt x="435" y="259"/>
                </a:cubicBezTo>
                <a:cubicBezTo>
                  <a:pt x="435" y="256"/>
                  <a:pt x="432" y="254"/>
                  <a:pt x="430" y="254"/>
                </a:cubicBezTo>
                <a:cubicBezTo>
                  <a:pt x="423" y="254"/>
                  <a:pt x="423" y="254"/>
                  <a:pt x="423" y="254"/>
                </a:cubicBezTo>
                <a:cubicBezTo>
                  <a:pt x="422" y="254"/>
                  <a:pt x="422" y="253"/>
                  <a:pt x="422" y="252"/>
                </a:cubicBezTo>
                <a:cubicBezTo>
                  <a:pt x="422" y="251"/>
                  <a:pt x="422" y="251"/>
                  <a:pt x="423" y="251"/>
                </a:cubicBezTo>
                <a:cubicBezTo>
                  <a:pt x="434" y="251"/>
                  <a:pt x="434" y="251"/>
                  <a:pt x="434" y="251"/>
                </a:cubicBezTo>
                <a:cubicBezTo>
                  <a:pt x="437" y="251"/>
                  <a:pt x="439" y="248"/>
                  <a:pt x="439" y="246"/>
                </a:cubicBezTo>
                <a:cubicBezTo>
                  <a:pt x="439" y="243"/>
                  <a:pt x="437" y="241"/>
                  <a:pt x="434" y="241"/>
                </a:cubicBezTo>
                <a:cubicBezTo>
                  <a:pt x="422" y="240"/>
                  <a:pt x="422" y="240"/>
                  <a:pt x="422" y="240"/>
                </a:cubicBezTo>
                <a:cubicBezTo>
                  <a:pt x="421" y="240"/>
                  <a:pt x="420" y="240"/>
                  <a:pt x="420" y="239"/>
                </a:cubicBezTo>
                <a:cubicBezTo>
                  <a:pt x="420" y="238"/>
                  <a:pt x="421" y="237"/>
                  <a:pt x="422" y="237"/>
                </a:cubicBezTo>
                <a:cubicBezTo>
                  <a:pt x="442" y="237"/>
                  <a:pt x="442" y="237"/>
                  <a:pt x="442" y="237"/>
                </a:cubicBezTo>
                <a:cubicBezTo>
                  <a:pt x="458" y="237"/>
                  <a:pt x="472" y="224"/>
                  <a:pt x="473" y="209"/>
                </a:cubicBezTo>
                <a:cubicBezTo>
                  <a:pt x="475" y="208"/>
                  <a:pt x="476" y="206"/>
                  <a:pt x="476" y="205"/>
                </a:cubicBezTo>
                <a:cubicBezTo>
                  <a:pt x="476" y="202"/>
                  <a:pt x="474" y="200"/>
                  <a:pt x="471" y="20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846" tIns="45423" rIns="90846" bIns="45423" numCol="1" anchor="t" anchorCtr="0" compatLnSpc="1">
            <a:prstTxWarp prst="textNoShape">
              <a:avLst/>
            </a:prstTxWarp>
          </a:bodyPr>
          <a:lstStyle/>
          <a:p>
            <a:pPr defTabSz="926620"/>
            <a:endParaRPr lang="en-US" sz="1789">
              <a:solidFill>
                <a:srgbClr val="353535"/>
              </a:solidFill>
            </a:endParaRPr>
          </a:p>
        </p:txBody>
      </p:sp>
    </p:spTree>
    <p:extLst>
      <p:ext uri="{BB962C8B-B14F-4D97-AF65-F5344CB8AC3E}">
        <p14:creationId xmlns:p14="http://schemas.microsoft.com/office/powerpoint/2010/main" val="31043776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427">
          <p15:clr>
            <a:srgbClr val="FBAE4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05143"/>
            <a:ext cx="11888787" cy="2293654"/>
          </a:xfrm>
        </p:spPr>
        <p:txBody>
          <a:bodyPr>
            <a:spAutoFit/>
          </a:bodyPr>
          <a:lstStyle>
            <a:lvl1pPr marL="0" indent="0">
              <a:buNone/>
              <a:defRPr/>
            </a:lvl1pPr>
            <a:lvl2pPr marL="227100" indent="0">
              <a:buNone/>
              <a:defRPr/>
            </a:lvl2pPr>
            <a:lvl3pPr marL="454199" indent="0">
              <a:buNone/>
              <a:defRPr/>
            </a:lvl3pPr>
            <a:lvl4pPr marL="681299" indent="0">
              <a:buNone/>
              <a:defRPr/>
            </a:lvl4pPr>
            <a:lvl5pPr marL="908398"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56881958"/>
      </p:ext>
    </p:extLst>
  </p:cSld>
  <p:clrMapOvr>
    <a:masterClrMapping/>
  </p:clrMapOvr>
  <p:transition>
    <p:fade/>
  </p:transition>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3" y="1203590"/>
            <a:ext cx="11888787" cy="22970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89098438"/>
      </p:ext>
    </p:extLst>
  </p:cSld>
  <p:clrMapOvr>
    <a:masterClrMapping/>
  </p:clrMapOvr>
  <p:transition>
    <p:fade/>
  </p:transition>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89"/>
            <a:ext cx="5486399" cy="2143803"/>
          </a:xfrm>
        </p:spPr>
        <p:txBody>
          <a:bodyPr wrap="square">
            <a:spAutoFit/>
          </a:bodyPr>
          <a:lstStyle>
            <a:lvl1pPr marL="0" indent="0">
              <a:spcBef>
                <a:spcPts val="1216"/>
              </a:spcBef>
              <a:buClr>
                <a:schemeClr val="tx1"/>
              </a:buClr>
              <a:buFont typeface="Wingdings" panose="05000000000000000000" pitchFamily="2" charset="2"/>
              <a:buNone/>
              <a:defRPr sz="2980" b="0">
                <a:latin typeface="+mn-lt"/>
              </a:defRPr>
            </a:lvl1pPr>
            <a:lvl2pPr marL="253910" indent="0">
              <a:buFont typeface="Wingdings" panose="05000000000000000000" pitchFamily="2" charset="2"/>
              <a:buNone/>
              <a:defRPr sz="2385" b="0"/>
            </a:lvl2pPr>
            <a:lvl3pPr marL="447890" indent="0">
              <a:buFont typeface="Wingdings" panose="05000000000000000000" pitchFamily="2" charset="2"/>
              <a:buNone/>
              <a:tabLst/>
              <a:defRPr sz="2186" b="0"/>
            </a:lvl3pPr>
            <a:lvl4pPr marL="648179" indent="0">
              <a:buFont typeface="Wingdings" panose="05000000000000000000" pitchFamily="2" charset="2"/>
              <a:buNone/>
              <a:defRPr sz="2186" b="0"/>
            </a:lvl4pPr>
            <a:lvl5pPr marL="848469" indent="0">
              <a:buFont typeface="Wingdings" panose="05000000000000000000" pitchFamily="2" charset="2"/>
              <a:buNone/>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3589"/>
            <a:ext cx="5486399" cy="2484353"/>
          </a:xfrm>
        </p:spPr>
        <p:txBody>
          <a:bodyPr wrap="square">
            <a:spAutoFit/>
          </a:bodyPr>
          <a:lstStyle>
            <a:lvl1pPr marL="0" indent="0">
              <a:spcBef>
                <a:spcPts val="1216"/>
              </a:spcBef>
              <a:buClr>
                <a:schemeClr val="tx1"/>
              </a:buClr>
              <a:buFont typeface="Arial" panose="020B0604020202020204" pitchFamily="34" charset="0"/>
              <a:buNone/>
              <a:defRPr lang="en-US" sz="2980" b="0" kern="1200" spc="0" baseline="0" dirty="0">
                <a:gradFill>
                  <a:gsLst>
                    <a:gs pos="1250">
                      <a:schemeClr val="tx1"/>
                    </a:gs>
                    <a:gs pos="100000">
                      <a:schemeClr val="tx1"/>
                    </a:gs>
                  </a:gsLst>
                  <a:lin ang="5400000" scaled="0"/>
                </a:gradFill>
                <a:latin typeface="+mn-lt"/>
                <a:ea typeface="+mn-ea"/>
                <a:cs typeface="+mn-cs"/>
              </a:defRPr>
            </a:lvl1pPr>
            <a:lvl2pPr marL="253910" indent="0">
              <a:buFont typeface="Arial" panose="020B0604020202020204" pitchFamily="34" charset="0"/>
              <a:buNone/>
              <a:defRPr lang="en-US" sz="2385" b="0" kern="1200" spc="0" baseline="0" dirty="0">
                <a:gradFill>
                  <a:gsLst>
                    <a:gs pos="1250">
                      <a:schemeClr val="tx1"/>
                    </a:gs>
                    <a:gs pos="100000">
                      <a:schemeClr val="tx1"/>
                    </a:gs>
                  </a:gsLst>
                  <a:lin ang="5400000" scaled="0"/>
                </a:gradFill>
                <a:latin typeface="+mn-lt"/>
                <a:ea typeface="+mn-ea"/>
                <a:cs typeface="+mn-cs"/>
              </a:defRPr>
            </a:lvl2pPr>
            <a:lvl3pPr marL="447890"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3pPr>
            <a:lvl4pPr marL="648179" indent="0">
              <a:buFont typeface="Arial" panose="020B0604020202020204" pitchFamily="34" charset="0"/>
              <a:buNone/>
              <a:defRPr lang="en-US" sz="2186" b="0" kern="1200" spc="0" baseline="0" dirty="0">
                <a:gradFill>
                  <a:gsLst>
                    <a:gs pos="1250">
                      <a:schemeClr val="tx1"/>
                    </a:gs>
                    <a:gs pos="100000">
                      <a:schemeClr val="tx1"/>
                    </a:gs>
                  </a:gsLst>
                  <a:lin ang="5400000" scaled="0"/>
                </a:gradFill>
                <a:latin typeface="+mn-lt"/>
                <a:ea typeface="+mn-ea"/>
                <a:cs typeface="+mn-cs"/>
              </a:defRPr>
            </a:lvl4pPr>
            <a:lvl5pPr marL="848469"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510974" marR="0" lvl="0" indent="-510974" algn="l" defTabSz="926620" rtl="0" eaLnBrk="1" fontAlgn="auto" latinLnBrk="0" hangingPunct="1">
              <a:lnSpc>
                <a:spcPct val="90000"/>
              </a:lnSpc>
              <a:spcBef>
                <a:spcPts val="1216"/>
              </a:spcBef>
              <a:spcAft>
                <a:spcPts val="0"/>
              </a:spcAft>
              <a:buClr>
                <a:schemeClr val="tx1"/>
              </a:buClr>
              <a:buSzPct val="90000"/>
              <a:tabLst/>
            </a:pPr>
            <a:r>
              <a:rPr lang="en-US"/>
              <a:t>Click to edit Master text styles</a:t>
            </a:r>
          </a:p>
          <a:p>
            <a:pPr marL="510974" marR="0" lvl="1" indent="-510974" algn="l" defTabSz="926620" rtl="0" eaLnBrk="1" fontAlgn="auto" latinLnBrk="0" hangingPunct="1">
              <a:lnSpc>
                <a:spcPct val="90000"/>
              </a:lnSpc>
              <a:spcBef>
                <a:spcPts val="1216"/>
              </a:spcBef>
              <a:spcAft>
                <a:spcPts val="0"/>
              </a:spcAft>
              <a:buClr>
                <a:schemeClr val="tx1"/>
              </a:buClr>
              <a:buSzPct val="90000"/>
              <a:tabLst/>
            </a:pPr>
            <a:r>
              <a:rPr lang="en-US"/>
              <a:t>Second level</a:t>
            </a:r>
          </a:p>
          <a:p>
            <a:pPr marL="510974" marR="0" lvl="2" indent="-510974" algn="l" defTabSz="926620" rtl="0" eaLnBrk="1" fontAlgn="auto" latinLnBrk="0" hangingPunct="1">
              <a:lnSpc>
                <a:spcPct val="90000"/>
              </a:lnSpc>
              <a:spcBef>
                <a:spcPts val="1216"/>
              </a:spcBef>
              <a:spcAft>
                <a:spcPts val="0"/>
              </a:spcAft>
              <a:buClr>
                <a:schemeClr val="tx1"/>
              </a:buClr>
              <a:buSzPct val="90000"/>
              <a:tabLst/>
            </a:pPr>
            <a:r>
              <a:rPr lang="en-US"/>
              <a:t>Third level</a:t>
            </a:r>
          </a:p>
          <a:p>
            <a:pPr marL="510974" marR="0" lvl="3" indent="-510974" algn="l" defTabSz="926620" rtl="0" eaLnBrk="1" fontAlgn="auto" latinLnBrk="0" hangingPunct="1">
              <a:lnSpc>
                <a:spcPct val="90000"/>
              </a:lnSpc>
              <a:spcBef>
                <a:spcPts val="1216"/>
              </a:spcBef>
              <a:spcAft>
                <a:spcPts val="0"/>
              </a:spcAft>
              <a:buClr>
                <a:schemeClr val="tx1"/>
              </a:buClr>
              <a:buSzPct val="90000"/>
              <a:tabLst/>
            </a:pPr>
            <a:r>
              <a:rPr lang="en-US"/>
              <a:t>Fourth level</a:t>
            </a:r>
          </a:p>
          <a:p>
            <a:pPr marL="510974" marR="0" lvl="4" indent="-510974" algn="l" defTabSz="926620" rtl="0" eaLnBrk="1" fontAlgn="auto" latinLnBrk="0" hangingPunct="1">
              <a:lnSpc>
                <a:spcPct val="90000"/>
              </a:lnSpc>
              <a:spcBef>
                <a:spcPts val="1216"/>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3641185109"/>
      </p:ext>
    </p:extLst>
  </p:cSld>
  <p:clrMapOvr>
    <a:masterClrMapping/>
  </p:clrMapOvr>
  <p:transition>
    <p:fade/>
  </p:transition>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89"/>
            <a:ext cx="5486399" cy="2143803"/>
          </a:xfrm>
        </p:spPr>
        <p:txBody>
          <a:bodyPr wrap="square">
            <a:spAutoFit/>
          </a:bodyPr>
          <a:lstStyle>
            <a:lvl1pPr marL="230254" indent="-230254">
              <a:spcBef>
                <a:spcPts val="1216"/>
              </a:spcBef>
              <a:buClr>
                <a:schemeClr val="tx1"/>
              </a:buClr>
              <a:buFont typeface="Wingdings" panose="05000000000000000000" pitchFamily="2" charset="2"/>
              <a:buChar char=""/>
              <a:defRPr sz="2980" b="0">
                <a:latin typeface="+mn-lt"/>
              </a:defRPr>
            </a:lvl1pPr>
            <a:lvl2pPr marL="424235" indent="-170324">
              <a:buFont typeface="Wingdings" panose="05000000000000000000" pitchFamily="2" charset="2"/>
              <a:buChar char=""/>
              <a:defRPr sz="2385" b="0"/>
            </a:lvl2pPr>
            <a:lvl3pPr marL="635564" indent="-187673">
              <a:buFont typeface="Wingdings" panose="05000000000000000000" pitchFamily="2" charset="2"/>
              <a:buChar char=""/>
              <a:tabLst/>
              <a:defRPr sz="2186" b="0"/>
            </a:lvl3pPr>
            <a:lvl4pPr marL="823235" indent="-175057">
              <a:buFont typeface="Wingdings" panose="05000000000000000000" pitchFamily="2" charset="2"/>
              <a:buChar char=""/>
              <a:defRPr sz="2186" b="0"/>
            </a:lvl4pPr>
            <a:lvl5pPr marL="1017216" indent="-168748">
              <a:buFont typeface="Wingdings" panose="05000000000000000000" pitchFamily="2" charset="2"/>
              <a:buChar char=""/>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3589"/>
            <a:ext cx="5486399" cy="2484353"/>
          </a:xfrm>
        </p:spPr>
        <p:txBody>
          <a:bodyPr wrap="square">
            <a:spAutoFit/>
          </a:bodyPr>
          <a:lstStyle>
            <a:lvl1pPr marL="285451" indent="-285451">
              <a:spcBef>
                <a:spcPts val="1216"/>
              </a:spcBef>
              <a:buClr>
                <a:schemeClr val="tx1"/>
              </a:buClr>
              <a:buFont typeface="Arial" pitchFamily="34" charset="0"/>
              <a:buChar char="•"/>
              <a:defRPr lang="en-US" sz="2980" b="0" kern="1200" spc="0" baseline="0" dirty="0">
                <a:gradFill>
                  <a:gsLst>
                    <a:gs pos="1250">
                      <a:schemeClr val="tx1"/>
                    </a:gs>
                    <a:gs pos="100000">
                      <a:schemeClr val="tx1"/>
                    </a:gs>
                  </a:gsLst>
                  <a:lin ang="5400000" scaled="0"/>
                </a:gradFill>
                <a:latin typeface="+mn-lt"/>
                <a:ea typeface="+mn-ea"/>
                <a:cs typeface="+mn-cs"/>
              </a:defRPr>
            </a:lvl1pPr>
            <a:lvl2pPr marL="594560" indent="-340649">
              <a:defRPr lang="en-US" sz="2385" b="0" kern="1200" spc="0" baseline="0" dirty="0">
                <a:gradFill>
                  <a:gsLst>
                    <a:gs pos="1250">
                      <a:schemeClr val="tx1"/>
                    </a:gs>
                    <a:gs pos="100000">
                      <a:schemeClr val="tx1"/>
                    </a:gs>
                  </a:gsLst>
                  <a:lin ang="5400000" scaled="0"/>
                </a:gradFill>
                <a:latin typeface="+mn-lt"/>
                <a:ea typeface="+mn-ea"/>
                <a:cs typeface="+mn-cs"/>
              </a:defRPr>
            </a:lvl2pPr>
            <a:lvl3pPr marL="788540" indent="-340649">
              <a:tabLst/>
              <a:defRPr lang="en-US" sz="2186" b="0" kern="1200" spc="0" baseline="0" dirty="0">
                <a:gradFill>
                  <a:gsLst>
                    <a:gs pos="1250">
                      <a:schemeClr val="tx1"/>
                    </a:gs>
                    <a:gs pos="100000">
                      <a:schemeClr val="tx1"/>
                    </a:gs>
                  </a:gsLst>
                  <a:lin ang="5400000" scaled="0"/>
                </a:gradFill>
                <a:latin typeface="+mn-lt"/>
                <a:ea typeface="+mn-ea"/>
                <a:cs typeface="+mn-cs"/>
              </a:defRPr>
            </a:lvl3pPr>
            <a:lvl4pPr marL="988828" indent="-340649">
              <a:defRPr lang="en-US" sz="2186" b="0" kern="1200" spc="0" baseline="0" dirty="0">
                <a:gradFill>
                  <a:gsLst>
                    <a:gs pos="1250">
                      <a:schemeClr val="tx1"/>
                    </a:gs>
                    <a:gs pos="100000">
                      <a:schemeClr val="tx1"/>
                    </a:gs>
                  </a:gsLst>
                  <a:lin ang="5400000" scaled="0"/>
                </a:gradFill>
                <a:latin typeface="+mn-lt"/>
                <a:ea typeface="+mn-ea"/>
                <a:cs typeface="+mn-cs"/>
              </a:defRPr>
            </a:lvl4pPr>
            <a:lvl5pPr marL="1189118" indent="-340649">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230254" marR="0" lvl="0"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Click to edit Master text styles</a:t>
            </a:r>
          </a:p>
          <a:p>
            <a:pPr marL="230254" marR="0" lvl="1"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Second level</a:t>
            </a:r>
          </a:p>
          <a:p>
            <a:pPr marL="230254" marR="0" lvl="2"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Third level</a:t>
            </a:r>
          </a:p>
          <a:p>
            <a:pPr marL="230254" marR="0" lvl="3"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Fourth level</a:t>
            </a:r>
          </a:p>
          <a:p>
            <a:pPr marL="230254" marR="0" lvl="4"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41940919"/>
      </p:ext>
    </p:extLst>
  </p:cSld>
  <p:clrMapOvr>
    <a:masterClrMapping/>
  </p:clrMapOvr>
  <p:transition>
    <p:fade/>
  </p:transition>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772377406"/>
      </p:ext>
    </p:extLst>
  </p:cSld>
  <p:clrMapOvr>
    <a:masterClrMapping/>
  </p:clrMapOvr>
  <p:transition>
    <p:fade/>
  </p:transition>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Dem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12169"/>
            <a:ext cx="10056812" cy="1174351"/>
          </a:xfrm>
          <a:noFill/>
        </p:spPr>
        <p:txBody>
          <a:bodyPr tIns="91440" bIns="91440" anchor="t" anchorCtr="0">
            <a:spAutoFit/>
          </a:bodyPr>
          <a:lstStyle>
            <a:lvl1pPr>
              <a:defRPr sz="7153" spc="-99" baseline="0">
                <a:gradFill>
                  <a:gsLst>
                    <a:gs pos="0">
                      <a:schemeClr val="tx1"/>
                    </a:gs>
                    <a:gs pos="100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39" y="3929333"/>
            <a:ext cx="10058401" cy="733970"/>
          </a:xfrm>
          <a:noFill/>
        </p:spPr>
        <p:txBody>
          <a:bodyPr lIns="182880" tIns="146304" rIns="182880" bIns="146304">
            <a:spAutoFit/>
          </a:bodyPr>
          <a:lstStyle>
            <a:lvl1pPr marL="0" indent="0">
              <a:spcBef>
                <a:spcPts val="0"/>
              </a:spcBef>
              <a:buNone/>
              <a:defRPr sz="3179" spc="0" baseline="0">
                <a:gradFill>
                  <a:gsLst>
                    <a:gs pos="0">
                      <a:schemeClr val="tx1"/>
                    </a:gs>
                    <a:gs pos="10000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32517297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69"/>
            <a:ext cx="10056812" cy="1174351"/>
          </a:xfrm>
          <a:noFill/>
        </p:spPr>
        <p:txBody>
          <a:bodyPr tIns="91440" bIns="91440" anchor="t" anchorCtr="0">
            <a:spAutoFit/>
          </a:bodyPr>
          <a:lstStyle>
            <a:lvl1pPr>
              <a:defRPr lang="en-US" sz="7153" b="0" kern="1200" cap="none" spc="-99"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Video title</a:t>
            </a:r>
          </a:p>
        </p:txBody>
      </p:sp>
    </p:spTree>
    <p:extLst>
      <p:ext uri="{BB962C8B-B14F-4D97-AF65-F5344CB8AC3E}">
        <p14:creationId xmlns:p14="http://schemas.microsoft.com/office/powerpoint/2010/main" val="33628849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158045408"/>
      </p:ext>
    </p:extLst>
  </p:cSld>
  <p:clrMapOvr>
    <a:masterClrMapping/>
  </p:clrMapOvr>
  <p:transition>
    <p:fade/>
  </p:transition>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1642863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quare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722719"/>
            <a:ext cx="4892040" cy="1504638"/>
          </a:xfrm>
        </p:spPr>
        <p:txBody>
          <a:bodyPr wrap="square" anchor="ctr">
            <a:spAutoFit/>
          </a:bodyPr>
          <a:lstStyle>
            <a:lvl1pPr>
              <a:defRPr sz="4768" baseline="0">
                <a:gradFill>
                  <a:gsLst>
                    <a:gs pos="1250">
                      <a:schemeClr val="tx1"/>
                    </a:gs>
                    <a:gs pos="100000">
                      <a:schemeClr val="tx1"/>
                    </a:gs>
                  </a:gsLst>
                  <a:lin ang="5400000" scaled="0"/>
                </a:gradFill>
              </a:defRPr>
            </a:lvl1pPr>
          </a:lstStyle>
          <a:p>
            <a:r>
              <a:rPr lang="en-US"/>
              <a:t>Square photo layout</a:t>
            </a:r>
          </a:p>
        </p:txBody>
      </p:sp>
      <p:sp>
        <p:nvSpPr>
          <p:cNvPr id="6" name="Picture Placeholder 4"/>
          <p:cNvSpPr>
            <a:spLocks noGrp="1" noChangeAspect="1"/>
          </p:cNvSpPr>
          <p:nvPr>
            <p:ph type="pic" sz="quarter" idx="10"/>
          </p:nvPr>
        </p:nvSpPr>
        <p:spPr bwMode="ltGray">
          <a:xfrm>
            <a:off x="5441315" y="0"/>
            <a:ext cx="6995160" cy="6948149"/>
          </a:xfrm>
          <a:prstGeom prst="rect">
            <a:avLst/>
          </a:prstGeom>
          <a:blipFill>
            <a:blip r:embed="rId2"/>
            <a:stretch>
              <a:fillRect/>
            </a:stretch>
          </a:blipFill>
        </p:spPr>
        <p:txBody>
          <a:bodyPr tIns="548640" anchor="ctr" anchorCtr="0">
            <a:noAutofit/>
          </a:bodyPr>
          <a:lstStyle>
            <a:lvl1pPr marL="0" indent="0" algn="ctr">
              <a:buNone/>
              <a:defRPr sz="1589"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570365599"/>
      </p:ext>
    </p:extLst>
  </p:cSld>
  <p:clrMapOvr>
    <a:masterClrMapping/>
  </p:clrMapOvr>
  <p:transition>
    <p:fade/>
  </p:transition>
  <p:extLst>
    <p:ext uri="{DCECCB84-F9BA-43D5-87BE-67443E8EF086}">
      <p15:sldGuideLst xmlns:p15="http://schemas.microsoft.com/office/powerpoint/2012/main">
        <p15:guide id="1" pos="3427">
          <p15:clr>
            <a:srgbClr val="FBAE4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1949070"/>
      </p:ext>
    </p:extLst>
  </p:cSld>
  <p:clrMapOvr>
    <a:masterClrMapping/>
  </p:clrMapOvr>
  <p:transition>
    <p:fade/>
  </p:transition>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Blank Accent Color 1">
    <p:bg>
      <p:bgPr>
        <a:solidFill>
          <a:schemeClr val="accent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999244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36" tIns="46336" rIns="46336" bIns="46336" numCol="1" spcCol="0" rtlCol="0" fromWordArt="0" anchor="ctr" anchorCtr="0" forceAA="0" compatLnSpc="1">
            <a:prstTxWarp prst="textNoShape">
              <a:avLst/>
            </a:prstTxWarp>
            <a:noAutofit/>
          </a:bodyPr>
          <a:lstStyle/>
          <a:p>
            <a:pPr algn="ctr" defTabSz="926351"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13397"/>
            <a:ext cx="11887199" cy="2255750"/>
          </a:xfrm>
        </p:spPr>
        <p:txBody>
          <a:bodyPr/>
          <a:lstStyle>
            <a:lvl1pPr marL="0" indent="0">
              <a:buNone/>
              <a:defRPr sz="3278">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1pPr>
            <a:lvl2pPr marL="344278"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2pPr>
            <a:lvl3pPr marL="580769"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3pPr>
            <a:lvl4pPr marL="809216"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4pPr>
            <a:lvl5pPr marL="1044098"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27896038"/>
      </p:ext>
    </p:extLst>
  </p:cSld>
  <p:clrMapOvr>
    <a:masterClrMapping/>
  </p:clrMapOvr>
  <p:transition>
    <p:fade/>
  </p:transition>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chemeClr val="accent1"/>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181077"/>
            <a:ext cx="4572000" cy="474022"/>
          </a:xfrm>
          <a:prstGeom prst="rect">
            <a:avLst/>
          </a:prstGeom>
          <a:noFill/>
          <a:ln w="12700">
            <a:noFill/>
            <a:miter lim="800000"/>
            <a:headEnd type="none" w="sm" len="sm"/>
            <a:tailEnd type="none" w="sm" len="sm"/>
          </a:ln>
          <a:effectLst/>
        </p:spPr>
        <p:txBody>
          <a:bodyPr vert="horz" wrap="square" lIns="181692" tIns="181692" rIns="181692" bIns="181692" numCol="1" anchor="t" anchorCtr="0" compatLnSpc="1">
            <a:prstTxWarp prst="textNoShape">
              <a:avLst/>
            </a:prstTxWarp>
            <a:spAutoFit/>
          </a:bodyPr>
          <a:lstStyle/>
          <a:p>
            <a:pPr defTabSz="926171" eaLnBrk="0" hangingPunct="0"/>
            <a:r>
              <a:rPr lang="en-US" sz="695">
                <a:gradFill>
                  <a:gsLst>
                    <a:gs pos="0">
                      <a:srgbClr val="FFFFFF"/>
                    </a:gs>
                    <a:gs pos="100000">
                      <a:srgbClr val="FFFFFF"/>
                    </a:gs>
                  </a:gsLst>
                  <a:lin ang="5400000" scaled="0"/>
                </a:gradFill>
                <a:cs typeface="Segoe UI" pitchFamily="34" charset="0"/>
              </a:rPr>
              <a:t>© Copyright Microsoft Corporation. All rights reserved. </a:t>
            </a:r>
          </a:p>
        </p:txBody>
      </p:sp>
      <p:pic>
        <p:nvPicPr>
          <p:cNvPr id="8" name="Picture 7"/>
          <p:cNvPicPr>
            <a:picLocks noChangeAspect="1"/>
          </p:cNvPicPr>
          <p:nvPr userDrawn="1"/>
        </p:nvPicPr>
        <p:blipFill>
          <a:blip r:embed="rId2"/>
          <a:stretch>
            <a:fillRect/>
          </a:stretch>
        </p:blipFill>
        <p:spPr bwMode="black">
          <a:xfrm>
            <a:off x="457200" y="478025"/>
            <a:ext cx="1483418" cy="308921"/>
          </a:xfrm>
          <a:prstGeom prst="rect">
            <a:avLst/>
          </a:prstGeom>
        </p:spPr>
      </p:pic>
    </p:spTree>
    <p:extLst>
      <p:ext uri="{BB962C8B-B14F-4D97-AF65-F5344CB8AC3E}">
        <p14:creationId xmlns:p14="http://schemas.microsoft.com/office/powerpoint/2010/main" val="3850027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3"/>
            <a:ext cx="11887200" cy="2428216"/>
          </a:xfrm>
          <a:prstGeom prst="rect">
            <a:avLst/>
          </a:prstGeom>
        </p:spPr>
        <p:txBody>
          <a:bodyPr/>
          <a:lstStyle>
            <a:lvl1pPr marL="288606" indent="-288606">
              <a:buClr>
                <a:schemeClr val="tx1"/>
              </a:buClr>
              <a:buSzPct val="90000"/>
              <a:buFont typeface="Arial" pitchFamily="34" charset="0"/>
              <a:buChar char="•"/>
              <a:defRPr sz="35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748" indent="-279144">
              <a:buClr>
                <a:schemeClr val="tx1"/>
              </a:buClr>
              <a:buSzPct val="90000"/>
              <a:buFont typeface="Arial" pitchFamily="34" charset="0"/>
              <a:buChar char="•"/>
              <a:defRPr sz="3179">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354" indent="-288606">
              <a:buClr>
                <a:schemeClr val="tx1"/>
              </a:buClr>
              <a:buSzPct val="90000"/>
              <a:buFont typeface="Arial" pitchFamily="34" charset="0"/>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454" indent="-227100">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554" indent="-227100">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2" y="6322639"/>
            <a:ext cx="12436476" cy="627437"/>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676"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4095517942"/>
      </p:ext>
    </p:extLst>
  </p:cSld>
  <p:clrMapOvr>
    <a:masterClrMapping/>
  </p:clrMapOvr>
  <p:transition>
    <p:fade/>
  </p:transition>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p:cSld name="Walkin (event name)">
    <p:bg>
      <p:bgPr>
        <a:solidFill>
          <a:schemeClr val="accent1"/>
        </a:solidFill>
        <a:effectLst/>
      </p:bgPr>
    </p:bg>
    <p:spTree>
      <p:nvGrpSpPr>
        <p:cNvPr id="1" name=""/>
        <p:cNvGrpSpPr/>
        <p:nvPr/>
      </p:nvGrpSpPr>
      <p:grpSpPr>
        <a:xfrm>
          <a:off x="0" y="0"/>
          <a:ext cx="0" cy="0"/>
          <a:chOff x="0" y="0"/>
          <a:chExt cx="0" cy="0"/>
        </a:xfrm>
      </p:grpSpPr>
      <p:sp>
        <p:nvSpPr>
          <p:cNvPr id="105" name="Freeform: Shape 104"/>
          <p:cNvSpPr>
            <a:spLocks/>
          </p:cNvSpPr>
          <p:nvPr/>
        </p:nvSpPr>
        <p:spPr bwMode="gray">
          <a:xfrm>
            <a:off x="353" y="4224211"/>
            <a:ext cx="12436123" cy="2725865"/>
          </a:xfrm>
          <a:custGeom>
            <a:avLst/>
            <a:gdLst>
              <a:gd name="connsiteX0" fmla="*/ 5679089 w 12449404"/>
              <a:gd name="connsiteY0" fmla="*/ 0 h 2048448"/>
              <a:gd name="connsiteX1" fmla="*/ 6408130 w 12449404"/>
              <a:gd name="connsiteY1" fmla="*/ 0 h 2048448"/>
              <a:gd name="connsiteX2" fmla="*/ 6408130 w 12449404"/>
              <a:gd name="connsiteY2" fmla="*/ 578198 h 2048448"/>
              <a:gd name="connsiteX3" fmla="*/ 6867090 w 12449404"/>
              <a:gd name="connsiteY3" fmla="*/ 606386 h 2048448"/>
              <a:gd name="connsiteX4" fmla="*/ 7118635 w 12449404"/>
              <a:gd name="connsiteY4" fmla="*/ 606386 h 2048448"/>
              <a:gd name="connsiteX5" fmla="*/ 7118635 w 12449404"/>
              <a:gd name="connsiteY5" fmla="*/ 483901 h 2048448"/>
              <a:gd name="connsiteX6" fmla="*/ 7128240 w 12449404"/>
              <a:gd name="connsiteY6" fmla="*/ 483901 h 2048448"/>
              <a:gd name="connsiteX7" fmla="*/ 7128240 w 12449404"/>
              <a:gd name="connsiteY7" fmla="*/ 225552 h 2048448"/>
              <a:gd name="connsiteX8" fmla="*/ 7501176 w 12449404"/>
              <a:gd name="connsiteY8" fmla="*/ 225552 h 2048448"/>
              <a:gd name="connsiteX9" fmla="*/ 7501176 w 12449404"/>
              <a:gd name="connsiteY9" fmla="*/ 339268 h 2048448"/>
              <a:gd name="connsiteX10" fmla="*/ 7539643 w 12449404"/>
              <a:gd name="connsiteY10" fmla="*/ 339268 h 2048448"/>
              <a:gd name="connsiteX11" fmla="*/ 7539643 w 12449404"/>
              <a:gd name="connsiteY11" fmla="*/ 483901 h 2048448"/>
              <a:gd name="connsiteX12" fmla="*/ 7646440 w 12449404"/>
              <a:gd name="connsiteY12" fmla="*/ 483901 h 2048448"/>
              <a:gd name="connsiteX13" fmla="*/ 7646440 w 12449404"/>
              <a:gd name="connsiteY13" fmla="*/ 643969 h 2048448"/>
              <a:gd name="connsiteX14" fmla="*/ 8043905 w 12449404"/>
              <a:gd name="connsiteY14" fmla="*/ 643969 h 2048448"/>
              <a:gd name="connsiteX15" fmla="*/ 8043905 w 12449404"/>
              <a:gd name="connsiteY15" fmla="*/ 744644 h 2048448"/>
              <a:gd name="connsiteX16" fmla="*/ 8497281 w 12449404"/>
              <a:gd name="connsiteY16" fmla="*/ 744644 h 2048448"/>
              <a:gd name="connsiteX17" fmla="*/ 8497281 w 12449404"/>
              <a:gd name="connsiteY17" fmla="*/ 777377 h 2048448"/>
              <a:gd name="connsiteX18" fmla="*/ 8516897 w 12449404"/>
              <a:gd name="connsiteY18" fmla="*/ 777377 h 2048448"/>
              <a:gd name="connsiteX19" fmla="*/ 8516897 w 12449404"/>
              <a:gd name="connsiteY19" fmla="*/ 965361 h 2048448"/>
              <a:gd name="connsiteX20" fmla="*/ 8865577 w 12449404"/>
              <a:gd name="connsiteY20" fmla="*/ 965361 h 2048448"/>
              <a:gd name="connsiteX21" fmla="*/ 8865577 w 12449404"/>
              <a:gd name="connsiteY21" fmla="*/ 525721 h 2048448"/>
              <a:gd name="connsiteX22" fmla="*/ 8968665 w 12449404"/>
              <a:gd name="connsiteY22" fmla="*/ 525721 h 2048448"/>
              <a:gd name="connsiteX23" fmla="*/ 8968665 w 12449404"/>
              <a:gd name="connsiteY23" fmla="*/ 386248 h 2048448"/>
              <a:gd name="connsiteX24" fmla="*/ 9271866 w 12449404"/>
              <a:gd name="connsiteY24" fmla="*/ 386248 h 2048448"/>
              <a:gd name="connsiteX25" fmla="*/ 9271866 w 12449404"/>
              <a:gd name="connsiteY25" fmla="*/ 525721 h 2048448"/>
              <a:gd name="connsiteX26" fmla="*/ 9368890 w 12449404"/>
              <a:gd name="connsiteY26" fmla="*/ 525721 h 2048448"/>
              <a:gd name="connsiteX27" fmla="*/ 9368890 w 12449404"/>
              <a:gd name="connsiteY27" fmla="*/ 58792 h 2048448"/>
              <a:gd name="connsiteX28" fmla="*/ 10072314 w 12449404"/>
              <a:gd name="connsiteY28" fmla="*/ 58792 h 2048448"/>
              <a:gd name="connsiteX29" fmla="*/ 10072314 w 12449404"/>
              <a:gd name="connsiteY29" fmla="*/ 616681 h 2048448"/>
              <a:gd name="connsiteX30" fmla="*/ 10514986 w 12449404"/>
              <a:gd name="connsiteY30" fmla="*/ 255872 h 2048448"/>
              <a:gd name="connsiteX31" fmla="*/ 10514986 w 12449404"/>
              <a:gd name="connsiteY31" fmla="*/ 643969 h 2048448"/>
              <a:gd name="connsiteX32" fmla="*/ 10757546 w 12449404"/>
              <a:gd name="connsiteY32" fmla="*/ 643969 h 2048448"/>
              <a:gd name="connsiteX33" fmla="*/ 10757546 w 12449404"/>
              <a:gd name="connsiteY33" fmla="*/ 525721 h 2048448"/>
              <a:gd name="connsiteX34" fmla="*/ 10860634 w 12449404"/>
              <a:gd name="connsiteY34" fmla="*/ 525721 h 2048448"/>
              <a:gd name="connsiteX35" fmla="*/ 10860634 w 12449404"/>
              <a:gd name="connsiteY35" fmla="*/ 386248 h 2048448"/>
              <a:gd name="connsiteX36" fmla="*/ 11163835 w 12449404"/>
              <a:gd name="connsiteY36" fmla="*/ 386248 h 2048448"/>
              <a:gd name="connsiteX37" fmla="*/ 11163835 w 12449404"/>
              <a:gd name="connsiteY37" fmla="*/ 525721 h 2048448"/>
              <a:gd name="connsiteX38" fmla="*/ 11266923 w 12449404"/>
              <a:gd name="connsiteY38" fmla="*/ 525721 h 2048448"/>
              <a:gd name="connsiteX39" fmla="*/ 11266923 w 12449404"/>
              <a:gd name="connsiteY39" fmla="*/ 965361 h 2048448"/>
              <a:gd name="connsiteX40" fmla="*/ 11612572 w 12449404"/>
              <a:gd name="connsiteY40" fmla="*/ 965361 h 2048448"/>
              <a:gd name="connsiteX41" fmla="*/ 11612572 w 12449404"/>
              <a:gd name="connsiteY41" fmla="*/ 777377 h 2048448"/>
              <a:gd name="connsiteX42" fmla="*/ 12088596 w 12449404"/>
              <a:gd name="connsiteY42" fmla="*/ 777377 h 2048448"/>
              <a:gd name="connsiteX43" fmla="*/ 12088596 w 12449404"/>
              <a:gd name="connsiteY43" fmla="*/ 1374681 h 2048448"/>
              <a:gd name="connsiteX44" fmla="*/ 12449404 w 12449404"/>
              <a:gd name="connsiteY44" fmla="*/ 1374681 h 2048448"/>
              <a:gd name="connsiteX45" fmla="*/ 12449404 w 12449404"/>
              <a:gd name="connsiteY45" fmla="*/ 1677881 h 2048448"/>
              <a:gd name="connsiteX46" fmla="*/ 12436715 w 12449404"/>
              <a:gd name="connsiteY46" fmla="*/ 1677881 h 2048448"/>
              <a:gd name="connsiteX47" fmla="*/ 12436715 w 12449404"/>
              <a:gd name="connsiteY47" fmla="*/ 2048448 h 2048448"/>
              <a:gd name="connsiteX48" fmla="*/ 0 w 12449404"/>
              <a:gd name="connsiteY48" fmla="*/ 2048448 h 2048448"/>
              <a:gd name="connsiteX49" fmla="*/ 0 w 12449404"/>
              <a:gd name="connsiteY49" fmla="*/ 1406374 h 2048448"/>
              <a:gd name="connsiteX50" fmla="*/ 45352 w 12449404"/>
              <a:gd name="connsiteY50" fmla="*/ 1406374 h 2048448"/>
              <a:gd name="connsiteX51" fmla="*/ 45352 w 12449404"/>
              <a:gd name="connsiteY51" fmla="*/ 1140624 h 2048448"/>
              <a:gd name="connsiteX52" fmla="*/ 657888 w 12449404"/>
              <a:gd name="connsiteY52" fmla="*/ 1140624 h 2048448"/>
              <a:gd name="connsiteX53" fmla="*/ 657888 w 12449404"/>
              <a:gd name="connsiteY53" fmla="*/ 879713 h 2048448"/>
              <a:gd name="connsiteX54" fmla="*/ 1116848 w 12449404"/>
              <a:gd name="connsiteY54" fmla="*/ 879713 h 2048448"/>
              <a:gd name="connsiteX55" fmla="*/ 1116848 w 12449404"/>
              <a:gd name="connsiteY55" fmla="*/ 1197168 h 2048448"/>
              <a:gd name="connsiteX56" fmla="*/ 1597874 w 12449404"/>
              <a:gd name="connsiteY56" fmla="*/ 1197168 h 2048448"/>
              <a:gd name="connsiteX57" fmla="*/ 1597874 w 12449404"/>
              <a:gd name="connsiteY57" fmla="*/ 807564 h 2048448"/>
              <a:gd name="connsiteX58" fmla="*/ 1701140 w 12449404"/>
              <a:gd name="connsiteY58" fmla="*/ 807564 h 2048448"/>
              <a:gd name="connsiteX59" fmla="*/ 1701140 w 12449404"/>
              <a:gd name="connsiteY59" fmla="*/ 662931 h 2048448"/>
              <a:gd name="connsiteX60" fmla="*/ 2018881 w 12449404"/>
              <a:gd name="connsiteY60" fmla="*/ 662931 h 2048448"/>
              <a:gd name="connsiteX61" fmla="*/ 2018881 w 12449404"/>
              <a:gd name="connsiteY61" fmla="*/ 807564 h 2048448"/>
              <a:gd name="connsiteX62" fmla="*/ 2122148 w 12449404"/>
              <a:gd name="connsiteY62" fmla="*/ 807564 h 2048448"/>
              <a:gd name="connsiteX63" fmla="*/ 2122148 w 12449404"/>
              <a:gd name="connsiteY63" fmla="*/ 939446 h 2048448"/>
              <a:gd name="connsiteX64" fmla="*/ 2484020 w 12449404"/>
              <a:gd name="connsiteY64" fmla="*/ 939446 h 2048448"/>
              <a:gd name="connsiteX65" fmla="*/ 2484020 w 12449404"/>
              <a:gd name="connsiteY65" fmla="*/ 744644 h 2048448"/>
              <a:gd name="connsiteX66" fmla="*/ 2549333 w 12449404"/>
              <a:gd name="connsiteY66" fmla="*/ 744644 h 2048448"/>
              <a:gd name="connsiteX67" fmla="*/ 2976519 w 12449404"/>
              <a:gd name="connsiteY67" fmla="*/ 744644 h 2048448"/>
              <a:gd name="connsiteX68" fmla="*/ 3008294 w 12449404"/>
              <a:gd name="connsiteY68" fmla="*/ 744644 h 2048448"/>
              <a:gd name="connsiteX69" fmla="*/ 3008294 w 12449404"/>
              <a:gd name="connsiteY69" fmla="*/ 879713 h 2048448"/>
              <a:gd name="connsiteX70" fmla="*/ 3356927 w 12449404"/>
              <a:gd name="connsiteY70" fmla="*/ 879713 h 2048448"/>
              <a:gd name="connsiteX71" fmla="*/ 3356927 w 12449404"/>
              <a:gd name="connsiteY71" fmla="*/ 172822 h 2048448"/>
              <a:gd name="connsiteX72" fmla="*/ 3743513 w 12449404"/>
              <a:gd name="connsiteY72" fmla="*/ 172822 h 2048448"/>
              <a:gd name="connsiteX73" fmla="*/ 3743513 w 12449404"/>
              <a:gd name="connsiteY73" fmla="*/ 606386 h 2048448"/>
              <a:gd name="connsiteX74" fmla="*/ 4305739 w 12449404"/>
              <a:gd name="connsiteY74" fmla="*/ 606386 h 2048448"/>
              <a:gd name="connsiteX75" fmla="*/ 4305739 w 12449404"/>
              <a:gd name="connsiteY75" fmla="*/ 744644 h 2048448"/>
              <a:gd name="connsiteX76" fmla="*/ 4796473 w 12449404"/>
              <a:gd name="connsiteY76" fmla="*/ 744644 h 2048448"/>
              <a:gd name="connsiteX77" fmla="*/ 4796473 w 12449404"/>
              <a:gd name="connsiteY77" fmla="*/ 907753 h 2048448"/>
              <a:gd name="connsiteX78" fmla="*/ 4966423 w 12449404"/>
              <a:gd name="connsiteY78" fmla="*/ 907753 h 2048448"/>
              <a:gd name="connsiteX79" fmla="*/ 4966423 w 12449404"/>
              <a:gd name="connsiteY79" fmla="*/ 939446 h 2048448"/>
              <a:gd name="connsiteX80" fmla="*/ 5157463 w 12449404"/>
              <a:gd name="connsiteY80" fmla="*/ 939446 h 2048448"/>
              <a:gd name="connsiteX81" fmla="*/ 5157463 w 12449404"/>
              <a:gd name="connsiteY81" fmla="*/ 483901 h 2048448"/>
              <a:gd name="connsiteX82" fmla="*/ 5264259 w 12449404"/>
              <a:gd name="connsiteY82" fmla="*/ 483901 h 2048448"/>
              <a:gd name="connsiteX83" fmla="*/ 5264259 w 12449404"/>
              <a:gd name="connsiteY83" fmla="*/ 339268 h 2048448"/>
              <a:gd name="connsiteX84" fmla="*/ 5578471 w 12449404"/>
              <a:gd name="connsiteY84" fmla="*/ 339268 h 2048448"/>
              <a:gd name="connsiteX85" fmla="*/ 5578471 w 12449404"/>
              <a:gd name="connsiteY85" fmla="*/ 483901 h 2048448"/>
              <a:gd name="connsiteX86" fmla="*/ 5679089 w 12449404"/>
              <a:gd name="connsiteY86" fmla="*/ 483901 h 2048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2449404" h="2048448">
                <a:moveTo>
                  <a:pt x="5679089" y="0"/>
                </a:moveTo>
                <a:lnTo>
                  <a:pt x="6408130" y="0"/>
                </a:lnTo>
                <a:lnTo>
                  <a:pt x="6408130" y="578198"/>
                </a:lnTo>
                <a:lnTo>
                  <a:pt x="6867090" y="606386"/>
                </a:lnTo>
                <a:lnTo>
                  <a:pt x="7118635" y="606386"/>
                </a:lnTo>
                <a:lnTo>
                  <a:pt x="7118635" y="483901"/>
                </a:lnTo>
                <a:lnTo>
                  <a:pt x="7128240" y="483901"/>
                </a:lnTo>
                <a:lnTo>
                  <a:pt x="7128240" y="225552"/>
                </a:lnTo>
                <a:lnTo>
                  <a:pt x="7501176" y="225552"/>
                </a:lnTo>
                <a:lnTo>
                  <a:pt x="7501176" y="339268"/>
                </a:lnTo>
                <a:lnTo>
                  <a:pt x="7539643" y="339268"/>
                </a:lnTo>
                <a:lnTo>
                  <a:pt x="7539643" y="483901"/>
                </a:lnTo>
                <a:lnTo>
                  <a:pt x="7646440" y="483901"/>
                </a:lnTo>
                <a:lnTo>
                  <a:pt x="7646440" y="643969"/>
                </a:lnTo>
                <a:lnTo>
                  <a:pt x="8043905" y="643969"/>
                </a:lnTo>
                <a:lnTo>
                  <a:pt x="8043905" y="744644"/>
                </a:lnTo>
                <a:lnTo>
                  <a:pt x="8497281" y="744644"/>
                </a:lnTo>
                <a:lnTo>
                  <a:pt x="8497281" y="777377"/>
                </a:lnTo>
                <a:lnTo>
                  <a:pt x="8516897" y="777377"/>
                </a:lnTo>
                <a:lnTo>
                  <a:pt x="8516897" y="965361"/>
                </a:lnTo>
                <a:lnTo>
                  <a:pt x="8865577" y="965361"/>
                </a:lnTo>
                <a:lnTo>
                  <a:pt x="8865577" y="525721"/>
                </a:lnTo>
                <a:lnTo>
                  <a:pt x="8968665" y="525721"/>
                </a:lnTo>
                <a:lnTo>
                  <a:pt x="8968665" y="386248"/>
                </a:lnTo>
                <a:lnTo>
                  <a:pt x="9271866" y="386248"/>
                </a:lnTo>
                <a:lnTo>
                  <a:pt x="9271866" y="525721"/>
                </a:lnTo>
                <a:lnTo>
                  <a:pt x="9368890" y="525721"/>
                </a:lnTo>
                <a:lnTo>
                  <a:pt x="9368890" y="58792"/>
                </a:lnTo>
                <a:lnTo>
                  <a:pt x="10072314" y="58792"/>
                </a:lnTo>
                <a:lnTo>
                  <a:pt x="10072314" y="616681"/>
                </a:lnTo>
                <a:lnTo>
                  <a:pt x="10514986" y="255872"/>
                </a:lnTo>
                <a:lnTo>
                  <a:pt x="10514986" y="643969"/>
                </a:lnTo>
                <a:lnTo>
                  <a:pt x="10757546" y="643969"/>
                </a:lnTo>
                <a:lnTo>
                  <a:pt x="10757546" y="525721"/>
                </a:lnTo>
                <a:lnTo>
                  <a:pt x="10860634" y="525721"/>
                </a:lnTo>
                <a:lnTo>
                  <a:pt x="10860634" y="386248"/>
                </a:lnTo>
                <a:lnTo>
                  <a:pt x="11163835" y="386248"/>
                </a:lnTo>
                <a:lnTo>
                  <a:pt x="11163835" y="525721"/>
                </a:lnTo>
                <a:lnTo>
                  <a:pt x="11266923" y="525721"/>
                </a:lnTo>
                <a:lnTo>
                  <a:pt x="11266923" y="965361"/>
                </a:lnTo>
                <a:lnTo>
                  <a:pt x="11612572" y="965361"/>
                </a:lnTo>
                <a:lnTo>
                  <a:pt x="11612572" y="777377"/>
                </a:lnTo>
                <a:lnTo>
                  <a:pt x="12088596" y="777377"/>
                </a:lnTo>
                <a:lnTo>
                  <a:pt x="12088596" y="1374681"/>
                </a:lnTo>
                <a:lnTo>
                  <a:pt x="12449404" y="1374681"/>
                </a:lnTo>
                <a:lnTo>
                  <a:pt x="12449404" y="1677881"/>
                </a:lnTo>
                <a:lnTo>
                  <a:pt x="12436715" y="1677881"/>
                </a:lnTo>
                <a:lnTo>
                  <a:pt x="12436715" y="2048448"/>
                </a:lnTo>
                <a:lnTo>
                  <a:pt x="0" y="2048448"/>
                </a:lnTo>
                <a:lnTo>
                  <a:pt x="0" y="1406374"/>
                </a:lnTo>
                <a:lnTo>
                  <a:pt x="45352" y="1406374"/>
                </a:lnTo>
                <a:lnTo>
                  <a:pt x="45352" y="1140624"/>
                </a:lnTo>
                <a:lnTo>
                  <a:pt x="657888" y="1140624"/>
                </a:lnTo>
                <a:lnTo>
                  <a:pt x="657888" y="879713"/>
                </a:lnTo>
                <a:lnTo>
                  <a:pt x="1116848" y="879713"/>
                </a:lnTo>
                <a:lnTo>
                  <a:pt x="1116848" y="1197168"/>
                </a:lnTo>
                <a:lnTo>
                  <a:pt x="1597874" y="1197168"/>
                </a:lnTo>
                <a:lnTo>
                  <a:pt x="1597874" y="807564"/>
                </a:lnTo>
                <a:lnTo>
                  <a:pt x="1701140" y="807564"/>
                </a:lnTo>
                <a:lnTo>
                  <a:pt x="1701140" y="662931"/>
                </a:lnTo>
                <a:lnTo>
                  <a:pt x="2018881" y="662931"/>
                </a:lnTo>
                <a:lnTo>
                  <a:pt x="2018881" y="807564"/>
                </a:lnTo>
                <a:lnTo>
                  <a:pt x="2122148" y="807564"/>
                </a:lnTo>
                <a:lnTo>
                  <a:pt x="2122148" y="939446"/>
                </a:lnTo>
                <a:lnTo>
                  <a:pt x="2484020" y="939446"/>
                </a:lnTo>
                <a:lnTo>
                  <a:pt x="2484020" y="744644"/>
                </a:lnTo>
                <a:lnTo>
                  <a:pt x="2549333" y="744644"/>
                </a:lnTo>
                <a:lnTo>
                  <a:pt x="2976519" y="744644"/>
                </a:lnTo>
                <a:lnTo>
                  <a:pt x="3008294" y="744644"/>
                </a:lnTo>
                <a:lnTo>
                  <a:pt x="3008294" y="879713"/>
                </a:lnTo>
                <a:lnTo>
                  <a:pt x="3356927" y="879713"/>
                </a:lnTo>
                <a:lnTo>
                  <a:pt x="3356927" y="172822"/>
                </a:lnTo>
                <a:lnTo>
                  <a:pt x="3743513" y="172822"/>
                </a:lnTo>
                <a:lnTo>
                  <a:pt x="3743513" y="606386"/>
                </a:lnTo>
                <a:lnTo>
                  <a:pt x="4305739" y="606386"/>
                </a:lnTo>
                <a:lnTo>
                  <a:pt x="4305739" y="744644"/>
                </a:lnTo>
                <a:lnTo>
                  <a:pt x="4796473" y="744644"/>
                </a:lnTo>
                <a:lnTo>
                  <a:pt x="4796473" y="907753"/>
                </a:lnTo>
                <a:lnTo>
                  <a:pt x="4966423" y="907753"/>
                </a:lnTo>
                <a:lnTo>
                  <a:pt x="4966423" y="939446"/>
                </a:lnTo>
                <a:lnTo>
                  <a:pt x="5157463" y="939446"/>
                </a:lnTo>
                <a:lnTo>
                  <a:pt x="5157463" y="483901"/>
                </a:lnTo>
                <a:lnTo>
                  <a:pt x="5264259" y="483901"/>
                </a:lnTo>
                <a:lnTo>
                  <a:pt x="5264259" y="339268"/>
                </a:lnTo>
                <a:lnTo>
                  <a:pt x="5578471" y="339268"/>
                </a:lnTo>
                <a:lnTo>
                  <a:pt x="5578471" y="483901"/>
                </a:lnTo>
                <a:lnTo>
                  <a:pt x="5679089" y="483901"/>
                </a:lnTo>
                <a:close/>
              </a:path>
            </a:pathLst>
          </a:custGeom>
          <a:solidFill>
            <a:srgbClr val="409AE1">
              <a:alpha val="40000"/>
            </a:srgbClr>
          </a:solidFill>
          <a:ln>
            <a:noFill/>
          </a:ln>
        </p:spPr>
        <p:txBody>
          <a:bodyPr vert="horz" wrap="square" lIns="90847" tIns="45423" rIns="90847" bIns="45423" numCol="1" anchor="t" anchorCtr="0" compatLnSpc="1">
            <a:prstTxWarp prst="textNoShape">
              <a:avLst/>
            </a:prstTxWarp>
            <a:noAutofit/>
          </a:bodyPr>
          <a:lstStyle/>
          <a:p>
            <a:endParaRPr lang="en-US" sz="1390" kern="0">
              <a:solidFill>
                <a:srgbClr val="000000"/>
              </a:solidFill>
              <a:latin typeface="Arial"/>
              <a:ea typeface="Arial"/>
              <a:cs typeface="Arial"/>
              <a:sym typeface="Arial"/>
            </a:endParaRPr>
          </a:p>
        </p:txBody>
      </p:sp>
      <p:sp>
        <p:nvSpPr>
          <p:cNvPr id="9" name="Title 1"/>
          <p:cNvSpPr>
            <a:spLocks noGrp="1"/>
          </p:cNvSpPr>
          <p:nvPr>
            <p:ph type="title" hasCustomPrompt="1"/>
          </p:nvPr>
        </p:nvSpPr>
        <p:spPr>
          <a:xfrm>
            <a:off x="274702" y="1203566"/>
            <a:ext cx="9143936" cy="1817178"/>
          </a:xfrm>
          <a:noFill/>
        </p:spPr>
        <p:txBody>
          <a:bodyPr lIns="146304" tIns="91440" rIns="146304" bIns="91440" anchor="b" anchorCtr="0"/>
          <a:lstStyle>
            <a:lvl1pPr>
              <a:defRPr sz="5366" spc="-100" baseline="0">
                <a:gradFill>
                  <a:gsLst>
                    <a:gs pos="62564">
                      <a:schemeClr val="tx1"/>
                    </a:gs>
                    <a:gs pos="55000">
                      <a:schemeClr val="tx1"/>
                    </a:gs>
                  </a:gsLst>
                  <a:lin ang="5400000" scaled="0"/>
                </a:gradFill>
              </a:defRPr>
            </a:lvl1pPr>
          </a:lstStyle>
          <a:p>
            <a:r>
              <a:rPr lang="en-US"/>
              <a:t>Event name</a:t>
            </a:r>
          </a:p>
        </p:txBody>
      </p:sp>
      <p:sp>
        <p:nvSpPr>
          <p:cNvPr id="5" name="Text Placeholder 4"/>
          <p:cNvSpPr>
            <a:spLocks noGrp="1"/>
          </p:cNvSpPr>
          <p:nvPr>
            <p:ph type="body" sz="quarter" idx="12" hasCustomPrompt="1"/>
          </p:nvPr>
        </p:nvSpPr>
        <p:spPr>
          <a:xfrm>
            <a:off x="274701" y="3020745"/>
            <a:ext cx="9143938" cy="725543"/>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Date</a:t>
            </a:r>
          </a:p>
        </p:txBody>
      </p:sp>
      <p:sp>
        <p:nvSpPr>
          <p:cNvPr id="3" name="Text Placeholder 2"/>
          <p:cNvSpPr>
            <a:spLocks noGrp="1"/>
          </p:cNvSpPr>
          <p:nvPr>
            <p:ph type="body" sz="quarter" idx="13" hasCustomPrompt="1"/>
          </p:nvPr>
        </p:nvSpPr>
        <p:spPr>
          <a:xfrm>
            <a:off x="274639" y="3746288"/>
            <a:ext cx="9144000" cy="462340"/>
          </a:xfrm>
        </p:spPr>
        <p:txBody>
          <a:bodyPr/>
          <a:lstStyle>
            <a:lvl1pPr marL="0" indent="0">
              <a:buNone/>
              <a:defRPr lang="en-US" sz="1987" kern="1200" spc="0" baseline="0" dirty="0" smtClean="0">
                <a:gradFill>
                  <a:gsLst>
                    <a:gs pos="91000">
                      <a:schemeClr val="tx1"/>
                    </a:gs>
                    <a:gs pos="0">
                      <a:schemeClr val="tx1"/>
                    </a:gs>
                  </a:gsLst>
                  <a:lin ang="5400000" scaled="0"/>
                </a:gradFill>
                <a:latin typeface="Segoe UI" panose="020B0502040204020203" pitchFamily="34" charset="0"/>
                <a:ea typeface="+mn-ea"/>
                <a:cs typeface="Segoe UI" panose="020B0502040204020203" pitchFamily="34" charset="0"/>
              </a:defRPr>
            </a:lvl1pPr>
          </a:lstStyle>
          <a:p>
            <a:r>
              <a:rPr lang="en-US"/>
              <a:t>Optional (City, State or venue)</a:t>
            </a:r>
          </a:p>
        </p:txBody>
      </p:sp>
      <p:pic>
        <p:nvPicPr>
          <p:cNvPr id="2" name="Picture 1"/>
          <p:cNvPicPr>
            <a:picLocks noChangeAspect="1"/>
          </p:cNvPicPr>
          <p:nvPr/>
        </p:nvPicPr>
        <p:blipFill>
          <a:blip r:embed="rId2"/>
          <a:stretch>
            <a:fillRect/>
          </a:stretch>
        </p:blipFill>
        <p:spPr bwMode="black">
          <a:xfrm>
            <a:off x="457201" y="478026"/>
            <a:ext cx="1483418" cy="308921"/>
          </a:xfrm>
          <a:prstGeom prst="rect">
            <a:avLst/>
          </a:prstGeom>
        </p:spPr>
      </p:pic>
      <p:grpSp>
        <p:nvGrpSpPr>
          <p:cNvPr id="141" name="Group 140"/>
          <p:cNvGrpSpPr>
            <a:grpSpLocks noChangeAspect="1"/>
          </p:cNvGrpSpPr>
          <p:nvPr/>
        </p:nvGrpSpPr>
        <p:grpSpPr bwMode="gray">
          <a:xfrm>
            <a:off x="7462448" y="3180064"/>
            <a:ext cx="4577460" cy="3517443"/>
            <a:chOff x="8496600" y="3495586"/>
            <a:chExt cx="3009906" cy="2327684"/>
          </a:xfrm>
        </p:grpSpPr>
        <p:sp>
          <p:nvSpPr>
            <p:cNvPr id="142" name="Freeform 9"/>
            <p:cNvSpPr>
              <a:spLocks/>
            </p:cNvSpPr>
            <p:nvPr/>
          </p:nvSpPr>
          <p:spPr bwMode="gray">
            <a:xfrm>
              <a:off x="8496600" y="5501008"/>
              <a:ext cx="646113" cy="82550"/>
            </a:xfrm>
            <a:custGeom>
              <a:avLst/>
              <a:gdLst>
                <a:gd name="T0" fmla="*/ 437 w 467"/>
                <a:gd name="T1" fmla="*/ 60 h 60"/>
                <a:gd name="T2" fmla="*/ 30 w 467"/>
                <a:gd name="T3" fmla="*/ 60 h 60"/>
                <a:gd name="T4" fmla="*/ 0 w 467"/>
                <a:gd name="T5" fmla="*/ 30 h 60"/>
                <a:gd name="T6" fmla="*/ 30 w 467"/>
                <a:gd name="T7" fmla="*/ 0 h 60"/>
                <a:gd name="T8" fmla="*/ 437 w 467"/>
                <a:gd name="T9" fmla="*/ 0 h 60"/>
                <a:gd name="T10" fmla="*/ 467 w 467"/>
                <a:gd name="T11" fmla="*/ 30 h 60"/>
                <a:gd name="T12" fmla="*/ 437 w 467"/>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467" h="60">
                  <a:moveTo>
                    <a:pt x="437" y="60"/>
                  </a:moveTo>
                  <a:cubicBezTo>
                    <a:pt x="30" y="60"/>
                    <a:pt x="30" y="60"/>
                    <a:pt x="30" y="60"/>
                  </a:cubicBezTo>
                  <a:cubicBezTo>
                    <a:pt x="13" y="60"/>
                    <a:pt x="0" y="46"/>
                    <a:pt x="0" y="30"/>
                  </a:cubicBezTo>
                  <a:cubicBezTo>
                    <a:pt x="0" y="13"/>
                    <a:pt x="13" y="0"/>
                    <a:pt x="30" y="0"/>
                  </a:cubicBezTo>
                  <a:cubicBezTo>
                    <a:pt x="437" y="0"/>
                    <a:pt x="437" y="0"/>
                    <a:pt x="437" y="0"/>
                  </a:cubicBezTo>
                  <a:cubicBezTo>
                    <a:pt x="453" y="0"/>
                    <a:pt x="467" y="13"/>
                    <a:pt x="467" y="30"/>
                  </a:cubicBezTo>
                  <a:cubicBezTo>
                    <a:pt x="467" y="46"/>
                    <a:pt x="453" y="60"/>
                    <a:pt x="437"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3" name="Freeform 10"/>
            <p:cNvSpPr>
              <a:spLocks/>
            </p:cNvSpPr>
            <p:nvPr/>
          </p:nvSpPr>
          <p:spPr bwMode="gray">
            <a:xfrm>
              <a:off x="10804831" y="3495586"/>
              <a:ext cx="701675" cy="371475"/>
            </a:xfrm>
            <a:custGeom>
              <a:avLst/>
              <a:gdLst>
                <a:gd name="T0" fmla="*/ 440 w 507"/>
                <a:gd name="T1" fmla="*/ 127 h 271"/>
                <a:gd name="T2" fmla="*/ 306 w 507"/>
                <a:gd name="T3" fmla="*/ 0 h 271"/>
                <a:gd name="T4" fmla="*/ 174 w 507"/>
                <a:gd name="T5" fmla="*/ 106 h 271"/>
                <a:gd name="T6" fmla="*/ 99 w 507"/>
                <a:gd name="T7" fmla="*/ 72 h 271"/>
                <a:gd name="T8" fmla="*/ 0 w 507"/>
                <a:gd name="T9" fmla="*/ 171 h 271"/>
                <a:gd name="T10" fmla="*/ 99 w 507"/>
                <a:gd name="T11" fmla="*/ 271 h 271"/>
                <a:gd name="T12" fmla="*/ 435 w 507"/>
                <a:gd name="T13" fmla="*/ 271 h 271"/>
                <a:gd name="T14" fmla="*/ 507 w 507"/>
                <a:gd name="T15" fmla="*/ 199 h 271"/>
                <a:gd name="T16" fmla="*/ 440 w 507"/>
                <a:gd name="T17" fmla="*/ 12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7" h="271">
                  <a:moveTo>
                    <a:pt x="440" y="127"/>
                  </a:moveTo>
                  <a:cubicBezTo>
                    <a:pt x="436" y="56"/>
                    <a:pt x="378" y="0"/>
                    <a:pt x="306" y="0"/>
                  </a:cubicBezTo>
                  <a:cubicBezTo>
                    <a:pt x="241" y="0"/>
                    <a:pt x="187" y="46"/>
                    <a:pt x="174" y="106"/>
                  </a:cubicBezTo>
                  <a:cubicBezTo>
                    <a:pt x="156" y="85"/>
                    <a:pt x="129" y="72"/>
                    <a:pt x="99" y="72"/>
                  </a:cubicBezTo>
                  <a:cubicBezTo>
                    <a:pt x="44" y="72"/>
                    <a:pt x="0" y="116"/>
                    <a:pt x="0" y="171"/>
                  </a:cubicBezTo>
                  <a:cubicBezTo>
                    <a:pt x="0" y="226"/>
                    <a:pt x="44" y="271"/>
                    <a:pt x="99" y="271"/>
                  </a:cubicBezTo>
                  <a:cubicBezTo>
                    <a:pt x="99" y="271"/>
                    <a:pt x="434" y="271"/>
                    <a:pt x="435" y="271"/>
                  </a:cubicBezTo>
                  <a:cubicBezTo>
                    <a:pt x="475" y="271"/>
                    <a:pt x="507" y="238"/>
                    <a:pt x="507" y="199"/>
                  </a:cubicBezTo>
                  <a:cubicBezTo>
                    <a:pt x="507" y="161"/>
                    <a:pt x="478" y="130"/>
                    <a:pt x="440" y="12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4" name="Freeform 11"/>
            <p:cNvSpPr>
              <a:spLocks/>
            </p:cNvSpPr>
            <p:nvPr/>
          </p:nvSpPr>
          <p:spPr bwMode="gray">
            <a:xfrm>
              <a:off x="10001550" y="5497833"/>
              <a:ext cx="1504950" cy="82550"/>
            </a:xfrm>
            <a:custGeom>
              <a:avLst/>
              <a:gdLst>
                <a:gd name="T0" fmla="*/ 1059 w 1089"/>
                <a:gd name="T1" fmla="*/ 60 h 60"/>
                <a:gd name="T2" fmla="*/ 30 w 1089"/>
                <a:gd name="T3" fmla="*/ 60 h 60"/>
                <a:gd name="T4" fmla="*/ 0 w 1089"/>
                <a:gd name="T5" fmla="*/ 30 h 60"/>
                <a:gd name="T6" fmla="*/ 30 w 1089"/>
                <a:gd name="T7" fmla="*/ 0 h 60"/>
                <a:gd name="T8" fmla="*/ 1059 w 1089"/>
                <a:gd name="T9" fmla="*/ 0 h 60"/>
                <a:gd name="T10" fmla="*/ 1089 w 1089"/>
                <a:gd name="T11" fmla="*/ 30 h 60"/>
                <a:gd name="T12" fmla="*/ 1059 w 1089"/>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1089" h="60">
                  <a:moveTo>
                    <a:pt x="1059" y="60"/>
                  </a:moveTo>
                  <a:cubicBezTo>
                    <a:pt x="30" y="60"/>
                    <a:pt x="30" y="60"/>
                    <a:pt x="30" y="60"/>
                  </a:cubicBezTo>
                  <a:cubicBezTo>
                    <a:pt x="14" y="60"/>
                    <a:pt x="0" y="46"/>
                    <a:pt x="0" y="30"/>
                  </a:cubicBezTo>
                  <a:cubicBezTo>
                    <a:pt x="0" y="13"/>
                    <a:pt x="14" y="0"/>
                    <a:pt x="30" y="0"/>
                  </a:cubicBezTo>
                  <a:cubicBezTo>
                    <a:pt x="1059" y="0"/>
                    <a:pt x="1059" y="0"/>
                    <a:pt x="1059" y="0"/>
                  </a:cubicBezTo>
                  <a:cubicBezTo>
                    <a:pt x="1076" y="0"/>
                    <a:pt x="1089" y="13"/>
                    <a:pt x="1089" y="30"/>
                  </a:cubicBezTo>
                  <a:cubicBezTo>
                    <a:pt x="1089" y="46"/>
                    <a:pt x="1076" y="60"/>
                    <a:pt x="1059"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5" name="Freeform 12"/>
            <p:cNvSpPr>
              <a:spLocks/>
            </p:cNvSpPr>
            <p:nvPr/>
          </p:nvSpPr>
          <p:spPr bwMode="gray">
            <a:xfrm>
              <a:off x="9110962" y="5713733"/>
              <a:ext cx="1012825" cy="109537"/>
            </a:xfrm>
            <a:custGeom>
              <a:avLst/>
              <a:gdLst>
                <a:gd name="T0" fmla="*/ 692 w 732"/>
                <a:gd name="T1" fmla="*/ 80 h 80"/>
                <a:gd name="T2" fmla="*/ 40 w 732"/>
                <a:gd name="T3" fmla="*/ 80 h 80"/>
                <a:gd name="T4" fmla="*/ 0 w 732"/>
                <a:gd name="T5" fmla="*/ 40 h 80"/>
                <a:gd name="T6" fmla="*/ 40 w 732"/>
                <a:gd name="T7" fmla="*/ 0 h 80"/>
                <a:gd name="T8" fmla="*/ 692 w 732"/>
                <a:gd name="T9" fmla="*/ 0 h 80"/>
                <a:gd name="T10" fmla="*/ 732 w 732"/>
                <a:gd name="T11" fmla="*/ 40 h 80"/>
                <a:gd name="T12" fmla="*/ 692 w 732"/>
                <a:gd name="T13" fmla="*/ 80 h 80"/>
              </a:gdLst>
              <a:ahLst/>
              <a:cxnLst>
                <a:cxn ang="0">
                  <a:pos x="T0" y="T1"/>
                </a:cxn>
                <a:cxn ang="0">
                  <a:pos x="T2" y="T3"/>
                </a:cxn>
                <a:cxn ang="0">
                  <a:pos x="T4" y="T5"/>
                </a:cxn>
                <a:cxn ang="0">
                  <a:pos x="T6" y="T7"/>
                </a:cxn>
                <a:cxn ang="0">
                  <a:pos x="T8" y="T9"/>
                </a:cxn>
                <a:cxn ang="0">
                  <a:pos x="T10" y="T11"/>
                </a:cxn>
                <a:cxn ang="0">
                  <a:pos x="T12" y="T13"/>
                </a:cxn>
              </a:cxnLst>
              <a:rect l="0" t="0" r="r" b="b"/>
              <a:pathLst>
                <a:path w="732" h="80">
                  <a:moveTo>
                    <a:pt x="692" y="80"/>
                  </a:moveTo>
                  <a:cubicBezTo>
                    <a:pt x="40" y="80"/>
                    <a:pt x="40" y="80"/>
                    <a:pt x="40" y="80"/>
                  </a:cubicBezTo>
                  <a:cubicBezTo>
                    <a:pt x="18" y="80"/>
                    <a:pt x="0" y="62"/>
                    <a:pt x="0" y="40"/>
                  </a:cubicBezTo>
                  <a:cubicBezTo>
                    <a:pt x="0" y="18"/>
                    <a:pt x="18" y="0"/>
                    <a:pt x="40" y="0"/>
                  </a:cubicBezTo>
                  <a:cubicBezTo>
                    <a:pt x="692" y="0"/>
                    <a:pt x="692" y="0"/>
                    <a:pt x="692" y="0"/>
                  </a:cubicBezTo>
                  <a:cubicBezTo>
                    <a:pt x="714" y="0"/>
                    <a:pt x="732" y="18"/>
                    <a:pt x="732" y="40"/>
                  </a:cubicBezTo>
                  <a:cubicBezTo>
                    <a:pt x="732" y="62"/>
                    <a:pt x="714" y="80"/>
                    <a:pt x="692" y="8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6" name="Freeform 13"/>
            <p:cNvSpPr>
              <a:spLocks/>
            </p:cNvSpPr>
            <p:nvPr/>
          </p:nvSpPr>
          <p:spPr bwMode="gray">
            <a:xfrm>
              <a:off x="8910937" y="4935858"/>
              <a:ext cx="33338" cy="77787"/>
            </a:xfrm>
            <a:custGeom>
              <a:avLst/>
              <a:gdLst>
                <a:gd name="T0" fmla="*/ 0 w 21"/>
                <a:gd name="T1" fmla="*/ 0 h 49"/>
                <a:gd name="T2" fmla="*/ 1 w 21"/>
                <a:gd name="T3" fmla="*/ 10 h 49"/>
                <a:gd name="T4" fmla="*/ 0 w 21"/>
                <a:gd name="T5" fmla="*/ 49 h 49"/>
                <a:gd name="T6" fmla="*/ 12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1" y="10"/>
                  </a:lnTo>
                  <a:lnTo>
                    <a:pt x="0" y="49"/>
                  </a:lnTo>
                  <a:lnTo>
                    <a:pt x="12"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7" name="Freeform 14"/>
            <p:cNvSpPr>
              <a:spLocks/>
            </p:cNvSpPr>
            <p:nvPr/>
          </p:nvSpPr>
          <p:spPr bwMode="gray">
            <a:xfrm>
              <a:off x="8929987" y="4935858"/>
              <a:ext cx="14288" cy="77787"/>
            </a:xfrm>
            <a:custGeom>
              <a:avLst/>
              <a:gdLst>
                <a:gd name="T0" fmla="*/ 5 w 9"/>
                <a:gd name="T1" fmla="*/ 0 h 49"/>
                <a:gd name="T2" fmla="*/ 5 w 9"/>
                <a:gd name="T3" fmla="*/ 11 h 49"/>
                <a:gd name="T4" fmla="*/ 0 w 9"/>
                <a:gd name="T5" fmla="*/ 49 h 49"/>
                <a:gd name="T6" fmla="*/ 9 w 9"/>
                <a:gd name="T7" fmla="*/ 11 h 49"/>
                <a:gd name="T8" fmla="*/ 9 w 9"/>
                <a:gd name="T9" fmla="*/ 0 h 49"/>
                <a:gd name="T10" fmla="*/ 5 w 9"/>
                <a:gd name="T11" fmla="*/ 0 h 49"/>
              </a:gdLst>
              <a:ahLst/>
              <a:cxnLst>
                <a:cxn ang="0">
                  <a:pos x="T0" y="T1"/>
                </a:cxn>
                <a:cxn ang="0">
                  <a:pos x="T2" y="T3"/>
                </a:cxn>
                <a:cxn ang="0">
                  <a:pos x="T4" y="T5"/>
                </a:cxn>
                <a:cxn ang="0">
                  <a:pos x="T6" y="T7"/>
                </a:cxn>
                <a:cxn ang="0">
                  <a:pos x="T8" y="T9"/>
                </a:cxn>
                <a:cxn ang="0">
                  <a:pos x="T10" y="T11"/>
                </a:cxn>
              </a:cxnLst>
              <a:rect l="0" t="0" r="r" b="b"/>
              <a:pathLst>
                <a:path w="9" h="49">
                  <a:moveTo>
                    <a:pt x="5" y="0"/>
                  </a:moveTo>
                  <a:lnTo>
                    <a:pt x="5" y="11"/>
                  </a:lnTo>
                  <a:lnTo>
                    <a:pt x="0" y="49"/>
                  </a:lnTo>
                  <a:lnTo>
                    <a:pt x="9" y="11"/>
                  </a:lnTo>
                  <a:lnTo>
                    <a:pt x="9" y="0"/>
                  </a:lnTo>
                  <a:lnTo>
                    <a:pt x="5"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8" name="Freeform 15"/>
            <p:cNvSpPr>
              <a:spLocks/>
            </p:cNvSpPr>
            <p:nvPr/>
          </p:nvSpPr>
          <p:spPr bwMode="gray">
            <a:xfrm>
              <a:off x="8910937" y="4935858"/>
              <a:ext cx="6350" cy="77787"/>
            </a:xfrm>
            <a:custGeom>
              <a:avLst/>
              <a:gdLst>
                <a:gd name="T0" fmla="*/ 0 w 4"/>
                <a:gd name="T1" fmla="*/ 0 h 49"/>
                <a:gd name="T2" fmla="*/ 1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1"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9" name="Freeform 16"/>
            <p:cNvSpPr>
              <a:spLocks/>
            </p:cNvSpPr>
            <p:nvPr/>
          </p:nvSpPr>
          <p:spPr bwMode="gray">
            <a:xfrm>
              <a:off x="8912525" y="4997770"/>
              <a:ext cx="33338" cy="47625"/>
            </a:xfrm>
            <a:custGeom>
              <a:avLst/>
              <a:gdLst>
                <a:gd name="T0" fmla="*/ 0 w 24"/>
                <a:gd name="T1" fmla="*/ 0 h 34"/>
                <a:gd name="T2" fmla="*/ 0 w 24"/>
                <a:gd name="T3" fmla="*/ 34 h 34"/>
                <a:gd name="T4" fmla="*/ 22 w 24"/>
                <a:gd name="T5" fmla="*/ 34 h 34"/>
                <a:gd name="T6" fmla="*/ 24 w 24"/>
                <a:gd name="T7" fmla="*/ 32 h 34"/>
                <a:gd name="T8" fmla="*/ 24 w 24"/>
                <a:gd name="T9" fmla="*/ 27 h 34"/>
                <a:gd name="T10" fmla="*/ 22 w 24"/>
                <a:gd name="T11" fmla="*/ 24 h 34"/>
                <a:gd name="T12" fmla="*/ 15 w 24"/>
                <a:gd name="T13" fmla="*/ 16 h 34"/>
                <a:gd name="T14" fmla="*/ 15 w 24"/>
                <a:gd name="T15" fmla="*/ 0 h 34"/>
                <a:gd name="T16" fmla="*/ 0 w 24"/>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 h="34">
                  <a:moveTo>
                    <a:pt x="0" y="0"/>
                  </a:moveTo>
                  <a:cubicBezTo>
                    <a:pt x="0" y="34"/>
                    <a:pt x="0" y="34"/>
                    <a:pt x="0" y="34"/>
                  </a:cubicBezTo>
                  <a:cubicBezTo>
                    <a:pt x="22" y="34"/>
                    <a:pt x="22" y="34"/>
                    <a:pt x="22" y="34"/>
                  </a:cubicBezTo>
                  <a:cubicBezTo>
                    <a:pt x="22" y="34"/>
                    <a:pt x="24" y="34"/>
                    <a:pt x="24" y="32"/>
                  </a:cubicBezTo>
                  <a:cubicBezTo>
                    <a:pt x="24" y="30"/>
                    <a:pt x="24" y="27"/>
                    <a:pt x="24" y="27"/>
                  </a:cubicBezTo>
                  <a:cubicBezTo>
                    <a:pt x="24" y="27"/>
                    <a:pt x="24" y="26"/>
                    <a:pt x="22" y="24"/>
                  </a:cubicBezTo>
                  <a:cubicBezTo>
                    <a:pt x="20" y="23"/>
                    <a:pt x="16" y="18"/>
                    <a:pt x="15" y="16"/>
                  </a:cubicBezTo>
                  <a:cubicBezTo>
                    <a:pt x="15" y="0"/>
                    <a:pt x="15" y="0"/>
                    <a:pt x="15"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0" name="Freeform 17"/>
            <p:cNvSpPr>
              <a:spLocks/>
            </p:cNvSpPr>
            <p:nvPr/>
          </p:nvSpPr>
          <p:spPr bwMode="gray">
            <a:xfrm>
              <a:off x="8912525" y="5042220"/>
              <a:ext cx="33338" cy="4762"/>
            </a:xfrm>
            <a:custGeom>
              <a:avLst/>
              <a:gdLst>
                <a:gd name="T0" fmla="*/ 24 w 24"/>
                <a:gd name="T1" fmla="*/ 0 h 4"/>
                <a:gd name="T2" fmla="*/ 24 w 24"/>
                <a:gd name="T3" fmla="*/ 2 h 4"/>
                <a:gd name="T4" fmla="*/ 22 w 24"/>
                <a:gd name="T5" fmla="*/ 4 h 4"/>
                <a:gd name="T6" fmla="*/ 0 w 24"/>
                <a:gd name="T7" fmla="*/ 4 h 4"/>
                <a:gd name="T8" fmla="*/ 0 w 24"/>
                <a:gd name="T9" fmla="*/ 2 h 4"/>
                <a:gd name="T10" fmla="*/ 22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2" y="4"/>
                    <a:pt x="22" y="4"/>
                  </a:cubicBezTo>
                  <a:cubicBezTo>
                    <a:pt x="0" y="4"/>
                    <a:pt x="0" y="4"/>
                    <a:pt x="0" y="4"/>
                  </a:cubicBezTo>
                  <a:cubicBezTo>
                    <a:pt x="0" y="2"/>
                    <a:pt x="0" y="2"/>
                    <a:pt x="0" y="2"/>
                  </a:cubicBezTo>
                  <a:cubicBezTo>
                    <a:pt x="22" y="2"/>
                    <a:pt x="22" y="2"/>
                    <a:pt x="22" y="2"/>
                  </a:cubicBezTo>
                  <a:cubicBezTo>
                    <a:pt x="22"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1" name="Freeform 18"/>
            <p:cNvSpPr>
              <a:spLocks/>
            </p:cNvSpPr>
            <p:nvPr/>
          </p:nvSpPr>
          <p:spPr bwMode="gray">
            <a:xfrm>
              <a:off x="8933162" y="5019995"/>
              <a:ext cx="12700" cy="25400"/>
            </a:xfrm>
            <a:custGeom>
              <a:avLst/>
              <a:gdLst>
                <a:gd name="T0" fmla="*/ 7 w 9"/>
                <a:gd name="T1" fmla="*/ 18 h 18"/>
                <a:gd name="T2" fmla="*/ 9 w 9"/>
                <a:gd name="T3" fmla="*/ 16 h 18"/>
                <a:gd name="T4" fmla="*/ 9 w 9"/>
                <a:gd name="T5" fmla="*/ 11 h 18"/>
                <a:gd name="T6" fmla="*/ 7 w 9"/>
                <a:gd name="T7" fmla="*/ 8 h 18"/>
                <a:gd name="T8" fmla="*/ 0 w 9"/>
                <a:gd name="T9" fmla="*/ 0 h 18"/>
                <a:gd name="T10" fmla="*/ 0 w 9"/>
                <a:gd name="T11" fmla="*/ 18 h 18"/>
                <a:gd name="T12" fmla="*/ 7 w 9"/>
                <a:gd name="T13" fmla="*/ 18 h 18"/>
              </a:gdLst>
              <a:ahLst/>
              <a:cxnLst>
                <a:cxn ang="0">
                  <a:pos x="T0" y="T1"/>
                </a:cxn>
                <a:cxn ang="0">
                  <a:pos x="T2" y="T3"/>
                </a:cxn>
                <a:cxn ang="0">
                  <a:pos x="T4" y="T5"/>
                </a:cxn>
                <a:cxn ang="0">
                  <a:pos x="T6" y="T7"/>
                </a:cxn>
                <a:cxn ang="0">
                  <a:pos x="T8" y="T9"/>
                </a:cxn>
                <a:cxn ang="0">
                  <a:pos x="T10" y="T11"/>
                </a:cxn>
                <a:cxn ang="0">
                  <a:pos x="T12" y="T13"/>
                </a:cxn>
              </a:cxnLst>
              <a:rect l="0" t="0" r="r" b="b"/>
              <a:pathLst>
                <a:path w="9" h="18">
                  <a:moveTo>
                    <a:pt x="7" y="18"/>
                  </a:moveTo>
                  <a:cubicBezTo>
                    <a:pt x="7" y="18"/>
                    <a:pt x="9" y="18"/>
                    <a:pt x="9" y="16"/>
                  </a:cubicBezTo>
                  <a:cubicBezTo>
                    <a:pt x="9" y="14"/>
                    <a:pt x="9" y="11"/>
                    <a:pt x="9" y="11"/>
                  </a:cubicBezTo>
                  <a:cubicBezTo>
                    <a:pt x="9" y="11"/>
                    <a:pt x="9" y="10"/>
                    <a:pt x="7" y="8"/>
                  </a:cubicBezTo>
                  <a:cubicBezTo>
                    <a:pt x="5" y="7"/>
                    <a:pt x="1" y="2"/>
                    <a:pt x="0" y="0"/>
                  </a:cubicBezTo>
                  <a:cubicBezTo>
                    <a:pt x="0" y="18"/>
                    <a:pt x="0" y="18"/>
                    <a:pt x="0" y="18"/>
                  </a:cubicBezTo>
                  <a:lnTo>
                    <a:pt x="7" y="18"/>
                  </a:lnTo>
                  <a:close/>
                </a:path>
              </a:pathLst>
            </a:custGeom>
            <a:solidFill>
              <a:srgbClr val="31313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2" name="Freeform 19"/>
            <p:cNvSpPr>
              <a:spLocks/>
            </p:cNvSpPr>
            <p:nvPr/>
          </p:nvSpPr>
          <p:spPr bwMode="gray">
            <a:xfrm>
              <a:off x="8874425" y="4935858"/>
              <a:ext cx="33338" cy="77787"/>
            </a:xfrm>
            <a:custGeom>
              <a:avLst/>
              <a:gdLst>
                <a:gd name="T0" fmla="*/ 0 w 21"/>
                <a:gd name="T1" fmla="*/ 0 h 49"/>
                <a:gd name="T2" fmla="*/ 0 w 21"/>
                <a:gd name="T3" fmla="*/ 10 h 49"/>
                <a:gd name="T4" fmla="*/ 0 w 21"/>
                <a:gd name="T5" fmla="*/ 49 h 49"/>
                <a:gd name="T6" fmla="*/ 13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0" y="10"/>
                  </a:lnTo>
                  <a:lnTo>
                    <a:pt x="0" y="49"/>
                  </a:lnTo>
                  <a:lnTo>
                    <a:pt x="13"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3" name="Freeform 20"/>
            <p:cNvSpPr>
              <a:spLocks/>
            </p:cNvSpPr>
            <p:nvPr/>
          </p:nvSpPr>
          <p:spPr bwMode="gray">
            <a:xfrm>
              <a:off x="8895062" y="4935858"/>
              <a:ext cx="12700" cy="77787"/>
            </a:xfrm>
            <a:custGeom>
              <a:avLst/>
              <a:gdLst>
                <a:gd name="T0" fmla="*/ 4 w 8"/>
                <a:gd name="T1" fmla="*/ 0 h 49"/>
                <a:gd name="T2" fmla="*/ 4 w 8"/>
                <a:gd name="T3" fmla="*/ 11 h 49"/>
                <a:gd name="T4" fmla="*/ 0 w 8"/>
                <a:gd name="T5" fmla="*/ 49 h 49"/>
                <a:gd name="T6" fmla="*/ 8 w 8"/>
                <a:gd name="T7" fmla="*/ 11 h 49"/>
                <a:gd name="T8" fmla="*/ 8 w 8"/>
                <a:gd name="T9" fmla="*/ 0 h 49"/>
                <a:gd name="T10" fmla="*/ 4 w 8"/>
                <a:gd name="T11" fmla="*/ 0 h 49"/>
              </a:gdLst>
              <a:ahLst/>
              <a:cxnLst>
                <a:cxn ang="0">
                  <a:pos x="T0" y="T1"/>
                </a:cxn>
                <a:cxn ang="0">
                  <a:pos x="T2" y="T3"/>
                </a:cxn>
                <a:cxn ang="0">
                  <a:pos x="T4" y="T5"/>
                </a:cxn>
                <a:cxn ang="0">
                  <a:pos x="T6" y="T7"/>
                </a:cxn>
                <a:cxn ang="0">
                  <a:pos x="T8" y="T9"/>
                </a:cxn>
                <a:cxn ang="0">
                  <a:pos x="T10" y="T11"/>
                </a:cxn>
              </a:cxnLst>
              <a:rect l="0" t="0" r="r" b="b"/>
              <a:pathLst>
                <a:path w="8" h="49">
                  <a:moveTo>
                    <a:pt x="4" y="0"/>
                  </a:moveTo>
                  <a:lnTo>
                    <a:pt x="4" y="11"/>
                  </a:lnTo>
                  <a:lnTo>
                    <a:pt x="0" y="49"/>
                  </a:lnTo>
                  <a:lnTo>
                    <a:pt x="8" y="11"/>
                  </a:lnTo>
                  <a:lnTo>
                    <a:pt x="8" y="0"/>
                  </a:lnTo>
                  <a:lnTo>
                    <a:pt x="4"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4" name="Freeform 21"/>
            <p:cNvSpPr>
              <a:spLocks/>
            </p:cNvSpPr>
            <p:nvPr/>
          </p:nvSpPr>
          <p:spPr bwMode="gray">
            <a:xfrm>
              <a:off x="8874425" y="4935858"/>
              <a:ext cx="6350" cy="77787"/>
            </a:xfrm>
            <a:custGeom>
              <a:avLst/>
              <a:gdLst>
                <a:gd name="T0" fmla="*/ 0 w 4"/>
                <a:gd name="T1" fmla="*/ 0 h 49"/>
                <a:gd name="T2" fmla="*/ 0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0"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5" name="Freeform 22"/>
            <p:cNvSpPr>
              <a:spLocks/>
            </p:cNvSpPr>
            <p:nvPr/>
          </p:nvSpPr>
          <p:spPr bwMode="gray">
            <a:xfrm>
              <a:off x="8874425" y="4997770"/>
              <a:ext cx="34925" cy="47625"/>
            </a:xfrm>
            <a:custGeom>
              <a:avLst/>
              <a:gdLst>
                <a:gd name="T0" fmla="*/ 0 w 25"/>
                <a:gd name="T1" fmla="*/ 0 h 34"/>
                <a:gd name="T2" fmla="*/ 0 w 25"/>
                <a:gd name="T3" fmla="*/ 34 h 34"/>
                <a:gd name="T4" fmla="*/ 23 w 25"/>
                <a:gd name="T5" fmla="*/ 34 h 34"/>
                <a:gd name="T6" fmla="*/ 24 w 25"/>
                <a:gd name="T7" fmla="*/ 32 h 34"/>
                <a:gd name="T8" fmla="*/ 24 w 25"/>
                <a:gd name="T9" fmla="*/ 27 h 34"/>
                <a:gd name="T10" fmla="*/ 22 w 25"/>
                <a:gd name="T11" fmla="*/ 24 h 34"/>
                <a:gd name="T12" fmla="*/ 16 w 25"/>
                <a:gd name="T13" fmla="*/ 16 h 34"/>
                <a:gd name="T14" fmla="*/ 16 w 25"/>
                <a:gd name="T15" fmla="*/ 0 h 34"/>
                <a:gd name="T16" fmla="*/ 0 w 25"/>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34">
                  <a:moveTo>
                    <a:pt x="0" y="0"/>
                  </a:moveTo>
                  <a:cubicBezTo>
                    <a:pt x="0" y="34"/>
                    <a:pt x="0" y="34"/>
                    <a:pt x="0" y="34"/>
                  </a:cubicBezTo>
                  <a:cubicBezTo>
                    <a:pt x="23" y="34"/>
                    <a:pt x="23" y="34"/>
                    <a:pt x="23" y="34"/>
                  </a:cubicBezTo>
                  <a:cubicBezTo>
                    <a:pt x="23" y="34"/>
                    <a:pt x="24" y="34"/>
                    <a:pt x="24" y="32"/>
                  </a:cubicBezTo>
                  <a:cubicBezTo>
                    <a:pt x="24" y="30"/>
                    <a:pt x="24" y="27"/>
                    <a:pt x="24" y="27"/>
                  </a:cubicBezTo>
                  <a:cubicBezTo>
                    <a:pt x="24" y="27"/>
                    <a:pt x="25" y="26"/>
                    <a:pt x="22" y="24"/>
                  </a:cubicBezTo>
                  <a:cubicBezTo>
                    <a:pt x="20" y="23"/>
                    <a:pt x="16" y="18"/>
                    <a:pt x="16" y="16"/>
                  </a:cubicBezTo>
                  <a:cubicBezTo>
                    <a:pt x="16" y="0"/>
                    <a:pt x="16" y="0"/>
                    <a:pt x="16"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6" name="Freeform 23"/>
            <p:cNvSpPr>
              <a:spLocks/>
            </p:cNvSpPr>
            <p:nvPr/>
          </p:nvSpPr>
          <p:spPr bwMode="gray">
            <a:xfrm>
              <a:off x="8874425" y="5042220"/>
              <a:ext cx="33338" cy="4762"/>
            </a:xfrm>
            <a:custGeom>
              <a:avLst/>
              <a:gdLst>
                <a:gd name="T0" fmla="*/ 24 w 24"/>
                <a:gd name="T1" fmla="*/ 0 h 4"/>
                <a:gd name="T2" fmla="*/ 24 w 24"/>
                <a:gd name="T3" fmla="*/ 2 h 4"/>
                <a:gd name="T4" fmla="*/ 23 w 24"/>
                <a:gd name="T5" fmla="*/ 4 h 4"/>
                <a:gd name="T6" fmla="*/ 0 w 24"/>
                <a:gd name="T7" fmla="*/ 4 h 4"/>
                <a:gd name="T8" fmla="*/ 0 w 24"/>
                <a:gd name="T9" fmla="*/ 2 h 4"/>
                <a:gd name="T10" fmla="*/ 23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3" y="4"/>
                    <a:pt x="23" y="4"/>
                  </a:cubicBezTo>
                  <a:cubicBezTo>
                    <a:pt x="0" y="4"/>
                    <a:pt x="0" y="4"/>
                    <a:pt x="0" y="4"/>
                  </a:cubicBezTo>
                  <a:cubicBezTo>
                    <a:pt x="0" y="2"/>
                    <a:pt x="0" y="2"/>
                    <a:pt x="0" y="2"/>
                  </a:cubicBezTo>
                  <a:cubicBezTo>
                    <a:pt x="23" y="2"/>
                    <a:pt x="23" y="2"/>
                    <a:pt x="23" y="2"/>
                  </a:cubicBezTo>
                  <a:cubicBezTo>
                    <a:pt x="23"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7" name="Freeform 24"/>
            <p:cNvSpPr>
              <a:spLocks/>
            </p:cNvSpPr>
            <p:nvPr/>
          </p:nvSpPr>
          <p:spPr bwMode="gray">
            <a:xfrm>
              <a:off x="8896650" y="5019995"/>
              <a:ext cx="11113" cy="25400"/>
            </a:xfrm>
            <a:custGeom>
              <a:avLst/>
              <a:gdLst>
                <a:gd name="T0" fmla="*/ 0 w 8"/>
                <a:gd name="T1" fmla="*/ 0 h 18"/>
                <a:gd name="T2" fmla="*/ 0 w 8"/>
                <a:gd name="T3" fmla="*/ 18 h 18"/>
                <a:gd name="T4" fmla="*/ 7 w 8"/>
                <a:gd name="T5" fmla="*/ 18 h 18"/>
                <a:gd name="T6" fmla="*/ 8 w 8"/>
                <a:gd name="T7" fmla="*/ 16 h 18"/>
                <a:gd name="T8" fmla="*/ 8 w 8"/>
                <a:gd name="T9" fmla="*/ 11 h 18"/>
                <a:gd name="T10" fmla="*/ 8 w 8"/>
                <a:gd name="T11" fmla="*/ 11 h 18"/>
                <a:gd name="T12" fmla="*/ 8 w 8"/>
                <a:gd name="T13" fmla="*/ 11 h 18"/>
                <a:gd name="T14" fmla="*/ 8 w 8"/>
                <a:gd name="T15" fmla="*/ 11 h 18"/>
                <a:gd name="T16" fmla="*/ 6 w 8"/>
                <a:gd name="T17" fmla="*/ 8 h 18"/>
                <a:gd name="T18" fmla="*/ 0 w 8"/>
                <a:gd name="T19"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 h="18">
                  <a:moveTo>
                    <a:pt x="0" y="0"/>
                  </a:moveTo>
                  <a:cubicBezTo>
                    <a:pt x="0" y="18"/>
                    <a:pt x="0" y="18"/>
                    <a:pt x="0" y="18"/>
                  </a:cubicBezTo>
                  <a:cubicBezTo>
                    <a:pt x="7" y="18"/>
                    <a:pt x="7" y="18"/>
                    <a:pt x="7" y="18"/>
                  </a:cubicBezTo>
                  <a:cubicBezTo>
                    <a:pt x="7" y="18"/>
                    <a:pt x="8" y="18"/>
                    <a:pt x="8" y="16"/>
                  </a:cubicBezTo>
                  <a:cubicBezTo>
                    <a:pt x="8" y="14"/>
                    <a:pt x="8" y="11"/>
                    <a:pt x="8" y="11"/>
                  </a:cubicBezTo>
                  <a:cubicBezTo>
                    <a:pt x="8" y="11"/>
                    <a:pt x="8" y="11"/>
                    <a:pt x="8" y="11"/>
                  </a:cubicBezTo>
                  <a:cubicBezTo>
                    <a:pt x="8" y="11"/>
                    <a:pt x="8" y="11"/>
                    <a:pt x="8" y="11"/>
                  </a:cubicBezTo>
                  <a:cubicBezTo>
                    <a:pt x="8" y="11"/>
                    <a:pt x="8" y="11"/>
                    <a:pt x="8" y="11"/>
                  </a:cubicBezTo>
                  <a:cubicBezTo>
                    <a:pt x="8" y="10"/>
                    <a:pt x="8" y="9"/>
                    <a:pt x="6" y="8"/>
                  </a:cubicBezTo>
                  <a:cubicBezTo>
                    <a:pt x="4" y="7"/>
                    <a:pt x="0" y="2"/>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8" name="Freeform 25"/>
            <p:cNvSpPr>
              <a:spLocks/>
            </p:cNvSpPr>
            <p:nvPr/>
          </p:nvSpPr>
          <p:spPr bwMode="gray">
            <a:xfrm>
              <a:off x="8929987" y="4756470"/>
              <a:ext cx="9525" cy="1587"/>
            </a:xfrm>
            <a:custGeom>
              <a:avLst/>
              <a:gdLst>
                <a:gd name="T0" fmla="*/ 0 w 6"/>
                <a:gd name="T1" fmla="*/ 0 h 1"/>
                <a:gd name="T2" fmla="*/ 6 w 6"/>
                <a:gd name="T3" fmla="*/ 1 h 1"/>
                <a:gd name="T4" fmla="*/ 6 w 6"/>
                <a:gd name="T5" fmla="*/ 1 h 1"/>
                <a:gd name="T6" fmla="*/ 0 w 6"/>
                <a:gd name="T7" fmla="*/ 0 h 1"/>
                <a:gd name="T8" fmla="*/ 0 w 6"/>
                <a:gd name="T9" fmla="*/ 0 h 1"/>
              </a:gdLst>
              <a:ahLst/>
              <a:cxnLst>
                <a:cxn ang="0">
                  <a:pos x="T0" y="T1"/>
                </a:cxn>
                <a:cxn ang="0">
                  <a:pos x="T2" y="T3"/>
                </a:cxn>
                <a:cxn ang="0">
                  <a:pos x="T4" y="T5"/>
                </a:cxn>
                <a:cxn ang="0">
                  <a:pos x="T6" y="T7"/>
                </a:cxn>
                <a:cxn ang="0">
                  <a:pos x="T8" y="T9"/>
                </a:cxn>
              </a:cxnLst>
              <a:rect l="0" t="0" r="r" b="b"/>
              <a:pathLst>
                <a:path w="6" h="1">
                  <a:moveTo>
                    <a:pt x="0" y="0"/>
                  </a:moveTo>
                  <a:lnTo>
                    <a:pt x="6" y="1"/>
                  </a:lnTo>
                  <a:lnTo>
                    <a:pt x="6" y="1"/>
                  </a:lnTo>
                  <a:lnTo>
                    <a:pt x="0" y="0"/>
                  </a:lnTo>
                  <a:lnTo>
                    <a:pt x="0" y="0"/>
                  </a:lnTo>
                  <a:close/>
                </a:path>
              </a:pathLst>
            </a:custGeom>
            <a:solidFill>
              <a:srgbClr val="FBD9B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9" name="Freeform 26"/>
            <p:cNvSpPr>
              <a:spLocks/>
            </p:cNvSpPr>
            <p:nvPr/>
          </p:nvSpPr>
          <p:spPr bwMode="gray">
            <a:xfrm>
              <a:off x="8917287" y="4731070"/>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6CAA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0" name="Freeform 27"/>
            <p:cNvSpPr>
              <a:spLocks/>
            </p:cNvSpPr>
            <p:nvPr/>
          </p:nvSpPr>
          <p:spPr bwMode="gray">
            <a:xfrm>
              <a:off x="8899825" y="4724720"/>
              <a:ext cx="50800" cy="57150"/>
            </a:xfrm>
            <a:custGeom>
              <a:avLst/>
              <a:gdLst>
                <a:gd name="T0" fmla="*/ 33 w 36"/>
                <a:gd name="T1" fmla="*/ 16 h 42"/>
                <a:gd name="T2" fmla="*/ 28 w 36"/>
                <a:gd name="T3" fmla="*/ 7 h 42"/>
                <a:gd name="T4" fmla="*/ 27 w 36"/>
                <a:gd name="T5" fmla="*/ 5 h 42"/>
                <a:gd name="T6" fmla="*/ 27 w 36"/>
                <a:gd name="T7" fmla="*/ 5 h 42"/>
                <a:gd name="T8" fmla="*/ 17 w 36"/>
                <a:gd name="T9" fmla="*/ 4 h 42"/>
                <a:gd name="T10" fmla="*/ 13 w 36"/>
                <a:gd name="T11" fmla="*/ 0 h 42"/>
                <a:gd name="T12" fmla="*/ 13 w 36"/>
                <a:gd name="T13" fmla="*/ 0 h 42"/>
                <a:gd name="T14" fmla="*/ 13 w 36"/>
                <a:gd name="T15" fmla="*/ 5 h 42"/>
                <a:gd name="T16" fmla="*/ 13 w 36"/>
                <a:gd name="T17" fmla="*/ 6 h 42"/>
                <a:gd name="T18" fmla="*/ 13 w 36"/>
                <a:gd name="T19" fmla="*/ 11 h 42"/>
                <a:gd name="T20" fmla="*/ 14 w 36"/>
                <a:gd name="T21" fmla="*/ 14 h 42"/>
                <a:gd name="T22" fmla="*/ 11 w 36"/>
                <a:gd name="T23" fmla="*/ 14 h 42"/>
                <a:gd name="T24" fmla="*/ 6 w 36"/>
                <a:gd name="T25" fmla="*/ 11 h 42"/>
                <a:gd name="T26" fmla="*/ 3 w 36"/>
                <a:gd name="T27" fmla="*/ 12 h 42"/>
                <a:gd name="T28" fmla="*/ 4 w 36"/>
                <a:gd name="T29" fmla="*/ 17 h 42"/>
                <a:gd name="T30" fmla="*/ 5 w 36"/>
                <a:gd name="T31" fmla="*/ 20 h 42"/>
                <a:gd name="T32" fmla="*/ 6 w 36"/>
                <a:gd name="T33" fmla="*/ 22 h 42"/>
                <a:gd name="T34" fmla="*/ 6 w 36"/>
                <a:gd name="T35" fmla="*/ 22 h 42"/>
                <a:gd name="T36" fmla="*/ 6 w 36"/>
                <a:gd name="T37" fmla="*/ 22 h 42"/>
                <a:gd name="T38" fmla="*/ 2 w 36"/>
                <a:gd name="T39" fmla="*/ 31 h 42"/>
                <a:gd name="T40" fmla="*/ 0 w 36"/>
                <a:gd name="T41" fmla="*/ 30 h 42"/>
                <a:gd name="T42" fmla="*/ 2 w 36"/>
                <a:gd name="T43" fmla="*/ 41 h 42"/>
                <a:gd name="T44" fmla="*/ 19 w 36"/>
                <a:gd name="T45" fmla="*/ 42 h 42"/>
                <a:gd name="T46" fmla="*/ 18 w 36"/>
                <a:gd name="T47" fmla="*/ 36 h 42"/>
                <a:gd name="T48" fmla="*/ 23 w 36"/>
                <a:gd name="T49" fmla="*/ 37 h 42"/>
                <a:gd name="T50" fmla="*/ 28 w 36"/>
                <a:gd name="T51" fmla="*/ 34 h 42"/>
                <a:gd name="T52" fmla="*/ 29 w 36"/>
                <a:gd name="T53" fmla="*/ 29 h 42"/>
                <a:gd name="T54" fmla="*/ 29 w 36"/>
                <a:gd name="T55" fmla="*/ 24 h 42"/>
                <a:gd name="T56" fmla="*/ 30 w 36"/>
                <a:gd name="T57" fmla="*/ 20 h 42"/>
                <a:gd name="T58" fmla="*/ 33 w 36"/>
                <a:gd name="T59" fmla="*/ 16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 h="42">
                  <a:moveTo>
                    <a:pt x="33" y="16"/>
                  </a:moveTo>
                  <a:cubicBezTo>
                    <a:pt x="33" y="16"/>
                    <a:pt x="28" y="8"/>
                    <a:pt x="28" y="7"/>
                  </a:cubicBezTo>
                  <a:cubicBezTo>
                    <a:pt x="27" y="6"/>
                    <a:pt x="27" y="5"/>
                    <a:pt x="27" y="5"/>
                  </a:cubicBezTo>
                  <a:cubicBezTo>
                    <a:pt x="27" y="5"/>
                    <a:pt x="27" y="5"/>
                    <a:pt x="27" y="5"/>
                  </a:cubicBezTo>
                  <a:cubicBezTo>
                    <a:pt x="23" y="6"/>
                    <a:pt x="20" y="5"/>
                    <a:pt x="17" y="4"/>
                  </a:cubicBezTo>
                  <a:cubicBezTo>
                    <a:pt x="15" y="2"/>
                    <a:pt x="13" y="0"/>
                    <a:pt x="13" y="0"/>
                  </a:cubicBezTo>
                  <a:cubicBezTo>
                    <a:pt x="13" y="0"/>
                    <a:pt x="13" y="0"/>
                    <a:pt x="13" y="0"/>
                  </a:cubicBezTo>
                  <a:cubicBezTo>
                    <a:pt x="13" y="5"/>
                    <a:pt x="13" y="5"/>
                    <a:pt x="13" y="5"/>
                  </a:cubicBezTo>
                  <a:cubicBezTo>
                    <a:pt x="13" y="6"/>
                    <a:pt x="13" y="6"/>
                    <a:pt x="13" y="6"/>
                  </a:cubicBezTo>
                  <a:cubicBezTo>
                    <a:pt x="13" y="6"/>
                    <a:pt x="13" y="9"/>
                    <a:pt x="13" y="11"/>
                  </a:cubicBezTo>
                  <a:cubicBezTo>
                    <a:pt x="14" y="12"/>
                    <a:pt x="14" y="14"/>
                    <a:pt x="14" y="14"/>
                  </a:cubicBezTo>
                  <a:cubicBezTo>
                    <a:pt x="14" y="16"/>
                    <a:pt x="11" y="14"/>
                    <a:pt x="11" y="14"/>
                  </a:cubicBezTo>
                  <a:cubicBezTo>
                    <a:pt x="11" y="14"/>
                    <a:pt x="9" y="12"/>
                    <a:pt x="6" y="11"/>
                  </a:cubicBezTo>
                  <a:cubicBezTo>
                    <a:pt x="5" y="11"/>
                    <a:pt x="4" y="11"/>
                    <a:pt x="3" y="12"/>
                  </a:cubicBezTo>
                  <a:cubicBezTo>
                    <a:pt x="3" y="13"/>
                    <a:pt x="3" y="15"/>
                    <a:pt x="4" y="17"/>
                  </a:cubicBezTo>
                  <a:cubicBezTo>
                    <a:pt x="4" y="18"/>
                    <a:pt x="4" y="20"/>
                    <a:pt x="5" y="20"/>
                  </a:cubicBezTo>
                  <a:cubicBezTo>
                    <a:pt x="5" y="21"/>
                    <a:pt x="6" y="22"/>
                    <a:pt x="6" y="22"/>
                  </a:cubicBezTo>
                  <a:cubicBezTo>
                    <a:pt x="6" y="22"/>
                    <a:pt x="6" y="22"/>
                    <a:pt x="6" y="22"/>
                  </a:cubicBezTo>
                  <a:cubicBezTo>
                    <a:pt x="6" y="22"/>
                    <a:pt x="6" y="22"/>
                    <a:pt x="6" y="22"/>
                  </a:cubicBezTo>
                  <a:cubicBezTo>
                    <a:pt x="6" y="22"/>
                    <a:pt x="6" y="28"/>
                    <a:pt x="2" y="31"/>
                  </a:cubicBezTo>
                  <a:cubicBezTo>
                    <a:pt x="0" y="30"/>
                    <a:pt x="0" y="30"/>
                    <a:pt x="0" y="30"/>
                  </a:cubicBezTo>
                  <a:cubicBezTo>
                    <a:pt x="2" y="41"/>
                    <a:pt x="2" y="41"/>
                    <a:pt x="2" y="41"/>
                  </a:cubicBezTo>
                  <a:cubicBezTo>
                    <a:pt x="19" y="42"/>
                    <a:pt x="19" y="42"/>
                    <a:pt x="19" y="42"/>
                  </a:cubicBezTo>
                  <a:cubicBezTo>
                    <a:pt x="18" y="36"/>
                    <a:pt x="18" y="36"/>
                    <a:pt x="18" y="36"/>
                  </a:cubicBezTo>
                  <a:cubicBezTo>
                    <a:pt x="20" y="37"/>
                    <a:pt x="21" y="37"/>
                    <a:pt x="23" y="37"/>
                  </a:cubicBezTo>
                  <a:cubicBezTo>
                    <a:pt x="28" y="37"/>
                    <a:pt x="28" y="34"/>
                    <a:pt x="28" y="34"/>
                  </a:cubicBezTo>
                  <a:cubicBezTo>
                    <a:pt x="29" y="29"/>
                    <a:pt x="29" y="29"/>
                    <a:pt x="29" y="29"/>
                  </a:cubicBezTo>
                  <a:cubicBezTo>
                    <a:pt x="29" y="24"/>
                    <a:pt x="29" y="24"/>
                    <a:pt x="29" y="24"/>
                  </a:cubicBezTo>
                  <a:cubicBezTo>
                    <a:pt x="30" y="20"/>
                    <a:pt x="30" y="20"/>
                    <a:pt x="30" y="20"/>
                  </a:cubicBezTo>
                  <a:cubicBezTo>
                    <a:pt x="36" y="19"/>
                    <a:pt x="34" y="17"/>
                    <a:pt x="33" y="16"/>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1" name="Freeform 28"/>
            <p:cNvSpPr>
              <a:spLocks/>
            </p:cNvSpPr>
            <p:nvPr/>
          </p:nvSpPr>
          <p:spPr bwMode="gray">
            <a:xfrm>
              <a:off x="8907762" y="4772345"/>
              <a:ext cx="17463" cy="4762"/>
            </a:xfrm>
            <a:custGeom>
              <a:avLst/>
              <a:gdLst>
                <a:gd name="T0" fmla="*/ 0 w 12"/>
                <a:gd name="T1" fmla="*/ 0 h 3"/>
                <a:gd name="T2" fmla="*/ 12 w 12"/>
                <a:gd name="T3" fmla="*/ 3 h 3"/>
                <a:gd name="T4" fmla="*/ 12 w 12"/>
                <a:gd name="T5" fmla="*/ 1 h 3"/>
                <a:gd name="T6" fmla="*/ 0 w 12"/>
                <a:gd name="T7" fmla="*/ 0 h 3"/>
              </a:gdLst>
              <a:ahLst/>
              <a:cxnLst>
                <a:cxn ang="0">
                  <a:pos x="T0" y="T1"/>
                </a:cxn>
                <a:cxn ang="0">
                  <a:pos x="T2" y="T3"/>
                </a:cxn>
                <a:cxn ang="0">
                  <a:pos x="T4" y="T5"/>
                </a:cxn>
                <a:cxn ang="0">
                  <a:pos x="T6" y="T7"/>
                </a:cxn>
              </a:cxnLst>
              <a:rect l="0" t="0" r="r" b="b"/>
              <a:pathLst>
                <a:path w="12" h="3">
                  <a:moveTo>
                    <a:pt x="0" y="0"/>
                  </a:moveTo>
                  <a:cubicBezTo>
                    <a:pt x="1" y="1"/>
                    <a:pt x="4" y="3"/>
                    <a:pt x="12" y="3"/>
                  </a:cubicBezTo>
                  <a:cubicBezTo>
                    <a:pt x="12" y="2"/>
                    <a:pt x="12" y="2"/>
                    <a:pt x="12" y="1"/>
                  </a:cubicBezTo>
                  <a:cubicBezTo>
                    <a:pt x="8" y="1"/>
                    <a:pt x="4" y="1"/>
                    <a:pt x="0" y="0"/>
                  </a:cubicBez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2" name="Freeform 29"/>
            <p:cNvSpPr>
              <a:spLocks/>
            </p:cNvSpPr>
            <p:nvPr/>
          </p:nvSpPr>
          <p:spPr bwMode="gray">
            <a:xfrm>
              <a:off x="8934750" y="4758058"/>
              <a:ext cx="4763" cy="4762"/>
            </a:xfrm>
            <a:custGeom>
              <a:avLst/>
              <a:gdLst>
                <a:gd name="T0" fmla="*/ 4 w 4"/>
                <a:gd name="T1" fmla="*/ 3 h 4"/>
                <a:gd name="T2" fmla="*/ 2 w 4"/>
                <a:gd name="T3" fmla="*/ 0 h 4"/>
                <a:gd name="T4" fmla="*/ 0 w 4"/>
                <a:gd name="T5" fmla="*/ 0 h 4"/>
                <a:gd name="T6" fmla="*/ 4 w 4"/>
                <a:gd name="T7" fmla="*/ 4 h 4"/>
                <a:gd name="T8" fmla="*/ 4 w 4"/>
                <a:gd name="T9" fmla="*/ 3 h 4"/>
              </a:gdLst>
              <a:ahLst/>
              <a:cxnLst>
                <a:cxn ang="0">
                  <a:pos x="T0" y="T1"/>
                </a:cxn>
                <a:cxn ang="0">
                  <a:pos x="T2" y="T3"/>
                </a:cxn>
                <a:cxn ang="0">
                  <a:pos x="T4" y="T5"/>
                </a:cxn>
                <a:cxn ang="0">
                  <a:pos x="T6" y="T7"/>
                </a:cxn>
                <a:cxn ang="0">
                  <a:pos x="T8" y="T9"/>
                </a:cxn>
              </a:cxnLst>
              <a:rect l="0" t="0" r="r" b="b"/>
              <a:pathLst>
                <a:path w="4" h="4">
                  <a:moveTo>
                    <a:pt x="4" y="3"/>
                  </a:moveTo>
                  <a:cubicBezTo>
                    <a:pt x="3" y="2"/>
                    <a:pt x="2" y="1"/>
                    <a:pt x="2" y="0"/>
                  </a:cubicBezTo>
                  <a:cubicBezTo>
                    <a:pt x="0" y="0"/>
                    <a:pt x="0" y="0"/>
                    <a:pt x="0" y="0"/>
                  </a:cubicBezTo>
                  <a:cubicBezTo>
                    <a:pt x="0" y="0"/>
                    <a:pt x="2" y="2"/>
                    <a:pt x="4" y="4"/>
                  </a:cubicBezTo>
                  <a:lnTo>
                    <a:pt x="4" y="3"/>
                  </a:ln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3" name="Freeform 30"/>
            <p:cNvSpPr>
              <a:spLocks/>
            </p:cNvSpPr>
            <p:nvPr/>
          </p:nvSpPr>
          <p:spPr bwMode="gray">
            <a:xfrm>
              <a:off x="8937925" y="4758058"/>
              <a:ext cx="1588" cy="3175"/>
            </a:xfrm>
            <a:custGeom>
              <a:avLst/>
              <a:gdLst>
                <a:gd name="T0" fmla="*/ 2 w 2"/>
                <a:gd name="T1" fmla="*/ 0 h 3"/>
                <a:gd name="T2" fmla="*/ 0 w 2"/>
                <a:gd name="T3" fmla="*/ 0 h 3"/>
                <a:gd name="T4" fmla="*/ 2 w 2"/>
                <a:gd name="T5" fmla="*/ 3 h 3"/>
                <a:gd name="T6" fmla="*/ 2 w 2"/>
                <a:gd name="T7" fmla="*/ 0 h 3"/>
              </a:gdLst>
              <a:ahLst/>
              <a:cxnLst>
                <a:cxn ang="0">
                  <a:pos x="T0" y="T1"/>
                </a:cxn>
                <a:cxn ang="0">
                  <a:pos x="T2" y="T3"/>
                </a:cxn>
                <a:cxn ang="0">
                  <a:pos x="T4" y="T5"/>
                </a:cxn>
                <a:cxn ang="0">
                  <a:pos x="T6" y="T7"/>
                </a:cxn>
              </a:cxnLst>
              <a:rect l="0" t="0" r="r" b="b"/>
              <a:pathLst>
                <a:path w="2" h="3">
                  <a:moveTo>
                    <a:pt x="2" y="0"/>
                  </a:moveTo>
                  <a:cubicBezTo>
                    <a:pt x="0" y="0"/>
                    <a:pt x="0" y="0"/>
                    <a:pt x="0" y="0"/>
                  </a:cubicBezTo>
                  <a:cubicBezTo>
                    <a:pt x="0" y="1"/>
                    <a:pt x="1" y="2"/>
                    <a:pt x="2" y="3"/>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4" name="Freeform 31"/>
            <p:cNvSpPr>
              <a:spLocks/>
            </p:cNvSpPr>
            <p:nvPr/>
          </p:nvSpPr>
          <p:spPr bwMode="gray">
            <a:xfrm>
              <a:off x="8934750" y="4739008"/>
              <a:ext cx="4763" cy="3175"/>
            </a:xfrm>
            <a:custGeom>
              <a:avLst/>
              <a:gdLst>
                <a:gd name="T0" fmla="*/ 3 w 3"/>
                <a:gd name="T1" fmla="*/ 1 h 3"/>
                <a:gd name="T2" fmla="*/ 1 w 3"/>
                <a:gd name="T3" fmla="*/ 3 h 3"/>
                <a:gd name="T4" fmla="*/ 0 w 3"/>
                <a:gd name="T5" fmla="*/ 2 h 3"/>
                <a:gd name="T6" fmla="*/ 1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3" y="2"/>
                    <a:pt x="2" y="3"/>
                    <a:pt x="1" y="3"/>
                  </a:cubicBezTo>
                  <a:cubicBezTo>
                    <a:pt x="1" y="3"/>
                    <a:pt x="0" y="3"/>
                    <a:pt x="0" y="2"/>
                  </a:cubicBezTo>
                  <a:cubicBezTo>
                    <a:pt x="0" y="1"/>
                    <a:pt x="0" y="1"/>
                    <a:pt x="1" y="0"/>
                  </a:cubicBezTo>
                  <a:cubicBezTo>
                    <a:pt x="2" y="0"/>
                    <a:pt x="2" y="1"/>
                    <a:pt x="3"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5" name="Freeform 32"/>
            <p:cNvSpPr>
              <a:spLocks/>
            </p:cNvSpPr>
            <p:nvPr/>
          </p:nvSpPr>
          <p:spPr bwMode="gray">
            <a:xfrm>
              <a:off x="8893475" y="4772345"/>
              <a:ext cx="34925" cy="22225"/>
            </a:xfrm>
            <a:custGeom>
              <a:avLst/>
              <a:gdLst>
                <a:gd name="T0" fmla="*/ 0 w 22"/>
                <a:gd name="T1" fmla="*/ 8 h 14"/>
                <a:gd name="T2" fmla="*/ 2 w 22"/>
                <a:gd name="T3" fmla="*/ 0 h 14"/>
                <a:gd name="T4" fmla="*/ 22 w 22"/>
                <a:gd name="T5" fmla="*/ 4 h 14"/>
                <a:gd name="T6" fmla="*/ 22 w 22"/>
                <a:gd name="T7" fmla="*/ 14 h 14"/>
                <a:gd name="T8" fmla="*/ 0 w 22"/>
                <a:gd name="T9" fmla="*/ 8 h 14"/>
              </a:gdLst>
              <a:ahLst/>
              <a:cxnLst>
                <a:cxn ang="0">
                  <a:pos x="T0" y="T1"/>
                </a:cxn>
                <a:cxn ang="0">
                  <a:pos x="T2" y="T3"/>
                </a:cxn>
                <a:cxn ang="0">
                  <a:pos x="T4" y="T5"/>
                </a:cxn>
                <a:cxn ang="0">
                  <a:pos x="T6" y="T7"/>
                </a:cxn>
                <a:cxn ang="0">
                  <a:pos x="T8" y="T9"/>
                </a:cxn>
              </a:cxnLst>
              <a:rect l="0" t="0" r="r" b="b"/>
              <a:pathLst>
                <a:path w="22" h="14">
                  <a:moveTo>
                    <a:pt x="0" y="8"/>
                  </a:moveTo>
                  <a:lnTo>
                    <a:pt x="2" y="0"/>
                  </a:lnTo>
                  <a:lnTo>
                    <a:pt x="22" y="4"/>
                  </a:lnTo>
                  <a:lnTo>
                    <a:pt x="22" y="14"/>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6" name="Freeform 33"/>
            <p:cNvSpPr>
              <a:spLocks/>
            </p:cNvSpPr>
            <p:nvPr/>
          </p:nvSpPr>
          <p:spPr bwMode="gray">
            <a:xfrm>
              <a:off x="8855375" y="4777108"/>
              <a:ext cx="103188" cy="166687"/>
            </a:xfrm>
            <a:custGeom>
              <a:avLst/>
              <a:gdLst>
                <a:gd name="T0" fmla="*/ 31 w 74"/>
                <a:gd name="T1" fmla="*/ 4 h 121"/>
                <a:gd name="T2" fmla="*/ 14 w 74"/>
                <a:gd name="T3" fmla="*/ 24 h 121"/>
                <a:gd name="T4" fmla="*/ 0 w 74"/>
                <a:gd name="T5" fmla="*/ 119 h 121"/>
                <a:gd name="T6" fmla="*/ 68 w 74"/>
                <a:gd name="T7" fmla="*/ 115 h 121"/>
                <a:gd name="T8" fmla="*/ 62 w 74"/>
                <a:gd name="T9" fmla="*/ 16 h 121"/>
                <a:gd name="T10" fmla="*/ 31 w 74"/>
                <a:gd name="T11" fmla="*/ 4 h 121"/>
              </a:gdLst>
              <a:ahLst/>
              <a:cxnLst>
                <a:cxn ang="0">
                  <a:pos x="T0" y="T1"/>
                </a:cxn>
                <a:cxn ang="0">
                  <a:pos x="T2" y="T3"/>
                </a:cxn>
                <a:cxn ang="0">
                  <a:pos x="T4" y="T5"/>
                </a:cxn>
                <a:cxn ang="0">
                  <a:pos x="T6" y="T7"/>
                </a:cxn>
                <a:cxn ang="0">
                  <a:pos x="T8" y="T9"/>
                </a:cxn>
                <a:cxn ang="0">
                  <a:pos x="T10" y="T11"/>
                </a:cxn>
              </a:cxnLst>
              <a:rect l="0" t="0" r="r" b="b"/>
              <a:pathLst>
                <a:path w="74" h="121">
                  <a:moveTo>
                    <a:pt x="31" y="4"/>
                  </a:moveTo>
                  <a:cubicBezTo>
                    <a:pt x="17" y="5"/>
                    <a:pt x="14" y="22"/>
                    <a:pt x="14" y="24"/>
                  </a:cubicBezTo>
                  <a:cubicBezTo>
                    <a:pt x="13" y="49"/>
                    <a:pt x="11" y="118"/>
                    <a:pt x="0" y="119"/>
                  </a:cubicBezTo>
                  <a:cubicBezTo>
                    <a:pt x="60" y="119"/>
                    <a:pt x="62" y="121"/>
                    <a:pt x="68" y="115"/>
                  </a:cubicBezTo>
                  <a:cubicBezTo>
                    <a:pt x="74" y="109"/>
                    <a:pt x="62" y="16"/>
                    <a:pt x="62" y="16"/>
                  </a:cubicBezTo>
                  <a:cubicBezTo>
                    <a:pt x="61" y="0"/>
                    <a:pt x="48" y="3"/>
                    <a:pt x="31" y="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7" name="Freeform 34"/>
            <p:cNvSpPr>
              <a:spLocks/>
            </p:cNvSpPr>
            <p:nvPr/>
          </p:nvSpPr>
          <p:spPr bwMode="gray">
            <a:xfrm>
              <a:off x="8855375" y="4780283"/>
              <a:ext cx="69850" cy="160337"/>
            </a:xfrm>
            <a:custGeom>
              <a:avLst/>
              <a:gdLst>
                <a:gd name="T0" fmla="*/ 31 w 50"/>
                <a:gd name="T1" fmla="*/ 1 h 116"/>
                <a:gd name="T2" fmla="*/ 14 w 50"/>
                <a:gd name="T3" fmla="*/ 21 h 116"/>
                <a:gd name="T4" fmla="*/ 0 w 50"/>
                <a:gd name="T5" fmla="*/ 116 h 116"/>
                <a:gd name="T6" fmla="*/ 9 w 50"/>
                <a:gd name="T7" fmla="*/ 116 h 116"/>
                <a:gd name="T8" fmla="*/ 8 w 50"/>
                <a:gd name="T9" fmla="*/ 116 h 116"/>
                <a:gd name="T10" fmla="*/ 22 w 50"/>
                <a:gd name="T11" fmla="*/ 31 h 116"/>
                <a:gd name="T12" fmla="*/ 40 w 50"/>
                <a:gd name="T13" fmla="*/ 2 h 116"/>
                <a:gd name="T14" fmla="*/ 49 w 50"/>
                <a:gd name="T15" fmla="*/ 0 h 116"/>
                <a:gd name="T16" fmla="*/ 31 w 50"/>
                <a:gd name="T17" fmla="*/ 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116">
                  <a:moveTo>
                    <a:pt x="31" y="1"/>
                  </a:moveTo>
                  <a:cubicBezTo>
                    <a:pt x="17" y="2"/>
                    <a:pt x="14" y="19"/>
                    <a:pt x="14" y="21"/>
                  </a:cubicBezTo>
                  <a:cubicBezTo>
                    <a:pt x="13" y="46"/>
                    <a:pt x="11" y="115"/>
                    <a:pt x="0" y="116"/>
                  </a:cubicBezTo>
                  <a:cubicBezTo>
                    <a:pt x="3" y="116"/>
                    <a:pt x="6" y="116"/>
                    <a:pt x="9" y="116"/>
                  </a:cubicBezTo>
                  <a:cubicBezTo>
                    <a:pt x="8" y="116"/>
                    <a:pt x="8" y="116"/>
                    <a:pt x="8" y="116"/>
                  </a:cubicBezTo>
                  <a:cubicBezTo>
                    <a:pt x="20" y="115"/>
                    <a:pt x="21" y="55"/>
                    <a:pt x="22" y="31"/>
                  </a:cubicBezTo>
                  <a:cubicBezTo>
                    <a:pt x="22" y="29"/>
                    <a:pt x="26" y="3"/>
                    <a:pt x="40" y="2"/>
                  </a:cubicBezTo>
                  <a:cubicBezTo>
                    <a:pt x="43" y="2"/>
                    <a:pt x="50" y="1"/>
                    <a:pt x="49" y="0"/>
                  </a:cubicBezTo>
                  <a:cubicBezTo>
                    <a:pt x="44" y="0"/>
                    <a:pt x="38" y="0"/>
                    <a:pt x="31" y="1"/>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8" name="Freeform 35"/>
            <p:cNvSpPr>
              <a:spLocks/>
            </p:cNvSpPr>
            <p:nvPr/>
          </p:nvSpPr>
          <p:spPr bwMode="gray">
            <a:xfrm>
              <a:off x="8890300" y="4850133"/>
              <a:ext cx="87313" cy="55562"/>
            </a:xfrm>
            <a:custGeom>
              <a:avLst/>
              <a:gdLst>
                <a:gd name="T0" fmla="*/ 63 w 63"/>
                <a:gd name="T1" fmla="*/ 36 h 41"/>
                <a:gd name="T2" fmla="*/ 57 w 63"/>
                <a:gd name="T3" fmla="*/ 41 h 41"/>
                <a:gd name="T4" fmla="*/ 6 w 63"/>
                <a:gd name="T5" fmla="*/ 41 h 41"/>
                <a:gd name="T6" fmla="*/ 0 w 63"/>
                <a:gd name="T7" fmla="*/ 36 h 41"/>
                <a:gd name="T8" fmla="*/ 0 w 63"/>
                <a:gd name="T9" fmla="*/ 6 h 41"/>
                <a:gd name="T10" fmla="*/ 6 w 63"/>
                <a:gd name="T11" fmla="*/ 0 h 41"/>
                <a:gd name="T12" fmla="*/ 57 w 63"/>
                <a:gd name="T13" fmla="*/ 0 h 41"/>
                <a:gd name="T14" fmla="*/ 63 w 63"/>
                <a:gd name="T15" fmla="*/ 6 h 41"/>
                <a:gd name="T16" fmla="*/ 63 w 63"/>
                <a:gd name="T17" fmla="*/ 36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41">
                  <a:moveTo>
                    <a:pt x="63" y="36"/>
                  </a:moveTo>
                  <a:cubicBezTo>
                    <a:pt x="63" y="39"/>
                    <a:pt x="60" y="41"/>
                    <a:pt x="57" y="41"/>
                  </a:cubicBezTo>
                  <a:cubicBezTo>
                    <a:pt x="6" y="41"/>
                    <a:pt x="6" y="41"/>
                    <a:pt x="6" y="41"/>
                  </a:cubicBezTo>
                  <a:cubicBezTo>
                    <a:pt x="3" y="41"/>
                    <a:pt x="0" y="39"/>
                    <a:pt x="0" y="36"/>
                  </a:cubicBezTo>
                  <a:cubicBezTo>
                    <a:pt x="0" y="6"/>
                    <a:pt x="0" y="6"/>
                    <a:pt x="0" y="6"/>
                  </a:cubicBezTo>
                  <a:cubicBezTo>
                    <a:pt x="0" y="3"/>
                    <a:pt x="3" y="0"/>
                    <a:pt x="6" y="0"/>
                  </a:cubicBezTo>
                  <a:cubicBezTo>
                    <a:pt x="57" y="0"/>
                    <a:pt x="57" y="0"/>
                    <a:pt x="57" y="0"/>
                  </a:cubicBezTo>
                  <a:cubicBezTo>
                    <a:pt x="60" y="0"/>
                    <a:pt x="63" y="3"/>
                    <a:pt x="63" y="6"/>
                  </a:cubicBezTo>
                  <a:lnTo>
                    <a:pt x="63" y="36"/>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9" name="Freeform 36"/>
            <p:cNvSpPr>
              <a:spLocks/>
            </p:cNvSpPr>
            <p:nvPr/>
          </p:nvSpPr>
          <p:spPr bwMode="gray">
            <a:xfrm>
              <a:off x="8960150" y="4897758"/>
              <a:ext cx="19050" cy="20637"/>
            </a:xfrm>
            <a:custGeom>
              <a:avLst/>
              <a:gdLst>
                <a:gd name="T0" fmla="*/ 0 w 14"/>
                <a:gd name="T1" fmla="*/ 10 h 15"/>
                <a:gd name="T2" fmla="*/ 0 w 14"/>
                <a:gd name="T3" fmla="*/ 10 h 15"/>
                <a:gd name="T4" fmla="*/ 1 w 14"/>
                <a:gd name="T5" fmla="*/ 12 h 15"/>
                <a:gd name="T6" fmla="*/ 6 w 14"/>
                <a:gd name="T7" fmla="*/ 15 h 15"/>
                <a:gd name="T8" fmla="*/ 8 w 14"/>
                <a:gd name="T9" fmla="*/ 14 h 15"/>
                <a:gd name="T10" fmla="*/ 9 w 14"/>
                <a:gd name="T11" fmla="*/ 13 h 15"/>
                <a:gd name="T12" fmla="*/ 11 w 14"/>
                <a:gd name="T13" fmla="*/ 12 h 15"/>
                <a:gd name="T14" fmla="*/ 11 w 14"/>
                <a:gd name="T15" fmla="*/ 10 h 15"/>
                <a:gd name="T16" fmla="*/ 13 w 14"/>
                <a:gd name="T17" fmla="*/ 9 h 15"/>
                <a:gd name="T18" fmla="*/ 12 w 14"/>
                <a:gd name="T19" fmla="*/ 6 h 15"/>
                <a:gd name="T20" fmla="*/ 11 w 14"/>
                <a:gd name="T21" fmla="*/ 6 h 15"/>
                <a:gd name="T22" fmla="*/ 13 w 14"/>
                <a:gd name="T23" fmla="*/ 5 h 15"/>
                <a:gd name="T24" fmla="*/ 13 w 14"/>
                <a:gd name="T25" fmla="*/ 3 h 15"/>
                <a:gd name="T26" fmla="*/ 8 w 14"/>
                <a:gd name="T27" fmla="*/ 0 h 15"/>
                <a:gd name="T28" fmla="*/ 6 w 14"/>
                <a:gd name="T29" fmla="*/ 0 h 15"/>
                <a:gd name="T30" fmla="*/ 0 w 14"/>
                <a:gd name="T31" fmla="*/ 1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 h="15">
                  <a:moveTo>
                    <a:pt x="0" y="10"/>
                  </a:moveTo>
                  <a:cubicBezTo>
                    <a:pt x="0" y="10"/>
                    <a:pt x="0" y="10"/>
                    <a:pt x="0" y="10"/>
                  </a:cubicBezTo>
                  <a:cubicBezTo>
                    <a:pt x="0" y="11"/>
                    <a:pt x="0" y="11"/>
                    <a:pt x="1" y="12"/>
                  </a:cubicBezTo>
                  <a:cubicBezTo>
                    <a:pt x="6" y="15"/>
                    <a:pt x="6" y="15"/>
                    <a:pt x="6" y="15"/>
                  </a:cubicBezTo>
                  <a:cubicBezTo>
                    <a:pt x="7" y="15"/>
                    <a:pt x="8" y="15"/>
                    <a:pt x="8" y="14"/>
                  </a:cubicBezTo>
                  <a:cubicBezTo>
                    <a:pt x="9" y="14"/>
                    <a:pt x="9" y="13"/>
                    <a:pt x="9" y="13"/>
                  </a:cubicBezTo>
                  <a:cubicBezTo>
                    <a:pt x="9" y="13"/>
                    <a:pt x="10" y="13"/>
                    <a:pt x="11" y="12"/>
                  </a:cubicBezTo>
                  <a:cubicBezTo>
                    <a:pt x="11" y="11"/>
                    <a:pt x="11" y="10"/>
                    <a:pt x="11" y="10"/>
                  </a:cubicBezTo>
                  <a:cubicBezTo>
                    <a:pt x="11" y="10"/>
                    <a:pt x="12" y="10"/>
                    <a:pt x="13" y="9"/>
                  </a:cubicBezTo>
                  <a:cubicBezTo>
                    <a:pt x="13" y="8"/>
                    <a:pt x="13" y="7"/>
                    <a:pt x="12" y="6"/>
                  </a:cubicBezTo>
                  <a:cubicBezTo>
                    <a:pt x="11" y="6"/>
                    <a:pt x="11" y="6"/>
                    <a:pt x="11" y="6"/>
                  </a:cubicBezTo>
                  <a:cubicBezTo>
                    <a:pt x="12" y="6"/>
                    <a:pt x="13" y="6"/>
                    <a:pt x="13" y="5"/>
                  </a:cubicBezTo>
                  <a:cubicBezTo>
                    <a:pt x="14" y="4"/>
                    <a:pt x="14" y="3"/>
                    <a:pt x="13" y="3"/>
                  </a:cubicBezTo>
                  <a:cubicBezTo>
                    <a:pt x="8" y="0"/>
                    <a:pt x="8" y="0"/>
                    <a:pt x="8" y="0"/>
                  </a:cubicBezTo>
                  <a:cubicBezTo>
                    <a:pt x="7" y="0"/>
                    <a:pt x="6" y="0"/>
                    <a:pt x="6" y="0"/>
                  </a:cubicBezTo>
                  <a:cubicBezTo>
                    <a:pt x="2" y="2"/>
                    <a:pt x="0" y="10"/>
                    <a:pt x="0" y="10"/>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0" name="Freeform 37"/>
            <p:cNvSpPr>
              <a:spLocks/>
            </p:cNvSpPr>
            <p:nvPr/>
          </p:nvSpPr>
          <p:spPr bwMode="gray">
            <a:xfrm>
              <a:off x="8960150" y="4892995"/>
              <a:ext cx="15875" cy="6350"/>
            </a:xfrm>
            <a:custGeom>
              <a:avLst/>
              <a:gdLst>
                <a:gd name="T0" fmla="*/ 0 w 11"/>
                <a:gd name="T1" fmla="*/ 2 h 4"/>
                <a:gd name="T2" fmla="*/ 2 w 11"/>
                <a:gd name="T3" fmla="*/ 0 h 4"/>
                <a:gd name="T4" fmla="*/ 10 w 11"/>
                <a:gd name="T5" fmla="*/ 0 h 4"/>
                <a:gd name="T6" fmla="*/ 11 w 11"/>
                <a:gd name="T7" fmla="*/ 2 h 4"/>
                <a:gd name="T8" fmla="*/ 11 w 11"/>
                <a:gd name="T9" fmla="*/ 2 h 4"/>
                <a:gd name="T10" fmla="*/ 10 w 11"/>
                <a:gd name="T11" fmla="*/ 4 h 4"/>
                <a:gd name="T12" fmla="*/ 2 w 11"/>
                <a:gd name="T13" fmla="*/ 4 h 4"/>
                <a:gd name="T14" fmla="*/ 0 w 11"/>
                <a:gd name="T15" fmla="*/ 2 h 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 h="4">
                  <a:moveTo>
                    <a:pt x="0" y="2"/>
                  </a:moveTo>
                  <a:cubicBezTo>
                    <a:pt x="0" y="1"/>
                    <a:pt x="1" y="0"/>
                    <a:pt x="2" y="0"/>
                  </a:cubicBezTo>
                  <a:cubicBezTo>
                    <a:pt x="10" y="0"/>
                    <a:pt x="10" y="0"/>
                    <a:pt x="10" y="0"/>
                  </a:cubicBezTo>
                  <a:cubicBezTo>
                    <a:pt x="11" y="0"/>
                    <a:pt x="11" y="1"/>
                    <a:pt x="11" y="2"/>
                  </a:cubicBezTo>
                  <a:cubicBezTo>
                    <a:pt x="11" y="2"/>
                    <a:pt x="11" y="2"/>
                    <a:pt x="11" y="2"/>
                  </a:cubicBezTo>
                  <a:cubicBezTo>
                    <a:pt x="11" y="3"/>
                    <a:pt x="10" y="4"/>
                    <a:pt x="10" y="4"/>
                  </a:cubicBezTo>
                  <a:cubicBezTo>
                    <a:pt x="2" y="4"/>
                    <a:pt x="2" y="4"/>
                    <a:pt x="2" y="4"/>
                  </a:cubicBezTo>
                  <a:cubicBezTo>
                    <a:pt x="1" y="4"/>
                    <a:pt x="0" y="3"/>
                    <a:pt x="0" y="2"/>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1" name="Freeform 38"/>
            <p:cNvSpPr>
              <a:spLocks/>
            </p:cNvSpPr>
            <p:nvPr/>
          </p:nvSpPr>
          <p:spPr bwMode="gray">
            <a:xfrm>
              <a:off x="8893475" y="4797745"/>
              <a:ext cx="77788" cy="115887"/>
            </a:xfrm>
            <a:custGeom>
              <a:avLst/>
              <a:gdLst>
                <a:gd name="T0" fmla="*/ 48 w 57"/>
                <a:gd name="T1" fmla="*/ 84 h 84"/>
                <a:gd name="T2" fmla="*/ 42 w 57"/>
                <a:gd name="T3" fmla="*/ 82 h 84"/>
                <a:gd name="T4" fmla="*/ 18 w 57"/>
                <a:gd name="T5" fmla="*/ 59 h 84"/>
                <a:gd name="T6" fmla="*/ 1 w 57"/>
                <a:gd name="T7" fmla="*/ 11 h 84"/>
                <a:gd name="T8" fmla="*/ 6 w 57"/>
                <a:gd name="T9" fmla="*/ 1 h 84"/>
                <a:gd name="T10" fmla="*/ 16 w 57"/>
                <a:gd name="T11" fmla="*/ 6 h 84"/>
                <a:gd name="T12" fmla="*/ 32 w 57"/>
                <a:gd name="T13" fmla="*/ 50 h 84"/>
                <a:gd name="T14" fmla="*/ 53 w 57"/>
                <a:gd name="T15" fmla="*/ 70 h 84"/>
                <a:gd name="T16" fmla="*/ 54 w 57"/>
                <a:gd name="T17" fmla="*/ 81 h 84"/>
                <a:gd name="T18" fmla="*/ 48 w 57"/>
                <a:gd name="T19"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 h="84">
                  <a:moveTo>
                    <a:pt x="48" y="84"/>
                  </a:moveTo>
                  <a:cubicBezTo>
                    <a:pt x="46" y="84"/>
                    <a:pt x="44" y="83"/>
                    <a:pt x="42" y="82"/>
                  </a:cubicBezTo>
                  <a:cubicBezTo>
                    <a:pt x="18" y="59"/>
                    <a:pt x="18" y="59"/>
                    <a:pt x="18" y="59"/>
                  </a:cubicBezTo>
                  <a:cubicBezTo>
                    <a:pt x="1" y="11"/>
                    <a:pt x="1" y="11"/>
                    <a:pt x="1" y="11"/>
                  </a:cubicBezTo>
                  <a:cubicBezTo>
                    <a:pt x="0" y="7"/>
                    <a:pt x="2" y="2"/>
                    <a:pt x="6" y="1"/>
                  </a:cubicBezTo>
                  <a:cubicBezTo>
                    <a:pt x="10" y="0"/>
                    <a:pt x="15" y="2"/>
                    <a:pt x="16" y="6"/>
                  </a:cubicBezTo>
                  <a:cubicBezTo>
                    <a:pt x="32" y="50"/>
                    <a:pt x="32" y="50"/>
                    <a:pt x="32" y="50"/>
                  </a:cubicBezTo>
                  <a:cubicBezTo>
                    <a:pt x="53" y="70"/>
                    <a:pt x="53" y="70"/>
                    <a:pt x="53" y="70"/>
                  </a:cubicBezTo>
                  <a:cubicBezTo>
                    <a:pt x="57" y="73"/>
                    <a:pt x="57" y="78"/>
                    <a:pt x="54" y="81"/>
                  </a:cubicBezTo>
                  <a:cubicBezTo>
                    <a:pt x="52" y="83"/>
                    <a:pt x="50" y="84"/>
                    <a:pt x="48" y="8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2" name="Freeform 39"/>
            <p:cNvSpPr>
              <a:spLocks/>
            </p:cNvSpPr>
            <p:nvPr/>
          </p:nvSpPr>
          <p:spPr bwMode="gray">
            <a:xfrm>
              <a:off x="8893475" y="4799333"/>
              <a:ext cx="69850" cy="114300"/>
            </a:xfrm>
            <a:custGeom>
              <a:avLst/>
              <a:gdLst>
                <a:gd name="T0" fmla="*/ 48 w 51"/>
                <a:gd name="T1" fmla="*/ 76 h 82"/>
                <a:gd name="T2" fmla="*/ 23 w 51"/>
                <a:gd name="T3" fmla="*/ 53 h 82"/>
                <a:gd name="T4" fmla="*/ 5 w 51"/>
                <a:gd name="T5" fmla="*/ 2 h 82"/>
                <a:gd name="T6" fmla="*/ 4 w 51"/>
                <a:gd name="T7" fmla="*/ 0 h 82"/>
                <a:gd name="T8" fmla="*/ 1 w 51"/>
                <a:gd name="T9" fmla="*/ 9 h 82"/>
                <a:gd name="T10" fmla="*/ 18 w 51"/>
                <a:gd name="T11" fmla="*/ 57 h 82"/>
                <a:gd name="T12" fmla="*/ 42 w 51"/>
                <a:gd name="T13" fmla="*/ 80 h 82"/>
                <a:gd name="T14" fmla="*/ 48 w 51"/>
                <a:gd name="T15" fmla="*/ 82 h 82"/>
                <a:gd name="T16" fmla="*/ 51 w 51"/>
                <a:gd name="T17" fmla="*/ 81 h 82"/>
                <a:gd name="T18" fmla="*/ 48 w 51"/>
                <a:gd name="T19" fmla="*/ 76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 h="82">
                  <a:moveTo>
                    <a:pt x="48" y="76"/>
                  </a:moveTo>
                  <a:cubicBezTo>
                    <a:pt x="23" y="53"/>
                    <a:pt x="23" y="53"/>
                    <a:pt x="23" y="53"/>
                  </a:cubicBezTo>
                  <a:cubicBezTo>
                    <a:pt x="5" y="2"/>
                    <a:pt x="5" y="2"/>
                    <a:pt x="5" y="2"/>
                  </a:cubicBezTo>
                  <a:cubicBezTo>
                    <a:pt x="5" y="1"/>
                    <a:pt x="5" y="1"/>
                    <a:pt x="4" y="0"/>
                  </a:cubicBezTo>
                  <a:cubicBezTo>
                    <a:pt x="1" y="2"/>
                    <a:pt x="0" y="6"/>
                    <a:pt x="1" y="9"/>
                  </a:cubicBezTo>
                  <a:cubicBezTo>
                    <a:pt x="18" y="57"/>
                    <a:pt x="18" y="57"/>
                    <a:pt x="18" y="57"/>
                  </a:cubicBezTo>
                  <a:cubicBezTo>
                    <a:pt x="42" y="80"/>
                    <a:pt x="42" y="80"/>
                    <a:pt x="42" y="80"/>
                  </a:cubicBezTo>
                  <a:cubicBezTo>
                    <a:pt x="44" y="81"/>
                    <a:pt x="46" y="82"/>
                    <a:pt x="48" y="82"/>
                  </a:cubicBezTo>
                  <a:cubicBezTo>
                    <a:pt x="49" y="82"/>
                    <a:pt x="50" y="82"/>
                    <a:pt x="51" y="81"/>
                  </a:cubicBezTo>
                  <a:cubicBezTo>
                    <a:pt x="51" y="79"/>
                    <a:pt x="50" y="78"/>
                    <a:pt x="48" y="76"/>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3" name="Freeform 40"/>
            <p:cNvSpPr>
              <a:spLocks/>
            </p:cNvSpPr>
            <p:nvPr/>
          </p:nvSpPr>
          <p:spPr bwMode="gray">
            <a:xfrm>
              <a:off x="8869662" y="4696145"/>
              <a:ext cx="73025" cy="73025"/>
            </a:xfrm>
            <a:custGeom>
              <a:avLst/>
              <a:gdLst>
                <a:gd name="T0" fmla="*/ 49 w 53"/>
                <a:gd name="T1" fmla="*/ 11 h 53"/>
                <a:gd name="T2" fmla="*/ 42 w 53"/>
                <a:gd name="T3" fmla="*/ 6 h 53"/>
                <a:gd name="T4" fmla="*/ 40 w 53"/>
                <a:gd name="T5" fmla="*/ 6 h 53"/>
                <a:gd name="T6" fmla="*/ 33 w 53"/>
                <a:gd name="T7" fmla="*/ 1 h 53"/>
                <a:gd name="T8" fmla="*/ 29 w 53"/>
                <a:gd name="T9" fmla="*/ 3 h 53"/>
                <a:gd name="T10" fmla="*/ 23 w 53"/>
                <a:gd name="T11" fmla="*/ 0 h 53"/>
                <a:gd name="T12" fmla="*/ 15 w 53"/>
                <a:gd name="T13" fmla="*/ 4 h 53"/>
                <a:gd name="T14" fmla="*/ 14 w 53"/>
                <a:gd name="T15" fmla="*/ 4 h 53"/>
                <a:gd name="T16" fmla="*/ 6 w 53"/>
                <a:gd name="T17" fmla="*/ 12 h 53"/>
                <a:gd name="T18" fmla="*/ 6 w 53"/>
                <a:gd name="T19" fmla="*/ 13 h 53"/>
                <a:gd name="T20" fmla="*/ 0 w 53"/>
                <a:gd name="T21" fmla="*/ 21 h 53"/>
                <a:gd name="T22" fmla="*/ 1 w 53"/>
                <a:gd name="T23" fmla="*/ 25 h 53"/>
                <a:gd name="T24" fmla="*/ 0 w 53"/>
                <a:gd name="T25" fmla="*/ 30 h 53"/>
                <a:gd name="T26" fmla="*/ 4 w 53"/>
                <a:gd name="T27" fmla="*/ 37 h 53"/>
                <a:gd name="T28" fmla="*/ 4 w 53"/>
                <a:gd name="T29" fmla="*/ 38 h 53"/>
                <a:gd name="T30" fmla="*/ 3 w 53"/>
                <a:gd name="T31" fmla="*/ 39 h 53"/>
                <a:gd name="T32" fmla="*/ 11 w 53"/>
                <a:gd name="T33" fmla="*/ 48 h 53"/>
                <a:gd name="T34" fmla="*/ 11 w 53"/>
                <a:gd name="T35" fmla="*/ 48 h 53"/>
                <a:gd name="T36" fmla="*/ 16 w 53"/>
                <a:gd name="T37" fmla="*/ 52 h 53"/>
                <a:gd name="T38" fmla="*/ 19 w 53"/>
                <a:gd name="T39" fmla="*/ 52 h 53"/>
                <a:gd name="T40" fmla="*/ 22 w 53"/>
                <a:gd name="T41" fmla="*/ 53 h 53"/>
                <a:gd name="T42" fmla="*/ 22 w 53"/>
                <a:gd name="T43" fmla="*/ 53 h 53"/>
                <a:gd name="T44" fmla="*/ 22 w 53"/>
                <a:gd name="T45" fmla="*/ 53 h 53"/>
                <a:gd name="T46" fmla="*/ 26 w 53"/>
                <a:gd name="T47" fmla="*/ 50 h 53"/>
                <a:gd name="T48" fmla="*/ 31 w 53"/>
                <a:gd name="T49" fmla="*/ 49 h 53"/>
                <a:gd name="T50" fmla="*/ 31 w 53"/>
                <a:gd name="T51" fmla="*/ 40 h 53"/>
                <a:gd name="T52" fmla="*/ 38 w 53"/>
                <a:gd name="T53" fmla="*/ 39 h 53"/>
                <a:gd name="T54" fmla="*/ 38 w 53"/>
                <a:gd name="T55" fmla="*/ 31 h 53"/>
                <a:gd name="T56" fmla="*/ 43 w 53"/>
                <a:gd name="T57" fmla="*/ 30 h 53"/>
                <a:gd name="T58" fmla="*/ 45 w 53"/>
                <a:gd name="T59" fmla="*/ 26 h 53"/>
                <a:gd name="T60" fmla="*/ 49 w 53"/>
                <a:gd name="T61" fmla="*/ 26 h 53"/>
                <a:gd name="T62" fmla="*/ 49 w 53"/>
                <a:gd name="T63" fmla="*/ 26 h 53"/>
                <a:gd name="T64" fmla="*/ 53 w 53"/>
                <a:gd name="T65" fmla="*/ 17 h 53"/>
                <a:gd name="T66" fmla="*/ 49 w 53"/>
                <a:gd name="T67" fmla="*/ 1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3">
                  <a:moveTo>
                    <a:pt x="49" y="11"/>
                  </a:moveTo>
                  <a:cubicBezTo>
                    <a:pt x="48" y="8"/>
                    <a:pt x="45" y="6"/>
                    <a:pt x="42" y="6"/>
                  </a:cubicBezTo>
                  <a:cubicBezTo>
                    <a:pt x="41" y="6"/>
                    <a:pt x="41" y="6"/>
                    <a:pt x="40" y="6"/>
                  </a:cubicBezTo>
                  <a:cubicBezTo>
                    <a:pt x="39" y="3"/>
                    <a:pt x="36" y="1"/>
                    <a:pt x="33" y="1"/>
                  </a:cubicBezTo>
                  <a:cubicBezTo>
                    <a:pt x="32" y="1"/>
                    <a:pt x="30" y="2"/>
                    <a:pt x="29" y="3"/>
                  </a:cubicBezTo>
                  <a:cubicBezTo>
                    <a:pt x="27" y="1"/>
                    <a:pt x="25" y="0"/>
                    <a:pt x="23" y="0"/>
                  </a:cubicBezTo>
                  <a:cubicBezTo>
                    <a:pt x="19" y="0"/>
                    <a:pt x="16" y="2"/>
                    <a:pt x="15" y="4"/>
                  </a:cubicBezTo>
                  <a:cubicBezTo>
                    <a:pt x="14" y="4"/>
                    <a:pt x="14" y="4"/>
                    <a:pt x="14" y="4"/>
                  </a:cubicBezTo>
                  <a:cubicBezTo>
                    <a:pt x="10" y="4"/>
                    <a:pt x="6" y="8"/>
                    <a:pt x="6" y="12"/>
                  </a:cubicBezTo>
                  <a:cubicBezTo>
                    <a:pt x="6" y="13"/>
                    <a:pt x="6" y="13"/>
                    <a:pt x="6" y="13"/>
                  </a:cubicBezTo>
                  <a:cubicBezTo>
                    <a:pt x="3" y="14"/>
                    <a:pt x="0" y="17"/>
                    <a:pt x="0" y="21"/>
                  </a:cubicBezTo>
                  <a:cubicBezTo>
                    <a:pt x="0" y="22"/>
                    <a:pt x="1" y="24"/>
                    <a:pt x="1" y="25"/>
                  </a:cubicBezTo>
                  <a:cubicBezTo>
                    <a:pt x="0" y="26"/>
                    <a:pt x="0" y="28"/>
                    <a:pt x="0" y="30"/>
                  </a:cubicBezTo>
                  <a:cubicBezTo>
                    <a:pt x="0" y="33"/>
                    <a:pt x="1" y="36"/>
                    <a:pt x="4" y="37"/>
                  </a:cubicBezTo>
                  <a:cubicBezTo>
                    <a:pt x="4" y="38"/>
                    <a:pt x="4" y="38"/>
                    <a:pt x="4" y="38"/>
                  </a:cubicBezTo>
                  <a:cubicBezTo>
                    <a:pt x="3" y="38"/>
                    <a:pt x="3" y="39"/>
                    <a:pt x="3" y="39"/>
                  </a:cubicBezTo>
                  <a:cubicBezTo>
                    <a:pt x="3" y="44"/>
                    <a:pt x="7" y="47"/>
                    <a:pt x="11" y="48"/>
                  </a:cubicBezTo>
                  <a:cubicBezTo>
                    <a:pt x="11" y="48"/>
                    <a:pt x="11" y="48"/>
                    <a:pt x="11" y="48"/>
                  </a:cubicBezTo>
                  <a:cubicBezTo>
                    <a:pt x="11" y="50"/>
                    <a:pt x="14" y="52"/>
                    <a:pt x="16" y="52"/>
                  </a:cubicBezTo>
                  <a:cubicBezTo>
                    <a:pt x="17" y="52"/>
                    <a:pt x="18" y="52"/>
                    <a:pt x="19" y="52"/>
                  </a:cubicBezTo>
                  <a:cubicBezTo>
                    <a:pt x="20" y="52"/>
                    <a:pt x="21" y="53"/>
                    <a:pt x="22" y="53"/>
                  </a:cubicBezTo>
                  <a:cubicBezTo>
                    <a:pt x="22" y="53"/>
                    <a:pt x="22" y="53"/>
                    <a:pt x="22" y="53"/>
                  </a:cubicBezTo>
                  <a:cubicBezTo>
                    <a:pt x="22" y="53"/>
                    <a:pt x="22" y="53"/>
                    <a:pt x="22" y="53"/>
                  </a:cubicBezTo>
                  <a:cubicBezTo>
                    <a:pt x="24" y="52"/>
                    <a:pt x="25" y="51"/>
                    <a:pt x="26" y="50"/>
                  </a:cubicBezTo>
                  <a:cubicBezTo>
                    <a:pt x="27" y="50"/>
                    <a:pt x="29" y="50"/>
                    <a:pt x="31" y="49"/>
                  </a:cubicBezTo>
                  <a:cubicBezTo>
                    <a:pt x="39" y="46"/>
                    <a:pt x="32" y="45"/>
                    <a:pt x="31" y="40"/>
                  </a:cubicBezTo>
                  <a:cubicBezTo>
                    <a:pt x="31" y="35"/>
                    <a:pt x="36" y="40"/>
                    <a:pt x="38" y="39"/>
                  </a:cubicBezTo>
                  <a:cubicBezTo>
                    <a:pt x="40" y="39"/>
                    <a:pt x="38" y="35"/>
                    <a:pt x="38" y="31"/>
                  </a:cubicBezTo>
                  <a:cubicBezTo>
                    <a:pt x="37" y="27"/>
                    <a:pt x="39" y="30"/>
                    <a:pt x="43" y="30"/>
                  </a:cubicBezTo>
                  <a:cubicBezTo>
                    <a:pt x="46" y="29"/>
                    <a:pt x="46" y="28"/>
                    <a:pt x="45" y="26"/>
                  </a:cubicBezTo>
                  <a:cubicBezTo>
                    <a:pt x="47" y="26"/>
                    <a:pt x="48" y="26"/>
                    <a:pt x="49" y="26"/>
                  </a:cubicBezTo>
                  <a:cubicBezTo>
                    <a:pt x="49" y="26"/>
                    <a:pt x="49" y="26"/>
                    <a:pt x="49" y="26"/>
                  </a:cubicBezTo>
                  <a:cubicBezTo>
                    <a:pt x="52" y="24"/>
                    <a:pt x="53" y="20"/>
                    <a:pt x="53" y="17"/>
                  </a:cubicBezTo>
                  <a:cubicBezTo>
                    <a:pt x="52" y="14"/>
                    <a:pt x="51" y="13"/>
                    <a:pt x="49" y="1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4" name="Freeform 41"/>
            <p:cNvSpPr>
              <a:spLocks/>
            </p:cNvSpPr>
            <p:nvPr/>
          </p:nvSpPr>
          <p:spPr bwMode="gray">
            <a:xfrm>
              <a:off x="8861725" y="4683445"/>
              <a:ext cx="82550" cy="65087"/>
            </a:xfrm>
            <a:custGeom>
              <a:avLst/>
              <a:gdLst>
                <a:gd name="T0" fmla="*/ 60 w 60"/>
                <a:gd name="T1" fmla="*/ 26 h 47"/>
                <a:gd name="T2" fmla="*/ 59 w 60"/>
                <a:gd name="T3" fmla="*/ 21 h 47"/>
                <a:gd name="T4" fmla="*/ 22 w 60"/>
                <a:gd name="T5" fmla="*/ 6 h 47"/>
                <a:gd name="T6" fmla="*/ 6 w 60"/>
                <a:gd name="T7" fmla="*/ 43 h 47"/>
                <a:gd name="T8" fmla="*/ 8 w 60"/>
                <a:gd name="T9" fmla="*/ 47 h 47"/>
                <a:gd name="T10" fmla="*/ 60 w 60"/>
                <a:gd name="T11" fmla="*/ 26 h 47"/>
              </a:gdLst>
              <a:ahLst/>
              <a:cxnLst>
                <a:cxn ang="0">
                  <a:pos x="T0" y="T1"/>
                </a:cxn>
                <a:cxn ang="0">
                  <a:pos x="T2" y="T3"/>
                </a:cxn>
                <a:cxn ang="0">
                  <a:pos x="T4" y="T5"/>
                </a:cxn>
                <a:cxn ang="0">
                  <a:pos x="T6" y="T7"/>
                </a:cxn>
                <a:cxn ang="0">
                  <a:pos x="T8" y="T9"/>
                </a:cxn>
                <a:cxn ang="0">
                  <a:pos x="T10" y="T11"/>
                </a:cxn>
              </a:cxnLst>
              <a:rect l="0" t="0" r="r" b="b"/>
              <a:pathLst>
                <a:path w="60" h="47">
                  <a:moveTo>
                    <a:pt x="60" y="26"/>
                  </a:moveTo>
                  <a:cubicBezTo>
                    <a:pt x="60" y="24"/>
                    <a:pt x="59" y="23"/>
                    <a:pt x="59" y="21"/>
                  </a:cubicBezTo>
                  <a:cubicBezTo>
                    <a:pt x="53" y="7"/>
                    <a:pt x="36" y="0"/>
                    <a:pt x="22" y="6"/>
                  </a:cubicBezTo>
                  <a:cubicBezTo>
                    <a:pt x="7" y="12"/>
                    <a:pt x="0" y="29"/>
                    <a:pt x="6" y="43"/>
                  </a:cubicBezTo>
                  <a:cubicBezTo>
                    <a:pt x="7" y="44"/>
                    <a:pt x="7" y="46"/>
                    <a:pt x="8" y="47"/>
                  </a:cubicBezTo>
                  <a:lnTo>
                    <a:pt x="60" y="26"/>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5" name="Freeform 42"/>
            <p:cNvSpPr>
              <a:spLocks/>
            </p:cNvSpPr>
            <p:nvPr/>
          </p:nvSpPr>
          <p:spPr bwMode="gray">
            <a:xfrm>
              <a:off x="8885537" y="4683445"/>
              <a:ext cx="58738" cy="38100"/>
            </a:xfrm>
            <a:custGeom>
              <a:avLst/>
              <a:gdLst>
                <a:gd name="T0" fmla="*/ 34 w 42"/>
                <a:gd name="T1" fmla="*/ 24 h 28"/>
                <a:gd name="T2" fmla="*/ 35 w 42"/>
                <a:gd name="T3" fmla="*/ 28 h 28"/>
                <a:gd name="T4" fmla="*/ 42 w 42"/>
                <a:gd name="T5" fmla="*/ 26 h 28"/>
                <a:gd name="T6" fmla="*/ 41 w 42"/>
                <a:gd name="T7" fmla="*/ 21 h 28"/>
                <a:gd name="T8" fmla="*/ 4 w 42"/>
                <a:gd name="T9" fmla="*/ 6 h 28"/>
                <a:gd name="T10" fmla="*/ 0 w 42"/>
                <a:gd name="T11" fmla="*/ 8 h 28"/>
                <a:gd name="T12" fmla="*/ 34 w 42"/>
                <a:gd name="T13" fmla="*/ 24 h 28"/>
              </a:gdLst>
              <a:ahLst/>
              <a:cxnLst>
                <a:cxn ang="0">
                  <a:pos x="T0" y="T1"/>
                </a:cxn>
                <a:cxn ang="0">
                  <a:pos x="T2" y="T3"/>
                </a:cxn>
                <a:cxn ang="0">
                  <a:pos x="T4" y="T5"/>
                </a:cxn>
                <a:cxn ang="0">
                  <a:pos x="T6" y="T7"/>
                </a:cxn>
                <a:cxn ang="0">
                  <a:pos x="T8" y="T9"/>
                </a:cxn>
                <a:cxn ang="0">
                  <a:pos x="T10" y="T11"/>
                </a:cxn>
                <a:cxn ang="0">
                  <a:pos x="T12" y="T13"/>
                </a:cxn>
              </a:cxnLst>
              <a:rect l="0" t="0" r="r" b="b"/>
              <a:pathLst>
                <a:path w="42" h="28">
                  <a:moveTo>
                    <a:pt x="34" y="24"/>
                  </a:moveTo>
                  <a:cubicBezTo>
                    <a:pt x="34" y="26"/>
                    <a:pt x="34" y="27"/>
                    <a:pt x="35" y="28"/>
                  </a:cubicBezTo>
                  <a:cubicBezTo>
                    <a:pt x="42" y="26"/>
                    <a:pt x="42" y="26"/>
                    <a:pt x="42" y="26"/>
                  </a:cubicBezTo>
                  <a:cubicBezTo>
                    <a:pt x="42" y="24"/>
                    <a:pt x="41" y="23"/>
                    <a:pt x="41" y="21"/>
                  </a:cubicBezTo>
                  <a:cubicBezTo>
                    <a:pt x="35" y="7"/>
                    <a:pt x="18" y="0"/>
                    <a:pt x="4" y="6"/>
                  </a:cubicBezTo>
                  <a:cubicBezTo>
                    <a:pt x="2" y="7"/>
                    <a:pt x="1" y="7"/>
                    <a:pt x="0" y="8"/>
                  </a:cubicBezTo>
                  <a:cubicBezTo>
                    <a:pt x="14" y="4"/>
                    <a:pt x="28" y="11"/>
                    <a:pt x="34" y="24"/>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6" name="Freeform 43"/>
            <p:cNvSpPr>
              <a:spLocks/>
            </p:cNvSpPr>
            <p:nvPr/>
          </p:nvSpPr>
          <p:spPr bwMode="gray">
            <a:xfrm>
              <a:off x="8864900" y="4692970"/>
              <a:ext cx="26988" cy="55562"/>
            </a:xfrm>
            <a:custGeom>
              <a:avLst/>
              <a:gdLst>
                <a:gd name="T0" fmla="*/ 20 w 20"/>
                <a:gd name="T1" fmla="*/ 0 h 40"/>
                <a:gd name="T2" fmla="*/ 16 w 20"/>
                <a:gd name="T3" fmla="*/ 1 h 40"/>
                <a:gd name="T4" fmla="*/ 3 w 20"/>
                <a:gd name="T5" fmla="*/ 30 h 40"/>
                <a:gd name="T6" fmla="*/ 3 w 20"/>
                <a:gd name="T7" fmla="*/ 30 h 40"/>
                <a:gd name="T8" fmla="*/ 3 w 20"/>
                <a:gd name="T9" fmla="*/ 31 h 40"/>
                <a:gd name="T10" fmla="*/ 4 w 20"/>
                <a:gd name="T11" fmla="*/ 36 h 40"/>
                <a:gd name="T12" fmla="*/ 6 w 20"/>
                <a:gd name="T13" fmla="*/ 40 h 40"/>
                <a:gd name="T14" fmla="*/ 10 w 20"/>
                <a:gd name="T15" fmla="*/ 38 h 40"/>
                <a:gd name="T16" fmla="*/ 13 w 20"/>
                <a:gd name="T17" fmla="*/ 37 h 40"/>
                <a:gd name="T18" fmla="*/ 11 w 20"/>
                <a:gd name="T19" fmla="*/ 33 h 40"/>
                <a:gd name="T20" fmla="*/ 20 w 20"/>
                <a:gd name="T21"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40">
                  <a:moveTo>
                    <a:pt x="20" y="0"/>
                  </a:moveTo>
                  <a:cubicBezTo>
                    <a:pt x="18" y="0"/>
                    <a:pt x="17" y="1"/>
                    <a:pt x="16" y="1"/>
                  </a:cubicBezTo>
                  <a:cubicBezTo>
                    <a:pt x="6" y="7"/>
                    <a:pt x="0" y="19"/>
                    <a:pt x="3" y="30"/>
                  </a:cubicBezTo>
                  <a:cubicBezTo>
                    <a:pt x="3" y="30"/>
                    <a:pt x="3" y="30"/>
                    <a:pt x="3" y="30"/>
                  </a:cubicBezTo>
                  <a:cubicBezTo>
                    <a:pt x="3" y="31"/>
                    <a:pt x="3" y="31"/>
                    <a:pt x="3" y="31"/>
                  </a:cubicBezTo>
                  <a:cubicBezTo>
                    <a:pt x="3" y="33"/>
                    <a:pt x="4" y="34"/>
                    <a:pt x="4" y="36"/>
                  </a:cubicBezTo>
                  <a:cubicBezTo>
                    <a:pt x="5" y="37"/>
                    <a:pt x="6" y="39"/>
                    <a:pt x="6" y="40"/>
                  </a:cubicBezTo>
                  <a:cubicBezTo>
                    <a:pt x="10" y="38"/>
                    <a:pt x="10" y="38"/>
                    <a:pt x="10" y="38"/>
                  </a:cubicBezTo>
                  <a:cubicBezTo>
                    <a:pt x="13" y="37"/>
                    <a:pt x="13" y="37"/>
                    <a:pt x="13" y="37"/>
                  </a:cubicBezTo>
                  <a:cubicBezTo>
                    <a:pt x="13" y="36"/>
                    <a:pt x="12" y="34"/>
                    <a:pt x="11" y="33"/>
                  </a:cubicBezTo>
                  <a:cubicBezTo>
                    <a:pt x="6" y="21"/>
                    <a:pt x="10" y="8"/>
                    <a:pt x="20" y="0"/>
                  </a:cubicBez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7" name="Freeform 44"/>
            <p:cNvSpPr>
              <a:spLocks/>
            </p:cNvSpPr>
            <p:nvPr/>
          </p:nvSpPr>
          <p:spPr bwMode="gray">
            <a:xfrm>
              <a:off x="8864900" y="4708845"/>
              <a:ext cx="84138" cy="39687"/>
            </a:xfrm>
            <a:custGeom>
              <a:avLst/>
              <a:gdLst>
                <a:gd name="T0" fmla="*/ 58 w 61"/>
                <a:gd name="T1" fmla="*/ 0 h 29"/>
                <a:gd name="T2" fmla="*/ 1 w 61"/>
                <a:gd name="T3" fmla="*/ 23 h 29"/>
                <a:gd name="T4" fmla="*/ 1 w 61"/>
                <a:gd name="T5" fmla="*/ 27 h 29"/>
                <a:gd name="T6" fmla="*/ 3 w 61"/>
                <a:gd name="T7" fmla="*/ 29 h 29"/>
                <a:gd name="T8" fmla="*/ 61 w 61"/>
                <a:gd name="T9" fmla="*/ 5 h 29"/>
                <a:gd name="T10" fmla="*/ 61 w 61"/>
                <a:gd name="T11" fmla="*/ 2 h 29"/>
                <a:gd name="T12" fmla="*/ 58 w 61"/>
                <a:gd name="T13" fmla="*/ 0 h 29"/>
              </a:gdLst>
              <a:ahLst/>
              <a:cxnLst>
                <a:cxn ang="0">
                  <a:pos x="T0" y="T1"/>
                </a:cxn>
                <a:cxn ang="0">
                  <a:pos x="T2" y="T3"/>
                </a:cxn>
                <a:cxn ang="0">
                  <a:pos x="T4" y="T5"/>
                </a:cxn>
                <a:cxn ang="0">
                  <a:pos x="T6" y="T7"/>
                </a:cxn>
                <a:cxn ang="0">
                  <a:pos x="T8" y="T9"/>
                </a:cxn>
                <a:cxn ang="0">
                  <a:pos x="T10" y="T11"/>
                </a:cxn>
                <a:cxn ang="0">
                  <a:pos x="T12" y="T13"/>
                </a:cxn>
              </a:cxnLst>
              <a:rect l="0" t="0" r="r" b="b"/>
              <a:pathLst>
                <a:path w="61" h="29">
                  <a:moveTo>
                    <a:pt x="58" y="0"/>
                  </a:moveTo>
                  <a:cubicBezTo>
                    <a:pt x="1" y="23"/>
                    <a:pt x="1" y="23"/>
                    <a:pt x="1" y="23"/>
                  </a:cubicBezTo>
                  <a:cubicBezTo>
                    <a:pt x="1" y="23"/>
                    <a:pt x="0" y="25"/>
                    <a:pt x="1" y="27"/>
                  </a:cubicBezTo>
                  <a:cubicBezTo>
                    <a:pt x="2" y="28"/>
                    <a:pt x="3" y="29"/>
                    <a:pt x="3" y="29"/>
                  </a:cubicBezTo>
                  <a:cubicBezTo>
                    <a:pt x="61" y="5"/>
                    <a:pt x="61" y="5"/>
                    <a:pt x="61" y="5"/>
                  </a:cubicBezTo>
                  <a:cubicBezTo>
                    <a:pt x="61" y="5"/>
                    <a:pt x="61" y="4"/>
                    <a:pt x="61" y="2"/>
                  </a:cubicBezTo>
                  <a:cubicBezTo>
                    <a:pt x="60" y="0"/>
                    <a:pt x="58" y="0"/>
                    <a:pt x="58" y="0"/>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8" name="Freeform 45"/>
            <p:cNvSpPr>
              <a:spLocks noEditPoints="1"/>
            </p:cNvSpPr>
            <p:nvPr/>
          </p:nvSpPr>
          <p:spPr bwMode="gray">
            <a:xfrm>
              <a:off x="8693450" y="5112070"/>
              <a:ext cx="246063" cy="301625"/>
            </a:xfrm>
            <a:custGeom>
              <a:avLst/>
              <a:gdLst>
                <a:gd name="T0" fmla="*/ 100 w 178"/>
                <a:gd name="T1" fmla="*/ 161 h 219"/>
                <a:gd name="T2" fmla="*/ 175 w 178"/>
                <a:gd name="T3" fmla="*/ 114 h 219"/>
                <a:gd name="T4" fmla="*/ 176 w 178"/>
                <a:gd name="T5" fmla="*/ 113 h 219"/>
                <a:gd name="T6" fmla="*/ 176 w 178"/>
                <a:gd name="T7" fmla="*/ 113 h 219"/>
                <a:gd name="T8" fmla="*/ 177 w 178"/>
                <a:gd name="T9" fmla="*/ 112 h 219"/>
                <a:gd name="T10" fmla="*/ 177 w 178"/>
                <a:gd name="T11" fmla="*/ 110 h 219"/>
                <a:gd name="T12" fmla="*/ 177 w 178"/>
                <a:gd name="T13" fmla="*/ 109 h 219"/>
                <a:gd name="T14" fmla="*/ 177 w 178"/>
                <a:gd name="T15" fmla="*/ 108 h 219"/>
                <a:gd name="T16" fmla="*/ 176 w 178"/>
                <a:gd name="T17" fmla="*/ 107 h 219"/>
                <a:gd name="T18" fmla="*/ 176 w 178"/>
                <a:gd name="T19" fmla="*/ 107 h 219"/>
                <a:gd name="T20" fmla="*/ 175 w 178"/>
                <a:gd name="T21" fmla="*/ 106 h 219"/>
                <a:gd name="T22" fmla="*/ 174 w 178"/>
                <a:gd name="T23" fmla="*/ 105 h 219"/>
                <a:gd name="T24" fmla="*/ 100 w 178"/>
                <a:gd name="T25" fmla="*/ 58 h 219"/>
                <a:gd name="T26" fmla="*/ 176 w 178"/>
                <a:gd name="T27" fmla="*/ 3 h 219"/>
                <a:gd name="T28" fmla="*/ 89 w 178"/>
                <a:gd name="T29" fmla="*/ 51 h 219"/>
                <a:gd name="T30" fmla="*/ 2 w 178"/>
                <a:gd name="T31" fmla="*/ 3 h 219"/>
                <a:gd name="T32" fmla="*/ 78 w 178"/>
                <a:gd name="T33" fmla="*/ 58 h 219"/>
                <a:gd name="T34" fmla="*/ 3 w 178"/>
                <a:gd name="T35" fmla="*/ 105 h 219"/>
                <a:gd name="T36" fmla="*/ 2 w 178"/>
                <a:gd name="T37" fmla="*/ 106 h 219"/>
                <a:gd name="T38" fmla="*/ 2 w 178"/>
                <a:gd name="T39" fmla="*/ 107 h 219"/>
                <a:gd name="T40" fmla="*/ 2 w 178"/>
                <a:gd name="T41" fmla="*/ 107 h 219"/>
                <a:gd name="T42" fmla="*/ 1 w 178"/>
                <a:gd name="T43" fmla="*/ 108 h 219"/>
                <a:gd name="T44" fmla="*/ 1 w 178"/>
                <a:gd name="T45" fmla="*/ 109 h 219"/>
                <a:gd name="T46" fmla="*/ 1 w 178"/>
                <a:gd name="T47" fmla="*/ 110 h 219"/>
                <a:gd name="T48" fmla="*/ 1 w 178"/>
                <a:gd name="T49" fmla="*/ 112 h 219"/>
                <a:gd name="T50" fmla="*/ 1 w 178"/>
                <a:gd name="T51" fmla="*/ 113 h 219"/>
                <a:gd name="T52" fmla="*/ 2 w 178"/>
                <a:gd name="T53" fmla="*/ 113 h 219"/>
                <a:gd name="T54" fmla="*/ 3 w 178"/>
                <a:gd name="T55" fmla="*/ 114 h 219"/>
                <a:gd name="T56" fmla="*/ 78 w 178"/>
                <a:gd name="T57" fmla="*/ 161 h 219"/>
                <a:gd name="T58" fmla="*/ 2 w 178"/>
                <a:gd name="T59" fmla="*/ 216 h 219"/>
                <a:gd name="T60" fmla="*/ 10 w 178"/>
                <a:gd name="T61" fmla="*/ 218 h 219"/>
                <a:gd name="T62" fmla="*/ 168 w 178"/>
                <a:gd name="T63" fmla="*/ 218 h 219"/>
                <a:gd name="T64" fmla="*/ 176 w 178"/>
                <a:gd name="T65" fmla="*/ 216 h 219"/>
                <a:gd name="T66" fmla="*/ 18 w 178"/>
                <a:gd name="T67" fmla="*/ 110 h 219"/>
                <a:gd name="T68" fmla="*/ 160 w 178"/>
                <a:gd name="T69" fmla="*/ 110 h 219"/>
                <a:gd name="T70" fmla="*/ 18 w 178"/>
                <a:gd name="T71" fmla="*/ 11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78" h="219">
                  <a:moveTo>
                    <a:pt x="174" y="208"/>
                  </a:moveTo>
                  <a:cubicBezTo>
                    <a:pt x="100" y="161"/>
                    <a:pt x="100" y="161"/>
                    <a:pt x="100" y="161"/>
                  </a:cubicBezTo>
                  <a:cubicBezTo>
                    <a:pt x="174" y="115"/>
                    <a:pt x="174" y="115"/>
                    <a:pt x="174" y="115"/>
                  </a:cubicBezTo>
                  <a:cubicBezTo>
                    <a:pt x="175" y="114"/>
                    <a:pt x="175" y="114"/>
                    <a:pt x="175" y="114"/>
                  </a:cubicBezTo>
                  <a:cubicBezTo>
                    <a:pt x="175" y="114"/>
                    <a:pt x="175" y="114"/>
                    <a:pt x="175" y="114"/>
                  </a:cubicBezTo>
                  <a:cubicBezTo>
                    <a:pt x="175" y="114"/>
                    <a:pt x="176" y="114"/>
                    <a:pt x="176" y="113"/>
                  </a:cubicBezTo>
                  <a:cubicBezTo>
                    <a:pt x="176" y="113"/>
                    <a:pt x="176" y="113"/>
                    <a:pt x="176" y="113"/>
                  </a:cubicBezTo>
                  <a:cubicBezTo>
                    <a:pt x="176" y="113"/>
                    <a:pt x="176" y="113"/>
                    <a:pt x="176" y="113"/>
                  </a:cubicBezTo>
                  <a:cubicBezTo>
                    <a:pt x="177" y="112"/>
                    <a:pt x="177" y="112"/>
                    <a:pt x="177" y="112"/>
                  </a:cubicBezTo>
                  <a:cubicBezTo>
                    <a:pt x="177" y="112"/>
                    <a:pt x="177" y="112"/>
                    <a:pt x="177" y="112"/>
                  </a:cubicBezTo>
                  <a:cubicBezTo>
                    <a:pt x="177" y="111"/>
                    <a:pt x="177" y="111"/>
                    <a:pt x="177" y="111"/>
                  </a:cubicBezTo>
                  <a:cubicBezTo>
                    <a:pt x="177" y="110"/>
                    <a:pt x="177" y="110"/>
                    <a:pt x="177" y="110"/>
                  </a:cubicBezTo>
                  <a:cubicBezTo>
                    <a:pt x="177" y="110"/>
                    <a:pt x="177" y="110"/>
                    <a:pt x="177" y="110"/>
                  </a:cubicBezTo>
                  <a:cubicBezTo>
                    <a:pt x="177" y="109"/>
                    <a:pt x="177" y="109"/>
                    <a:pt x="177" y="109"/>
                  </a:cubicBezTo>
                  <a:cubicBezTo>
                    <a:pt x="177" y="109"/>
                    <a:pt x="177" y="109"/>
                    <a:pt x="177" y="109"/>
                  </a:cubicBezTo>
                  <a:cubicBezTo>
                    <a:pt x="177" y="108"/>
                    <a:pt x="177" y="108"/>
                    <a:pt x="177" y="108"/>
                  </a:cubicBezTo>
                  <a:cubicBezTo>
                    <a:pt x="177" y="108"/>
                    <a:pt x="177" y="108"/>
                    <a:pt x="177" y="108"/>
                  </a:cubicBezTo>
                  <a:cubicBezTo>
                    <a:pt x="176" y="107"/>
                    <a:pt x="176" y="107"/>
                    <a:pt x="176" y="107"/>
                  </a:cubicBezTo>
                  <a:cubicBezTo>
                    <a:pt x="176" y="107"/>
                    <a:pt x="176" y="107"/>
                    <a:pt x="176" y="107"/>
                  </a:cubicBezTo>
                  <a:cubicBezTo>
                    <a:pt x="176" y="107"/>
                    <a:pt x="176" y="107"/>
                    <a:pt x="176" y="107"/>
                  </a:cubicBezTo>
                  <a:cubicBezTo>
                    <a:pt x="176" y="106"/>
                    <a:pt x="176" y="106"/>
                    <a:pt x="176" y="106"/>
                  </a:cubicBezTo>
                  <a:cubicBezTo>
                    <a:pt x="175" y="106"/>
                    <a:pt x="175" y="106"/>
                    <a:pt x="175" y="106"/>
                  </a:cubicBezTo>
                  <a:cubicBezTo>
                    <a:pt x="175" y="105"/>
                    <a:pt x="175" y="105"/>
                    <a:pt x="175" y="105"/>
                  </a:cubicBezTo>
                  <a:cubicBezTo>
                    <a:pt x="174" y="105"/>
                    <a:pt x="174" y="105"/>
                    <a:pt x="174" y="105"/>
                  </a:cubicBezTo>
                  <a:cubicBezTo>
                    <a:pt x="174" y="105"/>
                    <a:pt x="174" y="105"/>
                    <a:pt x="174" y="105"/>
                  </a:cubicBezTo>
                  <a:cubicBezTo>
                    <a:pt x="100" y="58"/>
                    <a:pt x="100" y="58"/>
                    <a:pt x="100" y="58"/>
                  </a:cubicBezTo>
                  <a:cubicBezTo>
                    <a:pt x="174" y="12"/>
                    <a:pt x="174" y="12"/>
                    <a:pt x="174" y="12"/>
                  </a:cubicBezTo>
                  <a:cubicBezTo>
                    <a:pt x="177" y="10"/>
                    <a:pt x="178" y="6"/>
                    <a:pt x="176" y="3"/>
                  </a:cubicBezTo>
                  <a:cubicBezTo>
                    <a:pt x="174" y="1"/>
                    <a:pt x="171" y="0"/>
                    <a:pt x="168" y="2"/>
                  </a:cubicBezTo>
                  <a:cubicBezTo>
                    <a:pt x="89" y="51"/>
                    <a:pt x="89" y="51"/>
                    <a:pt x="89" y="51"/>
                  </a:cubicBezTo>
                  <a:cubicBezTo>
                    <a:pt x="10" y="2"/>
                    <a:pt x="10" y="2"/>
                    <a:pt x="10" y="2"/>
                  </a:cubicBezTo>
                  <a:cubicBezTo>
                    <a:pt x="7" y="0"/>
                    <a:pt x="3" y="1"/>
                    <a:pt x="2" y="3"/>
                  </a:cubicBezTo>
                  <a:cubicBezTo>
                    <a:pt x="0" y="6"/>
                    <a:pt x="1" y="10"/>
                    <a:pt x="4" y="12"/>
                  </a:cubicBezTo>
                  <a:cubicBezTo>
                    <a:pt x="78" y="58"/>
                    <a:pt x="78" y="58"/>
                    <a:pt x="78" y="58"/>
                  </a:cubicBezTo>
                  <a:cubicBezTo>
                    <a:pt x="4" y="105"/>
                    <a:pt x="4" y="105"/>
                    <a:pt x="4" y="105"/>
                  </a:cubicBezTo>
                  <a:cubicBezTo>
                    <a:pt x="3" y="105"/>
                    <a:pt x="3" y="105"/>
                    <a:pt x="3" y="105"/>
                  </a:cubicBezTo>
                  <a:cubicBezTo>
                    <a:pt x="3" y="105"/>
                    <a:pt x="3" y="105"/>
                    <a:pt x="3" y="105"/>
                  </a:cubicBezTo>
                  <a:cubicBezTo>
                    <a:pt x="2" y="106"/>
                    <a:pt x="2" y="106"/>
                    <a:pt x="2" y="106"/>
                  </a:cubicBezTo>
                  <a:cubicBezTo>
                    <a:pt x="2" y="106"/>
                    <a:pt x="2" y="106"/>
                    <a:pt x="2" y="106"/>
                  </a:cubicBezTo>
                  <a:cubicBezTo>
                    <a:pt x="2" y="107"/>
                    <a:pt x="2" y="107"/>
                    <a:pt x="2" y="107"/>
                  </a:cubicBezTo>
                  <a:cubicBezTo>
                    <a:pt x="2" y="107"/>
                    <a:pt x="2" y="107"/>
                    <a:pt x="2" y="107"/>
                  </a:cubicBezTo>
                  <a:cubicBezTo>
                    <a:pt x="2" y="107"/>
                    <a:pt x="2" y="107"/>
                    <a:pt x="2" y="107"/>
                  </a:cubicBezTo>
                  <a:cubicBezTo>
                    <a:pt x="1" y="108"/>
                    <a:pt x="1" y="108"/>
                    <a:pt x="1" y="108"/>
                  </a:cubicBezTo>
                  <a:cubicBezTo>
                    <a:pt x="1" y="108"/>
                    <a:pt x="1" y="108"/>
                    <a:pt x="1" y="108"/>
                  </a:cubicBezTo>
                  <a:cubicBezTo>
                    <a:pt x="1" y="109"/>
                    <a:pt x="1" y="109"/>
                    <a:pt x="1" y="109"/>
                  </a:cubicBezTo>
                  <a:cubicBezTo>
                    <a:pt x="1" y="109"/>
                    <a:pt x="1" y="109"/>
                    <a:pt x="1" y="109"/>
                  </a:cubicBezTo>
                  <a:cubicBezTo>
                    <a:pt x="1" y="110"/>
                    <a:pt x="1" y="110"/>
                    <a:pt x="1" y="110"/>
                  </a:cubicBezTo>
                  <a:cubicBezTo>
                    <a:pt x="1" y="110"/>
                    <a:pt x="1" y="110"/>
                    <a:pt x="1" y="110"/>
                  </a:cubicBezTo>
                  <a:cubicBezTo>
                    <a:pt x="1" y="111"/>
                    <a:pt x="1" y="111"/>
                    <a:pt x="1" y="111"/>
                  </a:cubicBezTo>
                  <a:cubicBezTo>
                    <a:pt x="1" y="112"/>
                    <a:pt x="1" y="112"/>
                    <a:pt x="1" y="112"/>
                  </a:cubicBezTo>
                  <a:cubicBezTo>
                    <a:pt x="1" y="112"/>
                    <a:pt x="1" y="112"/>
                    <a:pt x="1" y="112"/>
                  </a:cubicBezTo>
                  <a:cubicBezTo>
                    <a:pt x="1" y="113"/>
                    <a:pt x="1" y="113"/>
                    <a:pt x="1" y="113"/>
                  </a:cubicBezTo>
                  <a:cubicBezTo>
                    <a:pt x="2" y="113"/>
                    <a:pt x="2" y="113"/>
                    <a:pt x="2" y="113"/>
                  </a:cubicBezTo>
                  <a:cubicBezTo>
                    <a:pt x="2" y="113"/>
                    <a:pt x="2" y="113"/>
                    <a:pt x="2" y="113"/>
                  </a:cubicBezTo>
                  <a:cubicBezTo>
                    <a:pt x="2" y="114"/>
                    <a:pt x="2" y="114"/>
                    <a:pt x="3" y="114"/>
                  </a:cubicBezTo>
                  <a:cubicBezTo>
                    <a:pt x="3" y="114"/>
                    <a:pt x="3" y="114"/>
                    <a:pt x="3" y="114"/>
                  </a:cubicBezTo>
                  <a:cubicBezTo>
                    <a:pt x="4" y="115"/>
                    <a:pt x="4" y="115"/>
                    <a:pt x="4" y="115"/>
                  </a:cubicBezTo>
                  <a:cubicBezTo>
                    <a:pt x="78" y="161"/>
                    <a:pt x="78" y="161"/>
                    <a:pt x="78" y="161"/>
                  </a:cubicBezTo>
                  <a:cubicBezTo>
                    <a:pt x="4" y="208"/>
                    <a:pt x="4" y="208"/>
                    <a:pt x="4" y="208"/>
                  </a:cubicBezTo>
                  <a:cubicBezTo>
                    <a:pt x="1" y="210"/>
                    <a:pt x="0" y="213"/>
                    <a:pt x="2" y="216"/>
                  </a:cubicBezTo>
                  <a:cubicBezTo>
                    <a:pt x="3" y="218"/>
                    <a:pt x="5" y="219"/>
                    <a:pt x="7" y="219"/>
                  </a:cubicBezTo>
                  <a:cubicBezTo>
                    <a:pt x="8" y="219"/>
                    <a:pt x="9" y="219"/>
                    <a:pt x="10" y="218"/>
                  </a:cubicBezTo>
                  <a:cubicBezTo>
                    <a:pt x="89" y="169"/>
                    <a:pt x="89" y="169"/>
                    <a:pt x="89" y="169"/>
                  </a:cubicBezTo>
                  <a:cubicBezTo>
                    <a:pt x="168" y="218"/>
                    <a:pt x="168" y="218"/>
                    <a:pt x="168" y="218"/>
                  </a:cubicBezTo>
                  <a:cubicBezTo>
                    <a:pt x="169" y="219"/>
                    <a:pt x="170" y="219"/>
                    <a:pt x="171" y="219"/>
                  </a:cubicBezTo>
                  <a:cubicBezTo>
                    <a:pt x="173" y="219"/>
                    <a:pt x="175" y="218"/>
                    <a:pt x="176" y="216"/>
                  </a:cubicBezTo>
                  <a:cubicBezTo>
                    <a:pt x="178" y="213"/>
                    <a:pt x="177" y="210"/>
                    <a:pt x="174" y="208"/>
                  </a:cubicBezTo>
                  <a:close/>
                  <a:moveTo>
                    <a:pt x="18" y="110"/>
                  </a:moveTo>
                  <a:cubicBezTo>
                    <a:pt x="89" y="65"/>
                    <a:pt x="89" y="65"/>
                    <a:pt x="89" y="65"/>
                  </a:cubicBezTo>
                  <a:cubicBezTo>
                    <a:pt x="160" y="110"/>
                    <a:pt x="160" y="110"/>
                    <a:pt x="160" y="110"/>
                  </a:cubicBezTo>
                  <a:cubicBezTo>
                    <a:pt x="89" y="154"/>
                    <a:pt x="89" y="154"/>
                    <a:pt x="89" y="154"/>
                  </a:cubicBezTo>
                  <a:lnTo>
                    <a:pt x="18" y="11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9" name="Freeform 46"/>
            <p:cNvSpPr>
              <a:spLocks/>
            </p:cNvSpPr>
            <p:nvPr/>
          </p:nvSpPr>
          <p:spPr bwMode="gray">
            <a:xfrm>
              <a:off x="8642650" y="5386708"/>
              <a:ext cx="346075" cy="112712"/>
            </a:xfrm>
            <a:custGeom>
              <a:avLst/>
              <a:gdLst>
                <a:gd name="T0" fmla="*/ 250 w 250"/>
                <a:gd name="T1" fmla="*/ 72 h 81"/>
                <a:gd name="T2" fmla="*/ 241 w 250"/>
                <a:gd name="T3" fmla="*/ 81 h 81"/>
                <a:gd name="T4" fmla="*/ 9 w 250"/>
                <a:gd name="T5" fmla="*/ 81 h 81"/>
                <a:gd name="T6" fmla="*/ 0 w 250"/>
                <a:gd name="T7" fmla="*/ 72 h 81"/>
                <a:gd name="T8" fmla="*/ 0 w 250"/>
                <a:gd name="T9" fmla="*/ 9 h 81"/>
                <a:gd name="T10" fmla="*/ 9 w 250"/>
                <a:gd name="T11" fmla="*/ 0 h 81"/>
                <a:gd name="T12" fmla="*/ 241 w 250"/>
                <a:gd name="T13" fmla="*/ 0 h 81"/>
                <a:gd name="T14" fmla="*/ 250 w 250"/>
                <a:gd name="T15" fmla="*/ 9 h 81"/>
                <a:gd name="T16" fmla="*/ 250 w 250"/>
                <a:gd name="T17" fmla="*/ 72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81">
                  <a:moveTo>
                    <a:pt x="250" y="72"/>
                  </a:moveTo>
                  <a:cubicBezTo>
                    <a:pt x="250" y="77"/>
                    <a:pt x="246" y="81"/>
                    <a:pt x="241" y="81"/>
                  </a:cubicBezTo>
                  <a:cubicBezTo>
                    <a:pt x="9" y="81"/>
                    <a:pt x="9" y="81"/>
                    <a:pt x="9" y="81"/>
                  </a:cubicBezTo>
                  <a:cubicBezTo>
                    <a:pt x="4" y="81"/>
                    <a:pt x="0" y="77"/>
                    <a:pt x="0" y="72"/>
                  </a:cubicBezTo>
                  <a:cubicBezTo>
                    <a:pt x="0" y="9"/>
                    <a:pt x="0" y="9"/>
                    <a:pt x="0" y="9"/>
                  </a:cubicBezTo>
                  <a:cubicBezTo>
                    <a:pt x="0" y="4"/>
                    <a:pt x="4" y="0"/>
                    <a:pt x="9" y="0"/>
                  </a:cubicBezTo>
                  <a:cubicBezTo>
                    <a:pt x="241" y="0"/>
                    <a:pt x="241" y="0"/>
                    <a:pt x="241" y="0"/>
                  </a:cubicBezTo>
                  <a:cubicBezTo>
                    <a:pt x="246" y="0"/>
                    <a:pt x="250" y="4"/>
                    <a:pt x="250" y="9"/>
                  </a:cubicBezTo>
                  <a:lnTo>
                    <a:pt x="250" y="7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0" name="Freeform 47"/>
            <p:cNvSpPr>
              <a:spLocks/>
            </p:cNvSpPr>
            <p:nvPr/>
          </p:nvSpPr>
          <p:spPr bwMode="gray">
            <a:xfrm>
              <a:off x="8642650" y="5405758"/>
              <a:ext cx="327025" cy="93662"/>
            </a:xfrm>
            <a:custGeom>
              <a:avLst/>
              <a:gdLst>
                <a:gd name="T0" fmla="*/ 22 w 236"/>
                <a:gd name="T1" fmla="*/ 55 h 68"/>
                <a:gd name="T2" fmla="*/ 14 w 236"/>
                <a:gd name="T3" fmla="*/ 46 h 68"/>
                <a:gd name="T4" fmla="*/ 14 w 236"/>
                <a:gd name="T5" fmla="*/ 0 h 68"/>
                <a:gd name="T6" fmla="*/ 0 w 236"/>
                <a:gd name="T7" fmla="*/ 0 h 68"/>
                <a:gd name="T8" fmla="*/ 0 w 236"/>
                <a:gd name="T9" fmla="*/ 59 h 68"/>
                <a:gd name="T10" fmla="*/ 9 w 236"/>
                <a:gd name="T11" fmla="*/ 68 h 68"/>
                <a:gd name="T12" fmla="*/ 236 w 236"/>
                <a:gd name="T13" fmla="*/ 68 h 68"/>
                <a:gd name="T14" fmla="*/ 236 w 236"/>
                <a:gd name="T15" fmla="*/ 55 h 68"/>
                <a:gd name="T16" fmla="*/ 22 w 236"/>
                <a:gd name="T17" fmla="*/ 55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68">
                  <a:moveTo>
                    <a:pt x="22" y="55"/>
                  </a:moveTo>
                  <a:cubicBezTo>
                    <a:pt x="17" y="55"/>
                    <a:pt x="14" y="51"/>
                    <a:pt x="14" y="46"/>
                  </a:cubicBezTo>
                  <a:cubicBezTo>
                    <a:pt x="14" y="0"/>
                    <a:pt x="14" y="0"/>
                    <a:pt x="14" y="0"/>
                  </a:cubicBezTo>
                  <a:cubicBezTo>
                    <a:pt x="0" y="0"/>
                    <a:pt x="0" y="0"/>
                    <a:pt x="0" y="0"/>
                  </a:cubicBezTo>
                  <a:cubicBezTo>
                    <a:pt x="0" y="59"/>
                    <a:pt x="0" y="59"/>
                    <a:pt x="0" y="59"/>
                  </a:cubicBezTo>
                  <a:cubicBezTo>
                    <a:pt x="0" y="64"/>
                    <a:pt x="4" y="68"/>
                    <a:pt x="9" y="68"/>
                  </a:cubicBezTo>
                  <a:cubicBezTo>
                    <a:pt x="236" y="68"/>
                    <a:pt x="236" y="68"/>
                    <a:pt x="236" y="68"/>
                  </a:cubicBezTo>
                  <a:cubicBezTo>
                    <a:pt x="236" y="55"/>
                    <a:pt x="236" y="55"/>
                    <a:pt x="236" y="55"/>
                  </a:cubicBezTo>
                  <a:lnTo>
                    <a:pt x="22" y="5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1" name="Freeform 48"/>
            <p:cNvSpPr>
              <a:spLocks/>
            </p:cNvSpPr>
            <p:nvPr/>
          </p:nvSpPr>
          <p:spPr bwMode="gray">
            <a:xfrm>
              <a:off x="8642650" y="5386708"/>
              <a:ext cx="346075" cy="112712"/>
            </a:xfrm>
            <a:custGeom>
              <a:avLst/>
              <a:gdLst>
                <a:gd name="T0" fmla="*/ 241 w 250"/>
                <a:gd name="T1" fmla="*/ 81 h 81"/>
                <a:gd name="T2" fmla="*/ 236 w 250"/>
                <a:gd name="T3" fmla="*/ 81 h 81"/>
                <a:gd name="T4" fmla="*/ 236 w 250"/>
                <a:gd name="T5" fmla="*/ 22 h 81"/>
                <a:gd name="T6" fmla="*/ 228 w 250"/>
                <a:gd name="T7" fmla="*/ 13 h 81"/>
                <a:gd name="T8" fmla="*/ 0 w 250"/>
                <a:gd name="T9" fmla="*/ 13 h 81"/>
                <a:gd name="T10" fmla="*/ 0 w 250"/>
                <a:gd name="T11" fmla="*/ 9 h 81"/>
                <a:gd name="T12" fmla="*/ 9 w 250"/>
                <a:gd name="T13" fmla="*/ 0 h 81"/>
                <a:gd name="T14" fmla="*/ 241 w 250"/>
                <a:gd name="T15" fmla="*/ 0 h 81"/>
                <a:gd name="T16" fmla="*/ 250 w 250"/>
                <a:gd name="T17" fmla="*/ 9 h 81"/>
                <a:gd name="T18" fmla="*/ 250 w 250"/>
                <a:gd name="T19" fmla="*/ 72 h 81"/>
                <a:gd name="T20" fmla="*/ 241 w 250"/>
                <a:gd name="T21" fmla="*/ 8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81">
                  <a:moveTo>
                    <a:pt x="241" y="81"/>
                  </a:moveTo>
                  <a:cubicBezTo>
                    <a:pt x="236" y="81"/>
                    <a:pt x="236" y="81"/>
                    <a:pt x="236" y="81"/>
                  </a:cubicBezTo>
                  <a:cubicBezTo>
                    <a:pt x="236" y="22"/>
                    <a:pt x="236" y="22"/>
                    <a:pt x="236" y="22"/>
                  </a:cubicBezTo>
                  <a:cubicBezTo>
                    <a:pt x="236" y="17"/>
                    <a:pt x="232" y="13"/>
                    <a:pt x="228" y="13"/>
                  </a:cubicBezTo>
                  <a:cubicBezTo>
                    <a:pt x="0" y="13"/>
                    <a:pt x="0" y="13"/>
                    <a:pt x="0" y="13"/>
                  </a:cubicBezTo>
                  <a:cubicBezTo>
                    <a:pt x="0" y="9"/>
                    <a:pt x="0" y="9"/>
                    <a:pt x="0" y="9"/>
                  </a:cubicBezTo>
                  <a:cubicBezTo>
                    <a:pt x="0" y="4"/>
                    <a:pt x="4" y="0"/>
                    <a:pt x="9" y="0"/>
                  </a:cubicBezTo>
                  <a:cubicBezTo>
                    <a:pt x="241" y="0"/>
                    <a:pt x="241" y="0"/>
                    <a:pt x="241" y="0"/>
                  </a:cubicBezTo>
                  <a:cubicBezTo>
                    <a:pt x="246" y="0"/>
                    <a:pt x="250" y="4"/>
                    <a:pt x="250" y="9"/>
                  </a:cubicBezTo>
                  <a:cubicBezTo>
                    <a:pt x="250" y="72"/>
                    <a:pt x="250" y="72"/>
                    <a:pt x="250" y="72"/>
                  </a:cubicBezTo>
                  <a:cubicBezTo>
                    <a:pt x="250" y="77"/>
                    <a:pt x="246" y="81"/>
                    <a:pt x="241" y="8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2" name="Oval 49"/>
            <p:cNvSpPr>
              <a:spLocks noChangeArrowheads="1"/>
            </p:cNvSpPr>
            <p:nvPr/>
          </p:nvSpPr>
          <p:spPr bwMode="gray">
            <a:xfrm>
              <a:off x="8674400"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3" name="Oval 50"/>
            <p:cNvSpPr>
              <a:spLocks noChangeArrowheads="1"/>
            </p:cNvSpPr>
            <p:nvPr/>
          </p:nvSpPr>
          <p:spPr bwMode="gray">
            <a:xfrm>
              <a:off x="8693450" y="5474020"/>
              <a:ext cx="49213"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4" name="Freeform 51"/>
            <p:cNvSpPr>
              <a:spLocks/>
            </p:cNvSpPr>
            <p:nvPr/>
          </p:nvSpPr>
          <p:spPr bwMode="gray">
            <a:xfrm>
              <a:off x="8693450"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5" name="Oval 52"/>
            <p:cNvSpPr>
              <a:spLocks noChangeArrowheads="1"/>
            </p:cNvSpPr>
            <p:nvPr/>
          </p:nvSpPr>
          <p:spPr bwMode="gray">
            <a:xfrm>
              <a:off x="8869662"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6" name="Oval 53"/>
            <p:cNvSpPr>
              <a:spLocks noChangeArrowheads="1"/>
            </p:cNvSpPr>
            <p:nvPr/>
          </p:nvSpPr>
          <p:spPr bwMode="gray">
            <a:xfrm>
              <a:off x="8887125" y="5474020"/>
              <a:ext cx="50800"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7" name="Freeform 54"/>
            <p:cNvSpPr>
              <a:spLocks/>
            </p:cNvSpPr>
            <p:nvPr/>
          </p:nvSpPr>
          <p:spPr bwMode="gray">
            <a:xfrm>
              <a:off x="8887125"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8" name="Freeform 55"/>
            <p:cNvSpPr>
              <a:spLocks noEditPoints="1"/>
            </p:cNvSpPr>
            <p:nvPr/>
          </p:nvSpPr>
          <p:spPr bwMode="gray">
            <a:xfrm>
              <a:off x="8631537" y="4907283"/>
              <a:ext cx="368300" cy="223837"/>
            </a:xfrm>
            <a:custGeom>
              <a:avLst/>
              <a:gdLst>
                <a:gd name="T0" fmla="*/ 258 w 266"/>
                <a:gd name="T1" fmla="*/ 0 h 163"/>
                <a:gd name="T2" fmla="*/ 8 w 266"/>
                <a:gd name="T3" fmla="*/ 0 h 163"/>
                <a:gd name="T4" fmla="*/ 0 w 266"/>
                <a:gd name="T5" fmla="*/ 8 h 163"/>
                <a:gd name="T6" fmla="*/ 8 w 266"/>
                <a:gd name="T7" fmla="*/ 16 h 163"/>
                <a:gd name="T8" fmla="*/ 23 w 266"/>
                <a:gd name="T9" fmla="*/ 16 h 163"/>
                <a:gd name="T10" fmla="*/ 23 w 266"/>
                <a:gd name="T11" fmla="*/ 102 h 163"/>
                <a:gd name="T12" fmla="*/ 17 w 266"/>
                <a:gd name="T13" fmla="*/ 102 h 163"/>
                <a:gd name="T14" fmla="*/ 8 w 266"/>
                <a:gd name="T15" fmla="*/ 111 h 163"/>
                <a:gd name="T16" fmla="*/ 8 w 266"/>
                <a:gd name="T17" fmla="*/ 155 h 163"/>
                <a:gd name="T18" fmla="*/ 17 w 266"/>
                <a:gd name="T19" fmla="*/ 163 h 163"/>
                <a:gd name="T20" fmla="*/ 249 w 266"/>
                <a:gd name="T21" fmla="*/ 163 h 163"/>
                <a:gd name="T22" fmla="*/ 258 w 266"/>
                <a:gd name="T23" fmla="*/ 155 h 163"/>
                <a:gd name="T24" fmla="*/ 258 w 266"/>
                <a:gd name="T25" fmla="*/ 111 h 163"/>
                <a:gd name="T26" fmla="*/ 249 w 266"/>
                <a:gd name="T27" fmla="*/ 102 h 163"/>
                <a:gd name="T28" fmla="*/ 243 w 266"/>
                <a:gd name="T29" fmla="*/ 102 h 163"/>
                <a:gd name="T30" fmla="*/ 243 w 266"/>
                <a:gd name="T31" fmla="*/ 16 h 163"/>
                <a:gd name="T32" fmla="*/ 258 w 266"/>
                <a:gd name="T33" fmla="*/ 16 h 163"/>
                <a:gd name="T34" fmla="*/ 266 w 266"/>
                <a:gd name="T35" fmla="*/ 8 h 163"/>
                <a:gd name="T36" fmla="*/ 258 w 266"/>
                <a:gd name="T37" fmla="*/ 0 h 163"/>
                <a:gd name="T38" fmla="*/ 189 w 266"/>
                <a:gd name="T39" fmla="*/ 16 h 163"/>
                <a:gd name="T40" fmla="*/ 189 w 266"/>
                <a:gd name="T41" fmla="*/ 102 h 163"/>
                <a:gd name="T42" fmla="*/ 160 w 266"/>
                <a:gd name="T43" fmla="*/ 102 h 163"/>
                <a:gd name="T44" fmla="*/ 160 w 266"/>
                <a:gd name="T45" fmla="*/ 16 h 163"/>
                <a:gd name="T46" fmla="*/ 189 w 266"/>
                <a:gd name="T47" fmla="*/ 16 h 163"/>
                <a:gd name="T48" fmla="*/ 148 w 266"/>
                <a:gd name="T49" fmla="*/ 16 h 163"/>
                <a:gd name="T50" fmla="*/ 148 w 266"/>
                <a:gd name="T51" fmla="*/ 102 h 163"/>
                <a:gd name="T52" fmla="*/ 118 w 266"/>
                <a:gd name="T53" fmla="*/ 102 h 163"/>
                <a:gd name="T54" fmla="*/ 118 w 266"/>
                <a:gd name="T55" fmla="*/ 16 h 163"/>
                <a:gd name="T56" fmla="*/ 148 w 266"/>
                <a:gd name="T57" fmla="*/ 16 h 163"/>
                <a:gd name="T58" fmla="*/ 106 w 266"/>
                <a:gd name="T59" fmla="*/ 16 h 163"/>
                <a:gd name="T60" fmla="*/ 106 w 266"/>
                <a:gd name="T61" fmla="*/ 102 h 163"/>
                <a:gd name="T62" fmla="*/ 77 w 266"/>
                <a:gd name="T63" fmla="*/ 102 h 163"/>
                <a:gd name="T64" fmla="*/ 77 w 266"/>
                <a:gd name="T65" fmla="*/ 16 h 163"/>
                <a:gd name="T66" fmla="*/ 106 w 266"/>
                <a:gd name="T67" fmla="*/ 16 h 163"/>
                <a:gd name="T68" fmla="*/ 35 w 266"/>
                <a:gd name="T69" fmla="*/ 16 h 163"/>
                <a:gd name="T70" fmla="*/ 65 w 266"/>
                <a:gd name="T71" fmla="*/ 16 h 163"/>
                <a:gd name="T72" fmla="*/ 65 w 266"/>
                <a:gd name="T73" fmla="*/ 102 h 163"/>
                <a:gd name="T74" fmla="*/ 35 w 266"/>
                <a:gd name="T75" fmla="*/ 102 h 163"/>
                <a:gd name="T76" fmla="*/ 35 w 266"/>
                <a:gd name="T77" fmla="*/ 16 h 163"/>
                <a:gd name="T78" fmla="*/ 201 w 266"/>
                <a:gd name="T79" fmla="*/ 102 h 163"/>
                <a:gd name="T80" fmla="*/ 201 w 266"/>
                <a:gd name="T81" fmla="*/ 16 h 163"/>
                <a:gd name="T82" fmla="*/ 231 w 266"/>
                <a:gd name="T83" fmla="*/ 16 h 163"/>
                <a:gd name="T84" fmla="*/ 231 w 266"/>
                <a:gd name="T85" fmla="*/ 102 h 163"/>
                <a:gd name="T86" fmla="*/ 201 w 266"/>
                <a:gd name="T87" fmla="*/ 102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6" h="163">
                  <a:moveTo>
                    <a:pt x="258" y="0"/>
                  </a:moveTo>
                  <a:cubicBezTo>
                    <a:pt x="8" y="0"/>
                    <a:pt x="8" y="0"/>
                    <a:pt x="8" y="0"/>
                  </a:cubicBezTo>
                  <a:cubicBezTo>
                    <a:pt x="4" y="0"/>
                    <a:pt x="0" y="4"/>
                    <a:pt x="0" y="8"/>
                  </a:cubicBezTo>
                  <a:cubicBezTo>
                    <a:pt x="0" y="13"/>
                    <a:pt x="4" y="16"/>
                    <a:pt x="8" y="16"/>
                  </a:cubicBezTo>
                  <a:cubicBezTo>
                    <a:pt x="23" y="16"/>
                    <a:pt x="23" y="16"/>
                    <a:pt x="23" y="16"/>
                  </a:cubicBezTo>
                  <a:cubicBezTo>
                    <a:pt x="23" y="102"/>
                    <a:pt x="23" y="102"/>
                    <a:pt x="23" y="102"/>
                  </a:cubicBezTo>
                  <a:cubicBezTo>
                    <a:pt x="17" y="102"/>
                    <a:pt x="17" y="102"/>
                    <a:pt x="17" y="102"/>
                  </a:cubicBezTo>
                  <a:cubicBezTo>
                    <a:pt x="12" y="102"/>
                    <a:pt x="8" y="106"/>
                    <a:pt x="8" y="111"/>
                  </a:cubicBezTo>
                  <a:cubicBezTo>
                    <a:pt x="8" y="155"/>
                    <a:pt x="8" y="155"/>
                    <a:pt x="8" y="155"/>
                  </a:cubicBezTo>
                  <a:cubicBezTo>
                    <a:pt x="8" y="160"/>
                    <a:pt x="12" y="163"/>
                    <a:pt x="17" y="163"/>
                  </a:cubicBezTo>
                  <a:cubicBezTo>
                    <a:pt x="249" y="163"/>
                    <a:pt x="249" y="163"/>
                    <a:pt x="249" y="163"/>
                  </a:cubicBezTo>
                  <a:cubicBezTo>
                    <a:pt x="254" y="163"/>
                    <a:pt x="258" y="160"/>
                    <a:pt x="258" y="155"/>
                  </a:cubicBezTo>
                  <a:cubicBezTo>
                    <a:pt x="258" y="111"/>
                    <a:pt x="258" y="111"/>
                    <a:pt x="258" y="111"/>
                  </a:cubicBezTo>
                  <a:cubicBezTo>
                    <a:pt x="258" y="106"/>
                    <a:pt x="254" y="102"/>
                    <a:pt x="249" y="102"/>
                  </a:cubicBezTo>
                  <a:cubicBezTo>
                    <a:pt x="243" y="102"/>
                    <a:pt x="243" y="102"/>
                    <a:pt x="243" y="102"/>
                  </a:cubicBezTo>
                  <a:cubicBezTo>
                    <a:pt x="243" y="16"/>
                    <a:pt x="243" y="16"/>
                    <a:pt x="243" y="16"/>
                  </a:cubicBezTo>
                  <a:cubicBezTo>
                    <a:pt x="258" y="16"/>
                    <a:pt x="258" y="16"/>
                    <a:pt x="258" y="16"/>
                  </a:cubicBezTo>
                  <a:cubicBezTo>
                    <a:pt x="262" y="16"/>
                    <a:pt x="266" y="13"/>
                    <a:pt x="266" y="8"/>
                  </a:cubicBezTo>
                  <a:cubicBezTo>
                    <a:pt x="266" y="4"/>
                    <a:pt x="262" y="0"/>
                    <a:pt x="258" y="0"/>
                  </a:cubicBezTo>
                  <a:close/>
                  <a:moveTo>
                    <a:pt x="189" y="16"/>
                  </a:moveTo>
                  <a:cubicBezTo>
                    <a:pt x="189" y="102"/>
                    <a:pt x="189" y="102"/>
                    <a:pt x="189" y="102"/>
                  </a:cubicBezTo>
                  <a:cubicBezTo>
                    <a:pt x="160" y="102"/>
                    <a:pt x="160" y="102"/>
                    <a:pt x="160" y="102"/>
                  </a:cubicBezTo>
                  <a:cubicBezTo>
                    <a:pt x="160" y="16"/>
                    <a:pt x="160" y="16"/>
                    <a:pt x="160" y="16"/>
                  </a:cubicBezTo>
                  <a:lnTo>
                    <a:pt x="189" y="16"/>
                  </a:lnTo>
                  <a:close/>
                  <a:moveTo>
                    <a:pt x="148" y="16"/>
                  </a:moveTo>
                  <a:cubicBezTo>
                    <a:pt x="148" y="102"/>
                    <a:pt x="148" y="102"/>
                    <a:pt x="148" y="102"/>
                  </a:cubicBezTo>
                  <a:cubicBezTo>
                    <a:pt x="118" y="102"/>
                    <a:pt x="118" y="102"/>
                    <a:pt x="118" y="102"/>
                  </a:cubicBezTo>
                  <a:cubicBezTo>
                    <a:pt x="118" y="16"/>
                    <a:pt x="118" y="16"/>
                    <a:pt x="118" y="16"/>
                  </a:cubicBezTo>
                  <a:lnTo>
                    <a:pt x="148" y="16"/>
                  </a:lnTo>
                  <a:close/>
                  <a:moveTo>
                    <a:pt x="106" y="16"/>
                  </a:moveTo>
                  <a:cubicBezTo>
                    <a:pt x="106" y="102"/>
                    <a:pt x="106" y="102"/>
                    <a:pt x="106" y="102"/>
                  </a:cubicBezTo>
                  <a:cubicBezTo>
                    <a:pt x="77" y="102"/>
                    <a:pt x="77" y="102"/>
                    <a:pt x="77" y="102"/>
                  </a:cubicBezTo>
                  <a:cubicBezTo>
                    <a:pt x="77" y="16"/>
                    <a:pt x="77" y="16"/>
                    <a:pt x="77" y="16"/>
                  </a:cubicBezTo>
                  <a:lnTo>
                    <a:pt x="106" y="16"/>
                  </a:lnTo>
                  <a:close/>
                  <a:moveTo>
                    <a:pt x="35" y="16"/>
                  </a:moveTo>
                  <a:cubicBezTo>
                    <a:pt x="65" y="16"/>
                    <a:pt x="65" y="16"/>
                    <a:pt x="65" y="16"/>
                  </a:cubicBezTo>
                  <a:cubicBezTo>
                    <a:pt x="65" y="102"/>
                    <a:pt x="65" y="102"/>
                    <a:pt x="65" y="102"/>
                  </a:cubicBezTo>
                  <a:cubicBezTo>
                    <a:pt x="35" y="102"/>
                    <a:pt x="35" y="102"/>
                    <a:pt x="35" y="102"/>
                  </a:cubicBezTo>
                  <a:lnTo>
                    <a:pt x="35" y="16"/>
                  </a:lnTo>
                  <a:close/>
                  <a:moveTo>
                    <a:pt x="201" y="102"/>
                  </a:moveTo>
                  <a:cubicBezTo>
                    <a:pt x="201" y="16"/>
                    <a:pt x="201" y="16"/>
                    <a:pt x="201" y="16"/>
                  </a:cubicBezTo>
                  <a:cubicBezTo>
                    <a:pt x="231" y="16"/>
                    <a:pt x="231" y="16"/>
                    <a:pt x="231" y="16"/>
                  </a:cubicBezTo>
                  <a:cubicBezTo>
                    <a:pt x="231" y="102"/>
                    <a:pt x="231" y="102"/>
                    <a:pt x="231" y="102"/>
                  </a:cubicBezTo>
                  <a:lnTo>
                    <a:pt x="201" y="10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9" name="Freeform 56"/>
            <p:cNvSpPr>
              <a:spLocks/>
            </p:cNvSpPr>
            <p:nvPr/>
          </p:nvSpPr>
          <p:spPr bwMode="gray">
            <a:xfrm>
              <a:off x="8642650" y="5067620"/>
              <a:ext cx="327025" cy="63500"/>
            </a:xfrm>
            <a:custGeom>
              <a:avLst/>
              <a:gdLst>
                <a:gd name="T0" fmla="*/ 22 w 236"/>
                <a:gd name="T1" fmla="*/ 34 h 47"/>
                <a:gd name="T2" fmla="*/ 14 w 236"/>
                <a:gd name="T3" fmla="*/ 25 h 47"/>
                <a:gd name="T4" fmla="*/ 14 w 236"/>
                <a:gd name="T5" fmla="*/ 0 h 47"/>
                <a:gd name="T6" fmla="*/ 0 w 236"/>
                <a:gd name="T7" fmla="*/ 0 h 47"/>
                <a:gd name="T8" fmla="*/ 0 w 236"/>
                <a:gd name="T9" fmla="*/ 39 h 47"/>
                <a:gd name="T10" fmla="*/ 9 w 236"/>
                <a:gd name="T11" fmla="*/ 47 h 47"/>
                <a:gd name="T12" fmla="*/ 236 w 236"/>
                <a:gd name="T13" fmla="*/ 47 h 47"/>
                <a:gd name="T14" fmla="*/ 236 w 236"/>
                <a:gd name="T15" fmla="*/ 34 h 47"/>
                <a:gd name="T16" fmla="*/ 22 w 236"/>
                <a:gd name="T17" fmla="*/ 3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47">
                  <a:moveTo>
                    <a:pt x="22" y="34"/>
                  </a:moveTo>
                  <a:cubicBezTo>
                    <a:pt x="17" y="34"/>
                    <a:pt x="14" y="30"/>
                    <a:pt x="14" y="25"/>
                  </a:cubicBezTo>
                  <a:cubicBezTo>
                    <a:pt x="14" y="0"/>
                    <a:pt x="14" y="0"/>
                    <a:pt x="14" y="0"/>
                  </a:cubicBezTo>
                  <a:cubicBezTo>
                    <a:pt x="0" y="0"/>
                    <a:pt x="0" y="0"/>
                    <a:pt x="0" y="0"/>
                  </a:cubicBezTo>
                  <a:cubicBezTo>
                    <a:pt x="0" y="39"/>
                    <a:pt x="0" y="39"/>
                    <a:pt x="0" y="39"/>
                  </a:cubicBezTo>
                  <a:cubicBezTo>
                    <a:pt x="0" y="44"/>
                    <a:pt x="4" y="47"/>
                    <a:pt x="9" y="47"/>
                  </a:cubicBezTo>
                  <a:cubicBezTo>
                    <a:pt x="236" y="47"/>
                    <a:pt x="236" y="47"/>
                    <a:pt x="236" y="47"/>
                  </a:cubicBezTo>
                  <a:cubicBezTo>
                    <a:pt x="236" y="34"/>
                    <a:pt x="236" y="34"/>
                    <a:pt x="236" y="34"/>
                  </a:cubicBezTo>
                  <a:lnTo>
                    <a:pt x="22" y="34"/>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0" name="Freeform 57"/>
            <p:cNvSpPr>
              <a:spLocks/>
            </p:cNvSpPr>
            <p:nvPr/>
          </p:nvSpPr>
          <p:spPr bwMode="gray">
            <a:xfrm>
              <a:off x="8642650" y="5046983"/>
              <a:ext cx="346075" cy="84137"/>
            </a:xfrm>
            <a:custGeom>
              <a:avLst/>
              <a:gdLst>
                <a:gd name="T0" fmla="*/ 241 w 250"/>
                <a:gd name="T1" fmla="*/ 61 h 61"/>
                <a:gd name="T2" fmla="*/ 236 w 250"/>
                <a:gd name="T3" fmla="*/ 61 h 61"/>
                <a:gd name="T4" fmla="*/ 236 w 250"/>
                <a:gd name="T5" fmla="*/ 22 h 61"/>
                <a:gd name="T6" fmla="*/ 228 w 250"/>
                <a:gd name="T7" fmla="*/ 14 h 61"/>
                <a:gd name="T8" fmla="*/ 0 w 250"/>
                <a:gd name="T9" fmla="*/ 14 h 61"/>
                <a:gd name="T10" fmla="*/ 0 w 250"/>
                <a:gd name="T11" fmla="*/ 9 h 61"/>
                <a:gd name="T12" fmla="*/ 9 w 250"/>
                <a:gd name="T13" fmla="*/ 0 h 61"/>
                <a:gd name="T14" fmla="*/ 241 w 250"/>
                <a:gd name="T15" fmla="*/ 0 h 61"/>
                <a:gd name="T16" fmla="*/ 250 w 250"/>
                <a:gd name="T17" fmla="*/ 9 h 61"/>
                <a:gd name="T18" fmla="*/ 250 w 250"/>
                <a:gd name="T19" fmla="*/ 53 h 61"/>
                <a:gd name="T20" fmla="*/ 241 w 250"/>
                <a:gd name="T21" fmla="*/ 6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61">
                  <a:moveTo>
                    <a:pt x="241" y="61"/>
                  </a:moveTo>
                  <a:cubicBezTo>
                    <a:pt x="236" y="61"/>
                    <a:pt x="236" y="61"/>
                    <a:pt x="236" y="61"/>
                  </a:cubicBezTo>
                  <a:cubicBezTo>
                    <a:pt x="236" y="22"/>
                    <a:pt x="236" y="22"/>
                    <a:pt x="236" y="22"/>
                  </a:cubicBezTo>
                  <a:cubicBezTo>
                    <a:pt x="236" y="18"/>
                    <a:pt x="232" y="14"/>
                    <a:pt x="228" y="14"/>
                  </a:cubicBezTo>
                  <a:cubicBezTo>
                    <a:pt x="0" y="14"/>
                    <a:pt x="0" y="14"/>
                    <a:pt x="0" y="14"/>
                  </a:cubicBezTo>
                  <a:cubicBezTo>
                    <a:pt x="0" y="9"/>
                    <a:pt x="0" y="9"/>
                    <a:pt x="0" y="9"/>
                  </a:cubicBezTo>
                  <a:cubicBezTo>
                    <a:pt x="0" y="4"/>
                    <a:pt x="4" y="0"/>
                    <a:pt x="9" y="0"/>
                  </a:cubicBezTo>
                  <a:cubicBezTo>
                    <a:pt x="241" y="0"/>
                    <a:pt x="241" y="0"/>
                    <a:pt x="241" y="0"/>
                  </a:cubicBezTo>
                  <a:cubicBezTo>
                    <a:pt x="246" y="0"/>
                    <a:pt x="250" y="4"/>
                    <a:pt x="250" y="9"/>
                  </a:cubicBezTo>
                  <a:cubicBezTo>
                    <a:pt x="250" y="53"/>
                    <a:pt x="250" y="53"/>
                    <a:pt x="250" y="53"/>
                  </a:cubicBezTo>
                  <a:cubicBezTo>
                    <a:pt x="250" y="58"/>
                    <a:pt x="246" y="61"/>
                    <a:pt x="241" y="6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1" name="Freeform 58"/>
            <p:cNvSpPr>
              <a:spLocks/>
            </p:cNvSpPr>
            <p:nvPr/>
          </p:nvSpPr>
          <p:spPr bwMode="gray">
            <a:xfrm>
              <a:off x="10792125" y="4919983"/>
              <a:ext cx="61913" cy="311150"/>
            </a:xfrm>
            <a:custGeom>
              <a:avLst/>
              <a:gdLst>
                <a:gd name="T0" fmla="*/ 39 w 45"/>
                <a:gd name="T1" fmla="*/ 180 h 226"/>
                <a:gd name="T2" fmla="*/ 33 w 45"/>
                <a:gd name="T3" fmla="*/ 180 h 226"/>
                <a:gd name="T4" fmla="*/ 33 w 45"/>
                <a:gd name="T5" fmla="*/ 0 h 226"/>
                <a:gd name="T6" fmla="*/ 12 w 45"/>
                <a:gd name="T7" fmla="*/ 0 h 226"/>
                <a:gd name="T8" fmla="*/ 12 w 45"/>
                <a:gd name="T9" fmla="*/ 180 h 226"/>
                <a:gd name="T10" fmla="*/ 5 w 45"/>
                <a:gd name="T11" fmla="*/ 180 h 226"/>
                <a:gd name="T12" fmla="*/ 0 w 45"/>
                <a:gd name="T13" fmla="*/ 186 h 226"/>
                <a:gd name="T14" fmla="*/ 0 w 45"/>
                <a:gd name="T15" fmla="*/ 226 h 226"/>
                <a:gd name="T16" fmla="*/ 45 w 45"/>
                <a:gd name="T17" fmla="*/ 226 h 226"/>
                <a:gd name="T18" fmla="*/ 45 w 45"/>
                <a:gd name="T19" fmla="*/ 186 h 226"/>
                <a:gd name="T20" fmla="*/ 39 w 45"/>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5" h="226">
                  <a:moveTo>
                    <a:pt x="39" y="180"/>
                  </a:moveTo>
                  <a:cubicBezTo>
                    <a:pt x="33" y="180"/>
                    <a:pt x="33" y="180"/>
                    <a:pt x="33" y="180"/>
                  </a:cubicBezTo>
                  <a:cubicBezTo>
                    <a:pt x="33" y="0"/>
                    <a:pt x="33" y="0"/>
                    <a:pt x="33" y="0"/>
                  </a:cubicBez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45" y="226"/>
                    <a:pt x="45" y="226"/>
                    <a:pt x="45" y="226"/>
                  </a:cubicBezTo>
                  <a:cubicBezTo>
                    <a:pt x="45" y="186"/>
                    <a:pt x="45" y="186"/>
                    <a:pt x="45" y="186"/>
                  </a:cubicBezTo>
                  <a:cubicBezTo>
                    <a:pt x="45" y="182"/>
                    <a:pt x="42" y="180"/>
                    <a:pt x="39" y="180"/>
                  </a:cubicBezTo>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2" name="Freeform 59"/>
            <p:cNvSpPr>
              <a:spLocks/>
            </p:cNvSpPr>
            <p:nvPr/>
          </p:nvSpPr>
          <p:spPr bwMode="gray">
            <a:xfrm>
              <a:off x="10827050" y="4919983"/>
              <a:ext cx="26988" cy="311150"/>
            </a:xfrm>
            <a:custGeom>
              <a:avLst/>
              <a:gdLst>
                <a:gd name="T0" fmla="*/ 14 w 20"/>
                <a:gd name="T1" fmla="*/ 180 h 226"/>
                <a:gd name="T2" fmla="*/ 8 w 20"/>
                <a:gd name="T3" fmla="*/ 180 h 226"/>
                <a:gd name="T4" fmla="*/ 8 w 20"/>
                <a:gd name="T5" fmla="*/ 0 h 226"/>
                <a:gd name="T6" fmla="*/ 0 w 20"/>
                <a:gd name="T7" fmla="*/ 0 h 226"/>
                <a:gd name="T8" fmla="*/ 0 w 20"/>
                <a:gd name="T9" fmla="*/ 180 h 226"/>
                <a:gd name="T10" fmla="*/ 6 w 20"/>
                <a:gd name="T11" fmla="*/ 180 h 226"/>
                <a:gd name="T12" fmla="*/ 12 w 20"/>
                <a:gd name="T13" fmla="*/ 186 h 226"/>
                <a:gd name="T14" fmla="*/ 12 w 20"/>
                <a:gd name="T15" fmla="*/ 226 h 226"/>
                <a:gd name="T16" fmla="*/ 20 w 20"/>
                <a:gd name="T17" fmla="*/ 226 h 226"/>
                <a:gd name="T18" fmla="*/ 20 w 20"/>
                <a:gd name="T19" fmla="*/ 186 h 226"/>
                <a:gd name="T20" fmla="*/ 14 w 20"/>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226">
                  <a:moveTo>
                    <a:pt x="14" y="180"/>
                  </a:moveTo>
                  <a:cubicBezTo>
                    <a:pt x="8" y="180"/>
                    <a:pt x="8" y="180"/>
                    <a:pt x="8" y="180"/>
                  </a:cubicBezTo>
                  <a:cubicBezTo>
                    <a:pt x="8" y="0"/>
                    <a:pt x="8" y="0"/>
                    <a:pt x="8" y="0"/>
                  </a:cubicBezTo>
                  <a:cubicBezTo>
                    <a:pt x="0" y="0"/>
                    <a:pt x="0" y="0"/>
                    <a:pt x="0" y="0"/>
                  </a:cubicBezTo>
                  <a:cubicBezTo>
                    <a:pt x="0" y="180"/>
                    <a:pt x="0" y="180"/>
                    <a:pt x="0" y="180"/>
                  </a:cubicBezTo>
                  <a:cubicBezTo>
                    <a:pt x="6" y="180"/>
                    <a:pt x="6" y="180"/>
                    <a:pt x="6" y="180"/>
                  </a:cubicBezTo>
                  <a:cubicBezTo>
                    <a:pt x="9" y="180"/>
                    <a:pt x="12" y="182"/>
                    <a:pt x="12" y="186"/>
                  </a:cubicBezTo>
                  <a:cubicBezTo>
                    <a:pt x="12" y="226"/>
                    <a:pt x="12" y="226"/>
                    <a:pt x="12" y="226"/>
                  </a:cubicBezTo>
                  <a:cubicBezTo>
                    <a:pt x="20" y="226"/>
                    <a:pt x="20" y="226"/>
                    <a:pt x="20" y="226"/>
                  </a:cubicBezTo>
                  <a:cubicBezTo>
                    <a:pt x="20" y="186"/>
                    <a:pt x="20" y="186"/>
                    <a:pt x="20" y="186"/>
                  </a:cubicBezTo>
                  <a:cubicBezTo>
                    <a:pt x="20" y="182"/>
                    <a:pt x="17" y="180"/>
                    <a:pt x="14" y="18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3" name="Freeform 60"/>
            <p:cNvSpPr>
              <a:spLocks/>
            </p:cNvSpPr>
            <p:nvPr/>
          </p:nvSpPr>
          <p:spPr bwMode="gray">
            <a:xfrm>
              <a:off x="10792125" y="4919983"/>
              <a:ext cx="25400" cy="311150"/>
            </a:xfrm>
            <a:custGeom>
              <a:avLst/>
              <a:gdLst>
                <a:gd name="T0" fmla="*/ 19 w 19"/>
                <a:gd name="T1" fmla="*/ 0 h 226"/>
                <a:gd name="T2" fmla="*/ 12 w 19"/>
                <a:gd name="T3" fmla="*/ 0 h 226"/>
                <a:gd name="T4" fmla="*/ 12 w 19"/>
                <a:gd name="T5" fmla="*/ 180 h 226"/>
                <a:gd name="T6" fmla="*/ 5 w 19"/>
                <a:gd name="T7" fmla="*/ 180 h 226"/>
                <a:gd name="T8" fmla="*/ 0 w 19"/>
                <a:gd name="T9" fmla="*/ 186 h 226"/>
                <a:gd name="T10" fmla="*/ 0 w 19"/>
                <a:gd name="T11" fmla="*/ 226 h 226"/>
                <a:gd name="T12" fmla="*/ 7 w 19"/>
                <a:gd name="T13" fmla="*/ 226 h 226"/>
                <a:gd name="T14" fmla="*/ 7 w 19"/>
                <a:gd name="T15" fmla="*/ 186 h 226"/>
                <a:gd name="T16" fmla="*/ 13 w 19"/>
                <a:gd name="T17" fmla="*/ 180 h 226"/>
                <a:gd name="T18" fmla="*/ 19 w 19"/>
                <a:gd name="T19" fmla="*/ 180 h 226"/>
                <a:gd name="T20" fmla="*/ 19 w 19"/>
                <a:gd name="T21" fmla="*/ 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 h="226">
                  <a:moveTo>
                    <a:pt x="19" y="0"/>
                  </a:move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7" y="226"/>
                    <a:pt x="7" y="226"/>
                    <a:pt x="7" y="226"/>
                  </a:cubicBezTo>
                  <a:cubicBezTo>
                    <a:pt x="7" y="186"/>
                    <a:pt x="7" y="186"/>
                    <a:pt x="7" y="186"/>
                  </a:cubicBezTo>
                  <a:cubicBezTo>
                    <a:pt x="7" y="182"/>
                    <a:pt x="10" y="180"/>
                    <a:pt x="13" y="180"/>
                  </a:cubicBezTo>
                  <a:cubicBezTo>
                    <a:pt x="19" y="180"/>
                    <a:pt x="19" y="180"/>
                    <a:pt x="19" y="180"/>
                  </a:cubicBezTo>
                  <a:cubicBezTo>
                    <a:pt x="19" y="0"/>
                    <a:pt x="19" y="0"/>
                    <a:pt x="19" y="0"/>
                  </a:cubicBezTo>
                </a:path>
              </a:pathLst>
            </a:custGeom>
            <a:solidFill>
              <a:srgbClr val="FFC7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4" name="Freeform 61"/>
            <p:cNvSpPr>
              <a:spLocks/>
            </p:cNvSpPr>
            <p:nvPr/>
          </p:nvSpPr>
          <p:spPr bwMode="gray">
            <a:xfrm>
              <a:off x="10068225" y="4172270"/>
              <a:ext cx="242888" cy="239712"/>
            </a:xfrm>
            <a:custGeom>
              <a:avLst/>
              <a:gdLst>
                <a:gd name="T0" fmla="*/ 153 w 153"/>
                <a:gd name="T1" fmla="*/ 98 h 151"/>
                <a:gd name="T2" fmla="*/ 100 w 153"/>
                <a:gd name="T3" fmla="*/ 151 h 151"/>
                <a:gd name="T4" fmla="*/ 0 w 153"/>
                <a:gd name="T5" fmla="*/ 52 h 151"/>
                <a:gd name="T6" fmla="*/ 53 w 153"/>
                <a:gd name="T7" fmla="*/ 0 h 151"/>
                <a:gd name="T8" fmla="*/ 153 w 153"/>
                <a:gd name="T9" fmla="*/ 98 h 151"/>
              </a:gdLst>
              <a:ahLst/>
              <a:cxnLst>
                <a:cxn ang="0">
                  <a:pos x="T0" y="T1"/>
                </a:cxn>
                <a:cxn ang="0">
                  <a:pos x="T2" y="T3"/>
                </a:cxn>
                <a:cxn ang="0">
                  <a:pos x="T4" y="T5"/>
                </a:cxn>
                <a:cxn ang="0">
                  <a:pos x="T6" y="T7"/>
                </a:cxn>
                <a:cxn ang="0">
                  <a:pos x="T8" y="T9"/>
                </a:cxn>
              </a:cxnLst>
              <a:rect l="0" t="0" r="r" b="b"/>
              <a:pathLst>
                <a:path w="153" h="151">
                  <a:moveTo>
                    <a:pt x="153" y="98"/>
                  </a:moveTo>
                  <a:lnTo>
                    <a:pt x="100" y="151"/>
                  </a:lnTo>
                  <a:lnTo>
                    <a:pt x="0" y="52"/>
                  </a:lnTo>
                  <a:lnTo>
                    <a:pt x="53" y="0"/>
                  </a:lnTo>
                  <a:lnTo>
                    <a:pt x="153" y="98"/>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5" name="Freeform 62"/>
            <p:cNvSpPr>
              <a:spLocks/>
            </p:cNvSpPr>
            <p:nvPr/>
          </p:nvSpPr>
          <p:spPr bwMode="gray">
            <a:xfrm>
              <a:off x="9560225" y="3665858"/>
              <a:ext cx="579438" cy="576262"/>
            </a:xfrm>
            <a:custGeom>
              <a:avLst/>
              <a:gdLst>
                <a:gd name="T0" fmla="*/ 415 w 419"/>
                <a:gd name="T1" fmla="*/ 379 h 419"/>
                <a:gd name="T2" fmla="*/ 415 w 419"/>
                <a:gd name="T3" fmla="*/ 392 h 419"/>
                <a:gd name="T4" fmla="*/ 392 w 419"/>
                <a:gd name="T5" fmla="*/ 415 h 419"/>
                <a:gd name="T6" fmla="*/ 380 w 419"/>
                <a:gd name="T7" fmla="*/ 415 h 419"/>
                <a:gd name="T8" fmla="*/ 3 w 419"/>
                <a:gd name="T9" fmla="*/ 39 h 419"/>
                <a:gd name="T10" fmla="*/ 3 w 419"/>
                <a:gd name="T11" fmla="*/ 27 h 419"/>
                <a:gd name="T12" fmla="*/ 27 w 419"/>
                <a:gd name="T13" fmla="*/ 3 h 419"/>
                <a:gd name="T14" fmla="*/ 39 w 419"/>
                <a:gd name="T15" fmla="*/ 3 h 419"/>
                <a:gd name="T16" fmla="*/ 415 w 419"/>
                <a:gd name="T17" fmla="*/ 379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19" h="419">
                  <a:moveTo>
                    <a:pt x="415" y="379"/>
                  </a:moveTo>
                  <a:cubicBezTo>
                    <a:pt x="419" y="383"/>
                    <a:pt x="419" y="388"/>
                    <a:pt x="415" y="392"/>
                  </a:cubicBezTo>
                  <a:cubicBezTo>
                    <a:pt x="392" y="415"/>
                    <a:pt x="392" y="415"/>
                    <a:pt x="392" y="415"/>
                  </a:cubicBezTo>
                  <a:cubicBezTo>
                    <a:pt x="388" y="419"/>
                    <a:pt x="383" y="419"/>
                    <a:pt x="380" y="415"/>
                  </a:cubicBezTo>
                  <a:cubicBezTo>
                    <a:pt x="3" y="39"/>
                    <a:pt x="3" y="39"/>
                    <a:pt x="3" y="39"/>
                  </a:cubicBezTo>
                  <a:cubicBezTo>
                    <a:pt x="0" y="35"/>
                    <a:pt x="0" y="30"/>
                    <a:pt x="3" y="27"/>
                  </a:cubicBezTo>
                  <a:cubicBezTo>
                    <a:pt x="27" y="3"/>
                    <a:pt x="27" y="3"/>
                    <a:pt x="27" y="3"/>
                  </a:cubicBezTo>
                  <a:cubicBezTo>
                    <a:pt x="30" y="0"/>
                    <a:pt x="36" y="0"/>
                    <a:pt x="39" y="3"/>
                  </a:cubicBezTo>
                  <a:lnTo>
                    <a:pt x="415" y="379"/>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6" name="Freeform 63"/>
            <p:cNvSpPr>
              <a:spLocks/>
            </p:cNvSpPr>
            <p:nvPr/>
          </p:nvSpPr>
          <p:spPr bwMode="gray">
            <a:xfrm>
              <a:off x="10185700" y="4288158"/>
              <a:ext cx="1066800" cy="1058862"/>
            </a:xfrm>
            <a:custGeom>
              <a:avLst/>
              <a:gdLst>
                <a:gd name="T0" fmla="*/ 672 w 672"/>
                <a:gd name="T1" fmla="*/ 594 h 667"/>
                <a:gd name="T2" fmla="*/ 597 w 672"/>
                <a:gd name="T3" fmla="*/ 667 h 667"/>
                <a:gd name="T4" fmla="*/ 0 w 672"/>
                <a:gd name="T5" fmla="*/ 74 h 667"/>
                <a:gd name="T6" fmla="*/ 74 w 672"/>
                <a:gd name="T7" fmla="*/ 0 h 667"/>
                <a:gd name="T8" fmla="*/ 672 w 672"/>
                <a:gd name="T9" fmla="*/ 594 h 667"/>
              </a:gdLst>
              <a:ahLst/>
              <a:cxnLst>
                <a:cxn ang="0">
                  <a:pos x="T0" y="T1"/>
                </a:cxn>
                <a:cxn ang="0">
                  <a:pos x="T2" y="T3"/>
                </a:cxn>
                <a:cxn ang="0">
                  <a:pos x="T4" y="T5"/>
                </a:cxn>
                <a:cxn ang="0">
                  <a:pos x="T6" y="T7"/>
                </a:cxn>
                <a:cxn ang="0">
                  <a:pos x="T8" y="T9"/>
                </a:cxn>
              </a:cxnLst>
              <a:rect l="0" t="0" r="r" b="b"/>
              <a:pathLst>
                <a:path w="672" h="667">
                  <a:moveTo>
                    <a:pt x="672" y="594"/>
                  </a:moveTo>
                  <a:lnTo>
                    <a:pt x="597" y="667"/>
                  </a:lnTo>
                  <a:lnTo>
                    <a:pt x="0" y="74"/>
                  </a:lnTo>
                  <a:lnTo>
                    <a:pt x="74" y="0"/>
                  </a:lnTo>
                  <a:lnTo>
                    <a:pt x="672" y="594"/>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7" name="Freeform 64"/>
            <p:cNvSpPr>
              <a:spLocks/>
            </p:cNvSpPr>
            <p:nvPr/>
          </p:nvSpPr>
          <p:spPr bwMode="gray">
            <a:xfrm>
              <a:off x="10055525" y="4159570"/>
              <a:ext cx="109538" cy="106362"/>
            </a:xfrm>
            <a:custGeom>
              <a:avLst/>
              <a:gdLst>
                <a:gd name="T0" fmla="*/ 9 w 79"/>
                <a:gd name="T1" fmla="*/ 77 h 77"/>
                <a:gd name="T2" fmla="*/ 4 w 79"/>
                <a:gd name="T3" fmla="*/ 75 h 77"/>
                <a:gd name="T4" fmla="*/ 4 w 79"/>
                <a:gd name="T5" fmla="*/ 64 h 77"/>
                <a:gd name="T6" fmla="*/ 64 w 79"/>
                <a:gd name="T7" fmla="*/ 3 h 77"/>
                <a:gd name="T8" fmla="*/ 75 w 79"/>
                <a:gd name="T9" fmla="*/ 3 h 77"/>
                <a:gd name="T10" fmla="*/ 75 w 79"/>
                <a:gd name="T11" fmla="*/ 15 h 77"/>
                <a:gd name="T12" fmla="*/ 15 w 79"/>
                <a:gd name="T13" fmla="*/ 75 h 77"/>
                <a:gd name="T14" fmla="*/ 9 w 79"/>
                <a:gd name="T15" fmla="*/ 77 h 7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77">
                  <a:moveTo>
                    <a:pt x="9" y="77"/>
                  </a:moveTo>
                  <a:cubicBezTo>
                    <a:pt x="7" y="77"/>
                    <a:pt x="5" y="77"/>
                    <a:pt x="4" y="75"/>
                  </a:cubicBezTo>
                  <a:cubicBezTo>
                    <a:pt x="0" y="72"/>
                    <a:pt x="0" y="67"/>
                    <a:pt x="4" y="64"/>
                  </a:cubicBezTo>
                  <a:cubicBezTo>
                    <a:pt x="64" y="3"/>
                    <a:pt x="64" y="3"/>
                    <a:pt x="64" y="3"/>
                  </a:cubicBezTo>
                  <a:cubicBezTo>
                    <a:pt x="67" y="0"/>
                    <a:pt x="72" y="0"/>
                    <a:pt x="75" y="3"/>
                  </a:cubicBezTo>
                  <a:cubicBezTo>
                    <a:pt x="79" y="6"/>
                    <a:pt x="79" y="12"/>
                    <a:pt x="75" y="15"/>
                  </a:cubicBezTo>
                  <a:cubicBezTo>
                    <a:pt x="15" y="75"/>
                    <a:pt x="15" y="75"/>
                    <a:pt x="15" y="75"/>
                  </a:cubicBezTo>
                  <a:cubicBezTo>
                    <a:pt x="13" y="77"/>
                    <a:pt x="11" y="77"/>
                    <a:pt x="9" y="7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8" name="Freeform 65"/>
            <p:cNvSpPr>
              <a:spLocks/>
            </p:cNvSpPr>
            <p:nvPr/>
          </p:nvSpPr>
          <p:spPr bwMode="gray">
            <a:xfrm>
              <a:off x="9787237" y="3891283"/>
              <a:ext cx="79375" cy="77787"/>
            </a:xfrm>
            <a:custGeom>
              <a:avLst/>
              <a:gdLst>
                <a:gd name="T0" fmla="*/ 9 w 58"/>
                <a:gd name="T1" fmla="*/ 57 h 57"/>
                <a:gd name="T2" fmla="*/ 3 w 58"/>
                <a:gd name="T3" fmla="*/ 55 h 57"/>
                <a:gd name="T4" fmla="*/ 3 w 58"/>
                <a:gd name="T5" fmla="*/ 44 h 57"/>
                <a:gd name="T6" fmla="*/ 44 w 58"/>
                <a:gd name="T7" fmla="*/ 3 h 57"/>
                <a:gd name="T8" fmla="*/ 55 w 58"/>
                <a:gd name="T9" fmla="*/ 3 h 57"/>
                <a:gd name="T10" fmla="*/ 55 w 58"/>
                <a:gd name="T11" fmla="*/ 14 h 57"/>
                <a:gd name="T12" fmla="*/ 15 w 58"/>
                <a:gd name="T13" fmla="*/ 55 h 57"/>
                <a:gd name="T14" fmla="*/ 9 w 58"/>
                <a:gd name="T15" fmla="*/ 57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8" h="57">
                  <a:moveTo>
                    <a:pt x="9" y="57"/>
                  </a:moveTo>
                  <a:cubicBezTo>
                    <a:pt x="7" y="57"/>
                    <a:pt x="5" y="56"/>
                    <a:pt x="3" y="55"/>
                  </a:cubicBezTo>
                  <a:cubicBezTo>
                    <a:pt x="0" y="52"/>
                    <a:pt x="0" y="47"/>
                    <a:pt x="3" y="44"/>
                  </a:cubicBezTo>
                  <a:cubicBezTo>
                    <a:pt x="44" y="3"/>
                    <a:pt x="44" y="3"/>
                    <a:pt x="44" y="3"/>
                  </a:cubicBezTo>
                  <a:cubicBezTo>
                    <a:pt x="47" y="0"/>
                    <a:pt x="52" y="0"/>
                    <a:pt x="55" y="3"/>
                  </a:cubicBezTo>
                  <a:cubicBezTo>
                    <a:pt x="58" y="6"/>
                    <a:pt x="58" y="11"/>
                    <a:pt x="55" y="14"/>
                  </a:cubicBezTo>
                  <a:cubicBezTo>
                    <a:pt x="15" y="55"/>
                    <a:pt x="15" y="55"/>
                    <a:pt x="15" y="55"/>
                  </a:cubicBezTo>
                  <a:cubicBezTo>
                    <a:pt x="13" y="56"/>
                    <a:pt x="11" y="57"/>
                    <a:pt x="9" y="5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9" name="Freeform 66"/>
            <p:cNvSpPr>
              <a:spLocks/>
            </p:cNvSpPr>
            <p:nvPr/>
          </p:nvSpPr>
          <p:spPr bwMode="gray">
            <a:xfrm>
              <a:off x="10168237" y="4270695"/>
              <a:ext cx="153988" cy="150812"/>
            </a:xfrm>
            <a:custGeom>
              <a:avLst/>
              <a:gdLst>
                <a:gd name="T0" fmla="*/ 9 w 111"/>
                <a:gd name="T1" fmla="*/ 110 h 110"/>
                <a:gd name="T2" fmla="*/ 3 w 111"/>
                <a:gd name="T3" fmla="*/ 108 h 110"/>
                <a:gd name="T4" fmla="*/ 3 w 111"/>
                <a:gd name="T5" fmla="*/ 96 h 110"/>
                <a:gd name="T6" fmla="*/ 96 w 111"/>
                <a:gd name="T7" fmla="*/ 3 h 110"/>
                <a:gd name="T8" fmla="*/ 108 w 111"/>
                <a:gd name="T9" fmla="*/ 3 h 110"/>
                <a:gd name="T10" fmla="*/ 108 w 111"/>
                <a:gd name="T11" fmla="*/ 15 h 110"/>
                <a:gd name="T12" fmla="*/ 15 w 111"/>
                <a:gd name="T13" fmla="*/ 108 h 110"/>
                <a:gd name="T14" fmla="*/ 9 w 111"/>
                <a:gd name="T15" fmla="*/ 110 h 11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1" h="110">
                  <a:moveTo>
                    <a:pt x="9" y="110"/>
                  </a:moveTo>
                  <a:cubicBezTo>
                    <a:pt x="7" y="110"/>
                    <a:pt x="5" y="109"/>
                    <a:pt x="3" y="108"/>
                  </a:cubicBezTo>
                  <a:cubicBezTo>
                    <a:pt x="0" y="104"/>
                    <a:pt x="0" y="99"/>
                    <a:pt x="3" y="96"/>
                  </a:cubicBezTo>
                  <a:cubicBezTo>
                    <a:pt x="96" y="3"/>
                    <a:pt x="96" y="3"/>
                    <a:pt x="96" y="3"/>
                  </a:cubicBezTo>
                  <a:cubicBezTo>
                    <a:pt x="100" y="0"/>
                    <a:pt x="105" y="0"/>
                    <a:pt x="108" y="3"/>
                  </a:cubicBezTo>
                  <a:cubicBezTo>
                    <a:pt x="111" y="6"/>
                    <a:pt x="111" y="11"/>
                    <a:pt x="108" y="15"/>
                  </a:cubicBezTo>
                  <a:cubicBezTo>
                    <a:pt x="15" y="108"/>
                    <a:pt x="15" y="108"/>
                    <a:pt x="15" y="108"/>
                  </a:cubicBezTo>
                  <a:cubicBezTo>
                    <a:pt x="13" y="109"/>
                    <a:pt x="11" y="110"/>
                    <a:pt x="9" y="11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0" name="Freeform 67"/>
            <p:cNvSpPr>
              <a:spLocks/>
            </p:cNvSpPr>
            <p:nvPr/>
          </p:nvSpPr>
          <p:spPr bwMode="gray">
            <a:xfrm>
              <a:off x="10269837" y="4296095"/>
              <a:ext cx="982663" cy="944562"/>
            </a:xfrm>
            <a:custGeom>
              <a:avLst/>
              <a:gdLst>
                <a:gd name="T0" fmla="*/ 619 w 619"/>
                <a:gd name="T1" fmla="*/ 589 h 595"/>
                <a:gd name="T2" fmla="*/ 613 w 619"/>
                <a:gd name="T3" fmla="*/ 595 h 595"/>
                <a:gd name="T4" fmla="*/ 0 w 619"/>
                <a:gd name="T5" fmla="*/ 26 h 595"/>
                <a:gd name="T6" fmla="*/ 27 w 619"/>
                <a:gd name="T7" fmla="*/ 0 h 595"/>
                <a:gd name="T8" fmla="*/ 619 w 619"/>
                <a:gd name="T9" fmla="*/ 589 h 595"/>
              </a:gdLst>
              <a:ahLst/>
              <a:cxnLst>
                <a:cxn ang="0">
                  <a:pos x="T0" y="T1"/>
                </a:cxn>
                <a:cxn ang="0">
                  <a:pos x="T2" y="T3"/>
                </a:cxn>
                <a:cxn ang="0">
                  <a:pos x="T4" y="T5"/>
                </a:cxn>
                <a:cxn ang="0">
                  <a:pos x="T6" y="T7"/>
                </a:cxn>
                <a:cxn ang="0">
                  <a:pos x="T8" y="T9"/>
                </a:cxn>
              </a:cxnLst>
              <a:rect l="0" t="0" r="r" b="b"/>
              <a:pathLst>
                <a:path w="619" h="595">
                  <a:moveTo>
                    <a:pt x="619" y="589"/>
                  </a:moveTo>
                  <a:lnTo>
                    <a:pt x="613" y="595"/>
                  </a:lnTo>
                  <a:lnTo>
                    <a:pt x="0" y="26"/>
                  </a:lnTo>
                  <a:lnTo>
                    <a:pt x="27" y="0"/>
                  </a:lnTo>
                  <a:lnTo>
                    <a:pt x="619" y="589"/>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1" name="Freeform 68"/>
            <p:cNvSpPr>
              <a:spLocks/>
            </p:cNvSpPr>
            <p:nvPr/>
          </p:nvSpPr>
          <p:spPr bwMode="gray">
            <a:xfrm>
              <a:off x="10193637" y="4370708"/>
              <a:ext cx="949325" cy="976312"/>
            </a:xfrm>
            <a:custGeom>
              <a:avLst/>
              <a:gdLst>
                <a:gd name="T0" fmla="*/ 592 w 598"/>
                <a:gd name="T1" fmla="*/ 615 h 615"/>
                <a:gd name="T2" fmla="*/ 598 w 598"/>
                <a:gd name="T3" fmla="*/ 610 h 615"/>
                <a:gd name="T4" fmla="*/ 27 w 598"/>
                <a:gd name="T5" fmla="*/ 0 h 615"/>
                <a:gd name="T6" fmla="*/ 0 w 598"/>
                <a:gd name="T7" fmla="*/ 27 h 615"/>
                <a:gd name="T8" fmla="*/ 592 w 598"/>
                <a:gd name="T9" fmla="*/ 615 h 615"/>
              </a:gdLst>
              <a:ahLst/>
              <a:cxnLst>
                <a:cxn ang="0">
                  <a:pos x="T0" y="T1"/>
                </a:cxn>
                <a:cxn ang="0">
                  <a:pos x="T2" y="T3"/>
                </a:cxn>
                <a:cxn ang="0">
                  <a:pos x="T4" y="T5"/>
                </a:cxn>
                <a:cxn ang="0">
                  <a:pos x="T6" y="T7"/>
                </a:cxn>
                <a:cxn ang="0">
                  <a:pos x="T8" y="T9"/>
                </a:cxn>
              </a:cxnLst>
              <a:rect l="0" t="0" r="r" b="b"/>
              <a:pathLst>
                <a:path w="598" h="615">
                  <a:moveTo>
                    <a:pt x="592" y="615"/>
                  </a:moveTo>
                  <a:lnTo>
                    <a:pt x="598" y="610"/>
                  </a:lnTo>
                  <a:lnTo>
                    <a:pt x="27" y="0"/>
                  </a:lnTo>
                  <a:lnTo>
                    <a:pt x="0" y="27"/>
                  </a:lnTo>
                  <a:lnTo>
                    <a:pt x="592" y="61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2" name="Freeform 69"/>
            <p:cNvSpPr>
              <a:spLocks/>
            </p:cNvSpPr>
            <p:nvPr/>
          </p:nvSpPr>
          <p:spPr bwMode="gray">
            <a:xfrm>
              <a:off x="10615912" y="5231133"/>
              <a:ext cx="665163" cy="93662"/>
            </a:xfrm>
            <a:custGeom>
              <a:avLst/>
              <a:gdLst>
                <a:gd name="T0" fmla="*/ 481 w 481"/>
                <a:gd name="T1" fmla="*/ 14 h 69"/>
                <a:gd name="T2" fmla="*/ 467 w 481"/>
                <a:gd name="T3" fmla="*/ 0 h 69"/>
                <a:gd name="T4" fmla="*/ 15 w 481"/>
                <a:gd name="T5" fmla="*/ 0 h 69"/>
                <a:gd name="T6" fmla="*/ 0 w 481"/>
                <a:gd name="T7" fmla="*/ 14 h 69"/>
                <a:gd name="T8" fmla="*/ 0 w 481"/>
                <a:gd name="T9" fmla="*/ 55 h 69"/>
                <a:gd name="T10" fmla="*/ 15 w 481"/>
                <a:gd name="T11" fmla="*/ 69 h 69"/>
                <a:gd name="T12" fmla="*/ 467 w 481"/>
                <a:gd name="T13" fmla="*/ 69 h 69"/>
                <a:gd name="T14" fmla="*/ 481 w 481"/>
                <a:gd name="T15" fmla="*/ 55 h 69"/>
                <a:gd name="T16" fmla="*/ 481 w 481"/>
                <a:gd name="T17" fmla="*/ 1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81" h="69">
                  <a:moveTo>
                    <a:pt x="481" y="14"/>
                  </a:moveTo>
                  <a:cubicBezTo>
                    <a:pt x="481" y="6"/>
                    <a:pt x="475" y="0"/>
                    <a:pt x="467" y="0"/>
                  </a:cubicBezTo>
                  <a:cubicBezTo>
                    <a:pt x="15" y="0"/>
                    <a:pt x="15" y="0"/>
                    <a:pt x="15" y="0"/>
                  </a:cubicBezTo>
                  <a:cubicBezTo>
                    <a:pt x="7" y="0"/>
                    <a:pt x="0" y="6"/>
                    <a:pt x="0" y="14"/>
                  </a:cubicBezTo>
                  <a:cubicBezTo>
                    <a:pt x="0" y="55"/>
                    <a:pt x="0" y="55"/>
                    <a:pt x="0" y="55"/>
                  </a:cubicBezTo>
                  <a:cubicBezTo>
                    <a:pt x="0" y="63"/>
                    <a:pt x="7" y="69"/>
                    <a:pt x="15" y="69"/>
                  </a:cubicBezTo>
                  <a:cubicBezTo>
                    <a:pt x="467" y="69"/>
                    <a:pt x="467" y="69"/>
                    <a:pt x="467" y="69"/>
                  </a:cubicBezTo>
                  <a:cubicBezTo>
                    <a:pt x="475" y="69"/>
                    <a:pt x="481" y="63"/>
                    <a:pt x="481" y="55"/>
                  </a:cubicBezTo>
                  <a:lnTo>
                    <a:pt x="481" y="1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3" name="Oval 70"/>
            <p:cNvSpPr>
              <a:spLocks noChangeArrowheads="1"/>
            </p:cNvSpPr>
            <p:nvPr/>
          </p:nvSpPr>
          <p:spPr bwMode="gray">
            <a:xfrm>
              <a:off x="103127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4" name="Oval 71"/>
            <p:cNvSpPr>
              <a:spLocks noChangeArrowheads="1"/>
            </p:cNvSpPr>
            <p:nvPr/>
          </p:nvSpPr>
          <p:spPr bwMode="gray">
            <a:xfrm>
              <a:off x="10695287"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5" name="Oval 72"/>
            <p:cNvSpPr>
              <a:spLocks noChangeArrowheads="1"/>
            </p:cNvSpPr>
            <p:nvPr/>
          </p:nvSpPr>
          <p:spPr bwMode="gray">
            <a:xfrm>
              <a:off x="109858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6" name="Freeform 73"/>
            <p:cNvSpPr>
              <a:spLocks/>
            </p:cNvSpPr>
            <p:nvPr/>
          </p:nvSpPr>
          <p:spPr bwMode="gray">
            <a:xfrm>
              <a:off x="10176175" y="5042220"/>
              <a:ext cx="341313" cy="404812"/>
            </a:xfrm>
            <a:custGeom>
              <a:avLst/>
              <a:gdLst>
                <a:gd name="T0" fmla="*/ 247 w 247"/>
                <a:gd name="T1" fmla="*/ 0 h 295"/>
                <a:gd name="T2" fmla="*/ 66 w 247"/>
                <a:gd name="T3" fmla="*/ 0 h 295"/>
                <a:gd name="T4" fmla="*/ 16 w 247"/>
                <a:gd name="T5" fmla="*/ 295 h 295"/>
                <a:gd name="T6" fmla="*/ 197 w 247"/>
                <a:gd name="T7" fmla="*/ 295 h 295"/>
                <a:gd name="T8" fmla="*/ 247 w 247"/>
                <a:gd name="T9" fmla="*/ 0 h 295"/>
              </a:gdLst>
              <a:ahLst/>
              <a:cxnLst>
                <a:cxn ang="0">
                  <a:pos x="T0" y="T1"/>
                </a:cxn>
                <a:cxn ang="0">
                  <a:pos x="T2" y="T3"/>
                </a:cxn>
                <a:cxn ang="0">
                  <a:pos x="T4" y="T5"/>
                </a:cxn>
                <a:cxn ang="0">
                  <a:pos x="T6" y="T7"/>
                </a:cxn>
                <a:cxn ang="0">
                  <a:pos x="T8" y="T9"/>
                </a:cxn>
              </a:cxnLst>
              <a:rect l="0" t="0" r="r" b="b"/>
              <a:pathLst>
                <a:path w="247" h="295">
                  <a:moveTo>
                    <a:pt x="247" y="0"/>
                  </a:moveTo>
                  <a:cubicBezTo>
                    <a:pt x="193" y="0"/>
                    <a:pt x="97" y="0"/>
                    <a:pt x="66" y="0"/>
                  </a:cubicBezTo>
                  <a:cubicBezTo>
                    <a:pt x="0" y="76"/>
                    <a:pt x="16" y="295"/>
                    <a:pt x="16" y="295"/>
                  </a:cubicBezTo>
                  <a:cubicBezTo>
                    <a:pt x="197" y="295"/>
                    <a:pt x="197" y="295"/>
                    <a:pt x="197" y="295"/>
                  </a:cubicBezTo>
                  <a:cubicBezTo>
                    <a:pt x="197" y="295"/>
                    <a:pt x="181" y="76"/>
                    <a:pt x="247" y="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7" name="Freeform 74"/>
            <p:cNvSpPr>
              <a:spLocks/>
            </p:cNvSpPr>
            <p:nvPr/>
          </p:nvSpPr>
          <p:spPr bwMode="gray">
            <a:xfrm>
              <a:off x="10727037" y="5324795"/>
              <a:ext cx="3175" cy="1587"/>
            </a:xfrm>
            <a:custGeom>
              <a:avLst/>
              <a:gdLst>
                <a:gd name="T0" fmla="*/ 0 w 2"/>
                <a:gd name="T1" fmla="*/ 1 h 1"/>
                <a:gd name="T2" fmla="*/ 2 w 2"/>
                <a:gd name="T3" fmla="*/ 0 h 1"/>
                <a:gd name="T4" fmla="*/ 0 w 2"/>
                <a:gd name="T5" fmla="*/ 0 h 1"/>
                <a:gd name="T6" fmla="*/ 0 w 2"/>
                <a:gd name="T7" fmla="*/ 1 h 1"/>
              </a:gdLst>
              <a:ahLst/>
              <a:cxnLst>
                <a:cxn ang="0">
                  <a:pos x="T0" y="T1"/>
                </a:cxn>
                <a:cxn ang="0">
                  <a:pos x="T2" y="T3"/>
                </a:cxn>
                <a:cxn ang="0">
                  <a:pos x="T4" y="T5"/>
                </a:cxn>
                <a:cxn ang="0">
                  <a:pos x="T6" y="T7"/>
                </a:cxn>
              </a:cxnLst>
              <a:rect l="0" t="0" r="r" b="b"/>
              <a:pathLst>
                <a:path w="2" h="1">
                  <a:moveTo>
                    <a:pt x="0" y="1"/>
                  </a:moveTo>
                  <a:cubicBezTo>
                    <a:pt x="1" y="0"/>
                    <a:pt x="2" y="0"/>
                    <a:pt x="2" y="0"/>
                  </a:cubicBezTo>
                  <a:cubicBezTo>
                    <a:pt x="0" y="0"/>
                    <a:pt x="0" y="0"/>
                    <a:pt x="0" y="0"/>
                  </a:cubicBezTo>
                  <a:lnTo>
                    <a:pt x="0" y="1"/>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8" name="Freeform 75"/>
            <p:cNvSpPr>
              <a:spLocks/>
            </p:cNvSpPr>
            <p:nvPr/>
          </p:nvSpPr>
          <p:spPr bwMode="gray">
            <a:xfrm>
              <a:off x="10512725" y="5324795"/>
              <a:ext cx="3175" cy="1587"/>
            </a:xfrm>
            <a:custGeom>
              <a:avLst/>
              <a:gdLst>
                <a:gd name="T0" fmla="*/ 0 w 3"/>
                <a:gd name="T1" fmla="*/ 1 h 1"/>
                <a:gd name="T2" fmla="*/ 3 w 3"/>
                <a:gd name="T3" fmla="*/ 0 h 1"/>
                <a:gd name="T4" fmla="*/ 0 w 3"/>
                <a:gd name="T5" fmla="*/ 0 h 1"/>
                <a:gd name="T6" fmla="*/ 0 w 3"/>
                <a:gd name="T7" fmla="*/ 1 h 1"/>
              </a:gdLst>
              <a:ahLst/>
              <a:cxnLst>
                <a:cxn ang="0">
                  <a:pos x="T0" y="T1"/>
                </a:cxn>
                <a:cxn ang="0">
                  <a:pos x="T2" y="T3"/>
                </a:cxn>
                <a:cxn ang="0">
                  <a:pos x="T4" y="T5"/>
                </a:cxn>
                <a:cxn ang="0">
                  <a:pos x="T6" y="T7"/>
                </a:cxn>
              </a:cxnLst>
              <a:rect l="0" t="0" r="r" b="b"/>
              <a:pathLst>
                <a:path w="3" h="1">
                  <a:moveTo>
                    <a:pt x="0" y="1"/>
                  </a:moveTo>
                  <a:cubicBezTo>
                    <a:pt x="1" y="0"/>
                    <a:pt x="2" y="0"/>
                    <a:pt x="3" y="0"/>
                  </a:cubicBezTo>
                  <a:cubicBezTo>
                    <a:pt x="0" y="0"/>
                    <a:pt x="0" y="0"/>
                    <a:pt x="0" y="0"/>
                  </a:cubicBezTo>
                  <a:lnTo>
                    <a:pt x="0" y="1"/>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9" name="Freeform 76"/>
            <p:cNvSpPr>
              <a:spLocks/>
            </p:cNvSpPr>
            <p:nvPr/>
          </p:nvSpPr>
          <p:spPr bwMode="gray">
            <a:xfrm>
              <a:off x="10176175" y="5042220"/>
              <a:ext cx="127000" cy="404812"/>
            </a:xfrm>
            <a:custGeom>
              <a:avLst/>
              <a:gdLst>
                <a:gd name="T0" fmla="*/ 92 w 92"/>
                <a:gd name="T1" fmla="*/ 0 h 295"/>
                <a:gd name="T2" fmla="*/ 66 w 92"/>
                <a:gd name="T3" fmla="*/ 0 h 295"/>
                <a:gd name="T4" fmla="*/ 16 w 92"/>
                <a:gd name="T5" fmla="*/ 295 h 295"/>
                <a:gd name="T6" fmla="*/ 42 w 92"/>
                <a:gd name="T7" fmla="*/ 295 h 295"/>
                <a:gd name="T8" fmla="*/ 92 w 92"/>
                <a:gd name="T9" fmla="*/ 0 h 295"/>
              </a:gdLst>
              <a:ahLst/>
              <a:cxnLst>
                <a:cxn ang="0">
                  <a:pos x="T0" y="T1"/>
                </a:cxn>
                <a:cxn ang="0">
                  <a:pos x="T2" y="T3"/>
                </a:cxn>
                <a:cxn ang="0">
                  <a:pos x="T4" y="T5"/>
                </a:cxn>
                <a:cxn ang="0">
                  <a:pos x="T6" y="T7"/>
                </a:cxn>
                <a:cxn ang="0">
                  <a:pos x="T8" y="T9"/>
                </a:cxn>
              </a:cxnLst>
              <a:rect l="0" t="0" r="r" b="b"/>
              <a:pathLst>
                <a:path w="92" h="295">
                  <a:moveTo>
                    <a:pt x="92" y="0"/>
                  </a:moveTo>
                  <a:cubicBezTo>
                    <a:pt x="82" y="0"/>
                    <a:pt x="73" y="0"/>
                    <a:pt x="66" y="0"/>
                  </a:cubicBezTo>
                  <a:cubicBezTo>
                    <a:pt x="0" y="76"/>
                    <a:pt x="16" y="295"/>
                    <a:pt x="16" y="295"/>
                  </a:cubicBezTo>
                  <a:cubicBezTo>
                    <a:pt x="42" y="295"/>
                    <a:pt x="42" y="295"/>
                    <a:pt x="42" y="295"/>
                  </a:cubicBezTo>
                  <a:cubicBezTo>
                    <a:pt x="42" y="295"/>
                    <a:pt x="26" y="76"/>
                    <a:pt x="92" y="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0" name="Rectangle 77"/>
            <p:cNvSpPr>
              <a:spLocks noChangeArrowheads="1"/>
            </p:cNvSpPr>
            <p:nvPr/>
          </p:nvSpPr>
          <p:spPr bwMode="gray">
            <a:xfrm>
              <a:off x="9574512" y="3729358"/>
              <a:ext cx="22225" cy="693737"/>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1" name="Freeform 78"/>
            <p:cNvSpPr>
              <a:spLocks/>
            </p:cNvSpPr>
            <p:nvPr/>
          </p:nvSpPr>
          <p:spPr bwMode="gray">
            <a:xfrm>
              <a:off x="10393662" y="5042220"/>
              <a:ext cx="906463" cy="404812"/>
            </a:xfrm>
            <a:custGeom>
              <a:avLst/>
              <a:gdLst>
                <a:gd name="T0" fmla="*/ 642 w 656"/>
                <a:gd name="T1" fmla="*/ 206 h 295"/>
                <a:gd name="T2" fmla="*/ 219 w 656"/>
                <a:gd name="T3" fmla="*/ 206 h 295"/>
                <a:gd name="T4" fmla="*/ 217 w 656"/>
                <a:gd name="T5" fmla="*/ 207 h 295"/>
                <a:gd name="T6" fmla="*/ 217 w 656"/>
                <a:gd name="T7" fmla="*/ 0 h 295"/>
                <a:gd name="T8" fmla="*/ 66 w 656"/>
                <a:gd name="T9" fmla="*/ 0 h 295"/>
                <a:gd name="T10" fmla="*/ 16 w 656"/>
                <a:gd name="T11" fmla="*/ 295 h 295"/>
                <a:gd name="T12" fmla="*/ 642 w 656"/>
                <a:gd name="T13" fmla="*/ 295 h 295"/>
                <a:gd name="T14" fmla="*/ 656 w 656"/>
                <a:gd name="T15" fmla="*/ 281 h 295"/>
                <a:gd name="T16" fmla="*/ 656 w 656"/>
                <a:gd name="T17" fmla="*/ 221 h 295"/>
                <a:gd name="T18" fmla="*/ 642 w 656"/>
                <a:gd name="T19" fmla="*/ 206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56" h="295">
                  <a:moveTo>
                    <a:pt x="642" y="206"/>
                  </a:moveTo>
                  <a:cubicBezTo>
                    <a:pt x="219" y="206"/>
                    <a:pt x="219" y="206"/>
                    <a:pt x="219" y="206"/>
                  </a:cubicBezTo>
                  <a:cubicBezTo>
                    <a:pt x="219" y="206"/>
                    <a:pt x="218" y="206"/>
                    <a:pt x="217" y="207"/>
                  </a:cubicBezTo>
                  <a:cubicBezTo>
                    <a:pt x="217" y="0"/>
                    <a:pt x="217" y="0"/>
                    <a:pt x="217" y="0"/>
                  </a:cubicBezTo>
                  <a:cubicBezTo>
                    <a:pt x="217" y="0"/>
                    <a:pt x="119" y="0"/>
                    <a:pt x="66" y="0"/>
                  </a:cubicBezTo>
                  <a:cubicBezTo>
                    <a:pt x="0" y="76"/>
                    <a:pt x="16" y="295"/>
                    <a:pt x="16" y="295"/>
                  </a:cubicBezTo>
                  <a:cubicBezTo>
                    <a:pt x="642" y="295"/>
                    <a:pt x="642" y="295"/>
                    <a:pt x="642" y="295"/>
                  </a:cubicBezTo>
                  <a:cubicBezTo>
                    <a:pt x="650" y="295"/>
                    <a:pt x="656" y="289"/>
                    <a:pt x="656" y="281"/>
                  </a:cubicBezTo>
                  <a:cubicBezTo>
                    <a:pt x="656" y="221"/>
                    <a:pt x="656" y="221"/>
                    <a:pt x="656" y="221"/>
                  </a:cubicBezTo>
                  <a:cubicBezTo>
                    <a:pt x="656" y="213"/>
                    <a:pt x="650" y="206"/>
                    <a:pt x="642" y="206"/>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2" name="Freeform 79"/>
            <p:cNvSpPr>
              <a:spLocks/>
            </p:cNvSpPr>
            <p:nvPr/>
          </p:nvSpPr>
          <p:spPr bwMode="gray">
            <a:xfrm>
              <a:off x="10393662" y="5042220"/>
              <a:ext cx="300038" cy="404812"/>
            </a:xfrm>
            <a:custGeom>
              <a:avLst/>
              <a:gdLst>
                <a:gd name="T0" fmla="*/ 81 w 217"/>
                <a:gd name="T1" fmla="*/ 15 h 295"/>
                <a:gd name="T2" fmla="*/ 217 w 217"/>
                <a:gd name="T3" fmla="*/ 15 h 295"/>
                <a:gd name="T4" fmla="*/ 217 w 217"/>
                <a:gd name="T5" fmla="*/ 0 h 295"/>
                <a:gd name="T6" fmla="*/ 66 w 217"/>
                <a:gd name="T7" fmla="*/ 0 h 295"/>
                <a:gd name="T8" fmla="*/ 16 w 217"/>
                <a:gd name="T9" fmla="*/ 295 h 295"/>
                <a:gd name="T10" fmla="*/ 30 w 217"/>
                <a:gd name="T11" fmla="*/ 295 h 295"/>
                <a:gd name="T12" fmla="*/ 81 w 217"/>
                <a:gd name="T13" fmla="*/ 15 h 295"/>
              </a:gdLst>
              <a:ahLst/>
              <a:cxnLst>
                <a:cxn ang="0">
                  <a:pos x="T0" y="T1"/>
                </a:cxn>
                <a:cxn ang="0">
                  <a:pos x="T2" y="T3"/>
                </a:cxn>
                <a:cxn ang="0">
                  <a:pos x="T4" y="T5"/>
                </a:cxn>
                <a:cxn ang="0">
                  <a:pos x="T6" y="T7"/>
                </a:cxn>
                <a:cxn ang="0">
                  <a:pos x="T8" y="T9"/>
                </a:cxn>
                <a:cxn ang="0">
                  <a:pos x="T10" y="T11"/>
                </a:cxn>
                <a:cxn ang="0">
                  <a:pos x="T12" y="T13"/>
                </a:cxn>
              </a:cxnLst>
              <a:rect l="0" t="0" r="r" b="b"/>
              <a:pathLst>
                <a:path w="217" h="295">
                  <a:moveTo>
                    <a:pt x="81" y="15"/>
                  </a:moveTo>
                  <a:cubicBezTo>
                    <a:pt x="122" y="15"/>
                    <a:pt x="188" y="15"/>
                    <a:pt x="217" y="15"/>
                  </a:cubicBezTo>
                  <a:cubicBezTo>
                    <a:pt x="217" y="0"/>
                    <a:pt x="217" y="0"/>
                    <a:pt x="217" y="0"/>
                  </a:cubicBezTo>
                  <a:cubicBezTo>
                    <a:pt x="217" y="0"/>
                    <a:pt x="119" y="0"/>
                    <a:pt x="66" y="0"/>
                  </a:cubicBezTo>
                  <a:cubicBezTo>
                    <a:pt x="0" y="76"/>
                    <a:pt x="16" y="295"/>
                    <a:pt x="16" y="295"/>
                  </a:cubicBezTo>
                  <a:cubicBezTo>
                    <a:pt x="30" y="295"/>
                    <a:pt x="30" y="295"/>
                    <a:pt x="30" y="295"/>
                  </a:cubicBezTo>
                  <a:cubicBezTo>
                    <a:pt x="28" y="244"/>
                    <a:pt x="25" y="79"/>
                    <a:pt x="81" y="15"/>
                  </a:cubicBezTo>
                  <a:close/>
                </a:path>
              </a:pathLst>
            </a:custGeom>
            <a:solidFill>
              <a:srgbClr val="FFCB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3" name="Freeform 80"/>
            <p:cNvSpPr>
              <a:spLocks/>
            </p:cNvSpPr>
            <p:nvPr/>
          </p:nvSpPr>
          <p:spPr bwMode="gray">
            <a:xfrm>
              <a:off x="10414300" y="54279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4" name="Freeform 81"/>
            <p:cNvSpPr>
              <a:spLocks/>
            </p:cNvSpPr>
            <p:nvPr/>
          </p:nvSpPr>
          <p:spPr bwMode="gray">
            <a:xfrm>
              <a:off x="10414300" y="5432745"/>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5" name="Freeform 82"/>
            <p:cNvSpPr>
              <a:spLocks/>
            </p:cNvSpPr>
            <p:nvPr/>
          </p:nvSpPr>
          <p:spPr bwMode="gray">
            <a:xfrm>
              <a:off x="10414300" y="54406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6" name="Freeform 83"/>
            <p:cNvSpPr>
              <a:spLocks/>
            </p:cNvSpPr>
            <p:nvPr/>
          </p:nvSpPr>
          <p:spPr bwMode="gray">
            <a:xfrm>
              <a:off x="10433350" y="5324795"/>
              <a:ext cx="866775" cy="122237"/>
            </a:xfrm>
            <a:custGeom>
              <a:avLst/>
              <a:gdLst>
                <a:gd name="T0" fmla="*/ 613 w 627"/>
                <a:gd name="T1" fmla="*/ 0 h 89"/>
                <a:gd name="T2" fmla="*/ 613 w 627"/>
                <a:gd name="T3" fmla="*/ 56 h 89"/>
                <a:gd name="T4" fmla="*/ 599 w 627"/>
                <a:gd name="T5" fmla="*/ 71 h 89"/>
                <a:gd name="T6" fmla="*/ 0 w 627"/>
                <a:gd name="T7" fmla="*/ 71 h 89"/>
                <a:gd name="T8" fmla="*/ 1 w 627"/>
                <a:gd name="T9" fmla="*/ 89 h 89"/>
                <a:gd name="T10" fmla="*/ 613 w 627"/>
                <a:gd name="T11" fmla="*/ 89 h 89"/>
                <a:gd name="T12" fmla="*/ 627 w 627"/>
                <a:gd name="T13" fmla="*/ 75 h 89"/>
                <a:gd name="T14" fmla="*/ 627 w 627"/>
                <a:gd name="T15" fmla="*/ 15 h 89"/>
                <a:gd name="T16" fmla="*/ 613 w 627"/>
                <a:gd name="T17"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7" h="89">
                  <a:moveTo>
                    <a:pt x="613" y="0"/>
                  </a:moveTo>
                  <a:cubicBezTo>
                    <a:pt x="613" y="56"/>
                    <a:pt x="613" y="56"/>
                    <a:pt x="613" y="56"/>
                  </a:cubicBezTo>
                  <a:cubicBezTo>
                    <a:pt x="613" y="64"/>
                    <a:pt x="607" y="71"/>
                    <a:pt x="599" y="71"/>
                  </a:cubicBezTo>
                  <a:cubicBezTo>
                    <a:pt x="0" y="71"/>
                    <a:pt x="0" y="71"/>
                    <a:pt x="0" y="71"/>
                  </a:cubicBezTo>
                  <a:cubicBezTo>
                    <a:pt x="0" y="78"/>
                    <a:pt x="1" y="84"/>
                    <a:pt x="1" y="89"/>
                  </a:cubicBezTo>
                  <a:cubicBezTo>
                    <a:pt x="613" y="89"/>
                    <a:pt x="613" y="89"/>
                    <a:pt x="613" y="89"/>
                  </a:cubicBezTo>
                  <a:cubicBezTo>
                    <a:pt x="621" y="89"/>
                    <a:pt x="627" y="83"/>
                    <a:pt x="627" y="75"/>
                  </a:cubicBezTo>
                  <a:cubicBezTo>
                    <a:pt x="627" y="15"/>
                    <a:pt x="627" y="15"/>
                    <a:pt x="627" y="15"/>
                  </a:cubicBezTo>
                  <a:cubicBezTo>
                    <a:pt x="627" y="7"/>
                    <a:pt x="621" y="1"/>
                    <a:pt x="613" y="0"/>
                  </a:cubicBezTo>
                  <a:close/>
                </a:path>
              </a:pathLst>
            </a:custGeom>
            <a:solidFill>
              <a:srgbClr val="DB9D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7" name="Freeform 84"/>
            <p:cNvSpPr>
              <a:spLocks/>
            </p:cNvSpPr>
            <p:nvPr/>
          </p:nvSpPr>
          <p:spPr bwMode="gray">
            <a:xfrm>
              <a:off x="10452400" y="5086670"/>
              <a:ext cx="203200" cy="238125"/>
            </a:xfrm>
            <a:custGeom>
              <a:avLst/>
              <a:gdLst>
                <a:gd name="T0" fmla="*/ 146 w 146"/>
                <a:gd name="T1" fmla="*/ 174 h 174"/>
                <a:gd name="T2" fmla="*/ 146 w 146"/>
                <a:gd name="T3" fmla="*/ 0 h 174"/>
                <a:gd name="T4" fmla="*/ 40 w 146"/>
                <a:gd name="T5" fmla="*/ 0 h 174"/>
                <a:gd name="T6" fmla="*/ 0 w 146"/>
                <a:gd name="T7" fmla="*/ 174 h 174"/>
                <a:gd name="T8" fmla="*/ 146 w 146"/>
                <a:gd name="T9" fmla="*/ 174 h 174"/>
              </a:gdLst>
              <a:ahLst/>
              <a:cxnLst>
                <a:cxn ang="0">
                  <a:pos x="T0" y="T1"/>
                </a:cxn>
                <a:cxn ang="0">
                  <a:pos x="T2" y="T3"/>
                </a:cxn>
                <a:cxn ang="0">
                  <a:pos x="T4" y="T5"/>
                </a:cxn>
                <a:cxn ang="0">
                  <a:pos x="T6" y="T7"/>
                </a:cxn>
                <a:cxn ang="0">
                  <a:pos x="T8" y="T9"/>
                </a:cxn>
              </a:cxnLst>
              <a:rect l="0" t="0" r="r" b="b"/>
              <a:pathLst>
                <a:path w="146" h="174">
                  <a:moveTo>
                    <a:pt x="146" y="174"/>
                  </a:moveTo>
                  <a:cubicBezTo>
                    <a:pt x="146" y="0"/>
                    <a:pt x="146" y="0"/>
                    <a:pt x="146" y="0"/>
                  </a:cubicBezTo>
                  <a:cubicBezTo>
                    <a:pt x="146" y="0"/>
                    <a:pt x="82" y="0"/>
                    <a:pt x="40" y="0"/>
                  </a:cubicBezTo>
                  <a:cubicBezTo>
                    <a:pt x="8" y="38"/>
                    <a:pt x="0" y="119"/>
                    <a:pt x="0" y="174"/>
                  </a:cubicBezTo>
                  <a:lnTo>
                    <a:pt x="146" y="17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8" name="Freeform 85"/>
            <p:cNvSpPr>
              <a:spLocks/>
            </p:cNvSpPr>
            <p:nvPr/>
          </p:nvSpPr>
          <p:spPr bwMode="gray">
            <a:xfrm>
              <a:off x="10452400" y="5086670"/>
              <a:ext cx="203200" cy="238125"/>
            </a:xfrm>
            <a:custGeom>
              <a:avLst/>
              <a:gdLst>
                <a:gd name="T0" fmla="*/ 146 w 146"/>
                <a:gd name="T1" fmla="*/ 174 h 174"/>
                <a:gd name="T2" fmla="*/ 40 w 146"/>
                <a:gd name="T3" fmla="*/ 0 h 174"/>
                <a:gd name="T4" fmla="*/ 0 w 146"/>
                <a:gd name="T5" fmla="*/ 174 h 174"/>
                <a:gd name="T6" fmla="*/ 146 w 146"/>
                <a:gd name="T7" fmla="*/ 174 h 174"/>
              </a:gdLst>
              <a:ahLst/>
              <a:cxnLst>
                <a:cxn ang="0">
                  <a:pos x="T0" y="T1"/>
                </a:cxn>
                <a:cxn ang="0">
                  <a:pos x="T2" y="T3"/>
                </a:cxn>
                <a:cxn ang="0">
                  <a:pos x="T4" y="T5"/>
                </a:cxn>
                <a:cxn ang="0">
                  <a:pos x="T6" y="T7"/>
                </a:cxn>
              </a:cxnLst>
              <a:rect l="0" t="0" r="r" b="b"/>
              <a:pathLst>
                <a:path w="146" h="174">
                  <a:moveTo>
                    <a:pt x="146" y="174"/>
                  </a:moveTo>
                  <a:cubicBezTo>
                    <a:pt x="146" y="174"/>
                    <a:pt x="84" y="73"/>
                    <a:pt x="40" y="0"/>
                  </a:cubicBezTo>
                  <a:cubicBezTo>
                    <a:pt x="8" y="38"/>
                    <a:pt x="0" y="119"/>
                    <a:pt x="0" y="174"/>
                  </a:cubicBezTo>
                  <a:lnTo>
                    <a:pt x="146" y="174"/>
                  </a:ln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9" name="Oval 86"/>
            <p:cNvSpPr>
              <a:spLocks noChangeArrowheads="1"/>
            </p:cNvSpPr>
            <p:nvPr/>
          </p:nvSpPr>
          <p:spPr bwMode="gray">
            <a:xfrm>
              <a:off x="10458750" y="5353370"/>
              <a:ext cx="188913"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0" name="Oval 87"/>
            <p:cNvSpPr>
              <a:spLocks noChangeArrowheads="1"/>
            </p:cNvSpPr>
            <p:nvPr/>
          </p:nvSpPr>
          <p:spPr bwMode="gray">
            <a:xfrm>
              <a:off x="10503200" y="5396233"/>
              <a:ext cx="100013"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1" name="Oval 88"/>
            <p:cNvSpPr>
              <a:spLocks noChangeArrowheads="1"/>
            </p:cNvSpPr>
            <p:nvPr/>
          </p:nvSpPr>
          <p:spPr bwMode="gray">
            <a:xfrm>
              <a:off x="11041362" y="5353370"/>
              <a:ext cx="192088"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2" name="Oval 89"/>
            <p:cNvSpPr>
              <a:spLocks noChangeArrowheads="1"/>
            </p:cNvSpPr>
            <p:nvPr/>
          </p:nvSpPr>
          <p:spPr bwMode="gray">
            <a:xfrm>
              <a:off x="1083975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3" name="Freeform 90"/>
            <p:cNvSpPr>
              <a:spLocks/>
            </p:cNvSpPr>
            <p:nvPr/>
          </p:nvSpPr>
          <p:spPr bwMode="gray">
            <a:xfrm>
              <a:off x="10503200" y="5412108"/>
              <a:ext cx="85725" cy="87312"/>
            </a:xfrm>
            <a:custGeom>
              <a:avLst/>
              <a:gdLst>
                <a:gd name="T0" fmla="*/ 37 w 62"/>
                <a:gd name="T1" fmla="*/ 63 h 63"/>
                <a:gd name="T2" fmla="*/ 62 w 62"/>
                <a:gd name="T3" fmla="*/ 52 h 63"/>
                <a:gd name="T4" fmla="*/ 10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0" y="0"/>
                    <a:pt x="10" y="0"/>
                    <a:pt x="10"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4" name="Freeform 91"/>
            <p:cNvSpPr>
              <a:spLocks/>
            </p:cNvSpPr>
            <p:nvPr/>
          </p:nvSpPr>
          <p:spPr bwMode="gray">
            <a:xfrm>
              <a:off x="10241262" y="5359720"/>
              <a:ext cx="120650" cy="15875"/>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9"/>
                    <a:pt x="0" y="6"/>
                  </a:cubicBezTo>
                  <a:cubicBezTo>
                    <a:pt x="0" y="3"/>
                    <a:pt x="2" y="0"/>
                    <a:pt x="6" y="0"/>
                  </a:cubicBezTo>
                  <a:cubicBezTo>
                    <a:pt x="81" y="0"/>
                    <a:pt x="81" y="0"/>
                    <a:pt x="81" y="0"/>
                  </a:cubicBezTo>
                  <a:cubicBezTo>
                    <a:pt x="84" y="0"/>
                    <a:pt x="87" y="3"/>
                    <a:pt x="87" y="6"/>
                  </a:cubicBezTo>
                  <a:cubicBezTo>
                    <a:pt x="87" y="9"/>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5" name="Freeform 92"/>
            <p:cNvSpPr>
              <a:spLocks/>
            </p:cNvSpPr>
            <p:nvPr/>
          </p:nvSpPr>
          <p:spPr bwMode="gray">
            <a:xfrm>
              <a:off x="10241262" y="5396233"/>
              <a:ext cx="120650" cy="17462"/>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10"/>
                    <a:pt x="0" y="6"/>
                  </a:cubicBezTo>
                  <a:cubicBezTo>
                    <a:pt x="0" y="3"/>
                    <a:pt x="2" y="0"/>
                    <a:pt x="6" y="0"/>
                  </a:cubicBezTo>
                  <a:cubicBezTo>
                    <a:pt x="81" y="0"/>
                    <a:pt x="81" y="0"/>
                    <a:pt x="81" y="0"/>
                  </a:cubicBezTo>
                  <a:cubicBezTo>
                    <a:pt x="84" y="0"/>
                    <a:pt x="87" y="3"/>
                    <a:pt x="87" y="6"/>
                  </a:cubicBezTo>
                  <a:cubicBezTo>
                    <a:pt x="87" y="10"/>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6" name="Freeform 93"/>
            <p:cNvSpPr>
              <a:spLocks/>
            </p:cNvSpPr>
            <p:nvPr/>
          </p:nvSpPr>
          <p:spPr bwMode="gray">
            <a:xfrm>
              <a:off x="10209512" y="5086670"/>
              <a:ext cx="227013" cy="239712"/>
            </a:xfrm>
            <a:custGeom>
              <a:avLst/>
              <a:gdLst>
                <a:gd name="T0" fmla="*/ 31 w 164"/>
                <a:gd name="T1" fmla="*/ 0 h 175"/>
                <a:gd name="T2" fmla="*/ 0 w 164"/>
                <a:gd name="T3" fmla="*/ 175 h 175"/>
                <a:gd name="T4" fmla="*/ 133 w 164"/>
                <a:gd name="T5" fmla="*/ 175 h 175"/>
                <a:gd name="T6" fmla="*/ 164 w 164"/>
                <a:gd name="T7" fmla="*/ 0 h 175"/>
                <a:gd name="T8" fmla="*/ 31 w 164"/>
                <a:gd name="T9" fmla="*/ 0 h 175"/>
              </a:gdLst>
              <a:ahLst/>
              <a:cxnLst>
                <a:cxn ang="0">
                  <a:pos x="T0" y="T1"/>
                </a:cxn>
                <a:cxn ang="0">
                  <a:pos x="T2" y="T3"/>
                </a:cxn>
                <a:cxn ang="0">
                  <a:pos x="T4" y="T5"/>
                </a:cxn>
                <a:cxn ang="0">
                  <a:pos x="T6" y="T7"/>
                </a:cxn>
                <a:cxn ang="0">
                  <a:pos x="T8" y="T9"/>
                </a:cxn>
              </a:cxnLst>
              <a:rect l="0" t="0" r="r" b="b"/>
              <a:pathLst>
                <a:path w="164" h="175">
                  <a:moveTo>
                    <a:pt x="31" y="0"/>
                  </a:moveTo>
                  <a:cubicBezTo>
                    <a:pt x="9" y="49"/>
                    <a:pt x="1" y="119"/>
                    <a:pt x="0" y="175"/>
                  </a:cubicBezTo>
                  <a:cubicBezTo>
                    <a:pt x="133" y="175"/>
                    <a:pt x="133" y="175"/>
                    <a:pt x="133" y="175"/>
                  </a:cubicBezTo>
                  <a:cubicBezTo>
                    <a:pt x="134" y="119"/>
                    <a:pt x="142" y="49"/>
                    <a:pt x="164" y="0"/>
                  </a:cubicBezTo>
                  <a:lnTo>
                    <a:pt x="31" y="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7" name="Freeform 94"/>
            <p:cNvSpPr>
              <a:spLocks/>
            </p:cNvSpPr>
            <p:nvPr/>
          </p:nvSpPr>
          <p:spPr bwMode="gray">
            <a:xfrm>
              <a:off x="10209512" y="5086670"/>
              <a:ext cx="185738" cy="239712"/>
            </a:xfrm>
            <a:custGeom>
              <a:avLst/>
              <a:gdLst>
                <a:gd name="T0" fmla="*/ 31 w 134"/>
                <a:gd name="T1" fmla="*/ 0 h 175"/>
                <a:gd name="T2" fmla="*/ 0 w 134"/>
                <a:gd name="T3" fmla="*/ 175 h 175"/>
                <a:gd name="T4" fmla="*/ 133 w 134"/>
                <a:gd name="T5" fmla="*/ 175 h 175"/>
                <a:gd name="T6" fmla="*/ 31 w 134"/>
                <a:gd name="T7" fmla="*/ 0 h 175"/>
              </a:gdLst>
              <a:ahLst/>
              <a:cxnLst>
                <a:cxn ang="0">
                  <a:pos x="T0" y="T1"/>
                </a:cxn>
                <a:cxn ang="0">
                  <a:pos x="T2" y="T3"/>
                </a:cxn>
                <a:cxn ang="0">
                  <a:pos x="T4" y="T5"/>
                </a:cxn>
                <a:cxn ang="0">
                  <a:pos x="T6" y="T7"/>
                </a:cxn>
              </a:cxnLst>
              <a:rect l="0" t="0" r="r" b="b"/>
              <a:pathLst>
                <a:path w="134" h="175">
                  <a:moveTo>
                    <a:pt x="31" y="0"/>
                  </a:moveTo>
                  <a:cubicBezTo>
                    <a:pt x="9" y="49"/>
                    <a:pt x="1" y="119"/>
                    <a:pt x="0" y="175"/>
                  </a:cubicBezTo>
                  <a:cubicBezTo>
                    <a:pt x="133" y="175"/>
                    <a:pt x="133" y="175"/>
                    <a:pt x="133" y="175"/>
                  </a:cubicBezTo>
                  <a:cubicBezTo>
                    <a:pt x="134" y="119"/>
                    <a:pt x="31" y="0"/>
                    <a:pt x="31" y="0"/>
                  </a:cubicBez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8" name="Freeform 95"/>
            <p:cNvSpPr>
              <a:spLocks noEditPoints="1"/>
            </p:cNvSpPr>
            <p:nvPr/>
          </p:nvSpPr>
          <p:spPr bwMode="gray">
            <a:xfrm>
              <a:off x="9257012" y="4496120"/>
              <a:ext cx="280988" cy="279400"/>
            </a:xfrm>
            <a:custGeom>
              <a:avLst/>
              <a:gdLst>
                <a:gd name="T0" fmla="*/ 203 w 203"/>
                <a:gd name="T1" fmla="*/ 93 h 203"/>
                <a:gd name="T2" fmla="*/ 187 w 203"/>
                <a:gd name="T3" fmla="*/ 77 h 203"/>
                <a:gd name="T4" fmla="*/ 192 w 203"/>
                <a:gd name="T5" fmla="*/ 54 h 203"/>
                <a:gd name="T6" fmla="*/ 170 w 203"/>
                <a:gd name="T7" fmla="*/ 46 h 203"/>
                <a:gd name="T8" fmla="*/ 167 w 203"/>
                <a:gd name="T9" fmla="*/ 23 h 203"/>
                <a:gd name="T10" fmla="*/ 144 w 203"/>
                <a:gd name="T11" fmla="*/ 25 h 203"/>
                <a:gd name="T12" fmla="*/ 132 w 203"/>
                <a:gd name="T13" fmla="*/ 4 h 203"/>
                <a:gd name="T14" fmla="*/ 111 w 203"/>
                <a:gd name="T15" fmla="*/ 15 h 203"/>
                <a:gd name="T16" fmla="*/ 92 w 203"/>
                <a:gd name="T17" fmla="*/ 0 h 203"/>
                <a:gd name="T18" fmla="*/ 77 w 203"/>
                <a:gd name="T19" fmla="*/ 18 h 203"/>
                <a:gd name="T20" fmla="*/ 54 w 203"/>
                <a:gd name="T21" fmla="*/ 11 h 203"/>
                <a:gd name="T22" fmla="*/ 47 w 203"/>
                <a:gd name="T23" fmla="*/ 33 h 203"/>
                <a:gd name="T24" fmla="*/ 23 w 203"/>
                <a:gd name="T25" fmla="*/ 36 h 203"/>
                <a:gd name="T26" fmla="*/ 24 w 203"/>
                <a:gd name="T27" fmla="*/ 59 h 203"/>
                <a:gd name="T28" fmla="*/ 4 w 203"/>
                <a:gd name="T29" fmla="*/ 71 h 203"/>
                <a:gd name="T30" fmla="*/ 14 w 203"/>
                <a:gd name="T31" fmla="*/ 93 h 203"/>
                <a:gd name="T32" fmla="*/ 0 w 203"/>
                <a:gd name="T33" fmla="*/ 112 h 203"/>
                <a:gd name="T34" fmla="*/ 16 w 203"/>
                <a:gd name="T35" fmla="*/ 127 h 203"/>
                <a:gd name="T36" fmla="*/ 11 w 203"/>
                <a:gd name="T37" fmla="*/ 149 h 203"/>
                <a:gd name="T38" fmla="*/ 32 w 203"/>
                <a:gd name="T39" fmla="*/ 158 h 203"/>
                <a:gd name="T40" fmla="*/ 36 w 203"/>
                <a:gd name="T41" fmla="*/ 180 h 203"/>
                <a:gd name="T42" fmla="*/ 59 w 203"/>
                <a:gd name="T43" fmla="*/ 180 h 203"/>
                <a:gd name="T44" fmla="*/ 71 w 203"/>
                <a:gd name="T45" fmla="*/ 199 h 203"/>
                <a:gd name="T46" fmla="*/ 92 w 203"/>
                <a:gd name="T47" fmla="*/ 191 h 203"/>
                <a:gd name="T48" fmla="*/ 111 w 203"/>
                <a:gd name="T49" fmla="*/ 203 h 203"/>
                <a:gd name="T50" fmla="*/ 127 w 203"/>
                <a:gd name="T51" fmla="*/ 188 h 203"/>
                <a:gd name="T52" fmla="*/ 149 w 203"/>
                <a:gd name="T53" fmla="*/ 192 h 203"/>
                <a:gd name="T54" fmla="*/ 158 w 203"/>
                <a:gd name="T55" fmla="*/ 171 h 203"/>
                <a:gd name="T56" fmla="*/ 180 w 203"/>
                <a:gd name="T57" fmla="*/ 167 h 203"/>
                <a:gd name="T58" fmla="*/ 180 w 203"/>
                <a:gd name="T59" fmla="*/ 144 h 203"/>
                <a:gd name="T60" fmla="*/ 199 w 203"/>
                <a:gd name="T61" fmla="*/ 132 h 203"/>
                <a:gd name="T62" fmla="*/ 190 w 203"/>
                <a:gd name="T63" fmla="*/ 112 h 203"/>
                <a:gd name="T64" fmla="*/ 57 w 203"/>
                <a:gd name="T65" fmla="*/ 58 h 203"/>
                <a:gd name="T66" fmla="*/ 93 w 203"/>
                <a:gd name="T67" fmla="*/ 73 h 203"/>
                <a:gd name="T68" fmla="*/ 39 w 203"/>
                <a:gd name="T69" fmla="*/ 95 h 203"/>
                <a:gd name="T70" fmla="*/ 93 w 203"/>
                <a:gd name="T71" fmla="*/ 166 h 203"/>
                <a:gd name="T72" fmla="*/ 39 w 203"/>
                <a:gd name="T73" fmla="*/ 111 h 203"/>
                <a:gd name="T74" fmla="*/ 93 w 203"/>
                <a:gd name="T75" fmla="*/ 133 h 203"/>
                <a:gd name="T76" fmla="*/ 89 w 203"/>
                <a:gd name="T77" fmla="*/ 102 h 203"/>
                <a:gd name="T78" fmla="*/ 114 w 203"/>
                <a:gd name="T79" fmla="*/ 102 h 203"/>
                <a:gd name="T80" fmla="*/ 89 w 203"/>
                <a:gd name="T81" fmla="*/ 102 h 203"/>
                <a:gd name="T82" fmla="*/ 110 w 203"/>
                <a:gd name="T83" fmla="*/ 166 h 203"/>
                <a:gd name="T84" fmla="*/ 124 w 203"/>
                <a:gd name="T85" fmla="*/ 125 h 203"/>
                <a:gd name="T86" fmla="*/ 165 w 203"/>
                <a:gd name="T87" fmla="*/ 111 h 203"/>
                <a:gd name="T88" fmla="*/ 132 w 203"/>
                <a:gd name="T89" fmla="*/ 95 h 203"/>
                <a:gd name="T90" fmla="*/ 110 w 203"/>
                <a:gd name="T91" fmla="*/ 40 h 203"/>
                <a:gd name="T92" fmla="*/ 165 w 203"/>
                <a:gd name="T93" fmla="*/ 95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03" h="203">
                  <a:moveTo>
                    <a:pt x="203" y="112"/>
                  </a:moveTo>
                  <a:cubicBezTo>
                    <a:pt x="203" y="93"/>
                    <a:pt x="203" y="93"/>
                    <a:pt x="203" y="93"/>
                  </a:cubicBezTo>
                  <a:cubicBezTo>
                    <a:pt x="190" y="93"/>
                    <a:pt x="190" y="93"/>
                    <a:pt x="190" y="93"/>
                  </a:cubicBezTo>
                  <a:cubicBezTo>
                    <a:pt x="189" y="88"/>
                    <a:pt x="188" y="82"/>
                    <a:pt x="187" y="77"/>
                  </a:cubicBezTo>
                  <a:cubicBezTo>
                    <a:pt x="199" y="72"/>
                    <a:pt x="199" y="72"/>
                    <a:pt x="199" y="72"/>
                  </a:cubicBezTo>
                  <a:cubicBezTo>
                    <a:pt x="192" y="54"/>
                    <a:pt x="192" y="54"/>
                    <a:pt x="192" y="54"/>
                  </a:cubicBezTo>
                  <a:cubicBezTo>
                    <a:pt x="179" y="60"/>
                    <a:pt x="179" y="60"/>
                    <a:pt x="179" y="60"/>
                  </a:cubicBezTo>
                  <a:cubicBezTo>
                    <a:pt x="177" y="55"/>
                    <a:pt x="174" y="51"/>
                    <a:pt x="170" y="46"/>
                  </a:cubicBezTo>
                  <a:cubicBezTo>
                    <a:pt x="180" y="36"/>
                    <a:pt x="180" y="36"/>
                    <a:pt x="180" y="36"/>
                  </a:cubicBezTo>
                  <a:cubicBezTo>
                    <a:pt x="167" y="23"/>
                    <a:pt x="167" y="23"/>
                    <a:pt x="167" y="23"/>
                  </a:cubicBezTo>
                  <a:cubicBezTo>
                    <a:pt x="157" y="33"/>
                    <a:pt x="157" y="33"/>
                    <a:pt x="157" y="33"/>
                  </a:cubicBezTo>
                  <a:cubicBezTo>
                    <a:pt x="153" y="30"/>
                    <a:pt x="148" y="27"/>
                    <a:pt x="144" y="25"/>
                  </a:cubicBezTo>
                  <a:cubicBezTo>
                    <a:pt x="149" y="11"/>
                    <a:pt x="149" y="11"/>
                    <a:pt x="149" y="11"/>
                  </a:cubicBezTo>
                  <a:cubicBezTo>
                    <a:pt x="132" y="4"/>
                    <a:pt x="132" y="4"/>
                    <a:pt x="132" y="4"/>
                  </a:cubicBezTo>
                  <a:cubicBezTo>
                    <a:pt x="127" y="18"/>
                    <a:pt x="127" y="18"/>
                    <a:pt x="127" y="18"/>
                  </a:cubicBezTo>
                  <a:cubicBezTo>
                    <a:pt x="122" y="16"/>
                    <a:pt x="116" y="15"/>
                    <a:pt x="111" y="15"/>
                  </a:cubicBezTo>
                  <a:cubicBezTo>
                    <a:pt x="111" y="0"/>
                    <a:pt x="111" y="0"/>
                    <a:pt x="111" y="0"/>
                  </a:cubicBezTo>
                  <a:cubicBezTo>
                    <a:pt x="92" y="0"/>
                    <a:pt x="92" y="0"/>
                    <a:pt x="92" y="0"/>
                  </a:cubicBezTo>
                  <a:cubicBezTo>
                    <a:pt x="92" y="15"/>
                    <a:pt x="92" y="15"/>
                    <a:pt x="92" y="15"/>
                  </a:cubicBezTo>
                  <a:cubicBezTo>
                    <a:pt x="87" y="15"/>
                    <a:pt x="82" y="16"/>
                    <a:pt x="77" y="18"/>
                  </a:cubicBezTo>
                  <a:cubicBezTo>
                    <a:pt x="72" y="4"/>
                    <a:pt x="72" y="4"/>
                    <a:pt x="72" y="4"/>
                  </a:cubicBezTo>
                  <a:cubicBezTo>
                    <a:pt x="54" y="11"/>
                    <a:pt x="54" y="11"/>
                    <a:pt x="54" y="11"/>
                  </a:cubicBezTo>
                  <a:cubicBezTo>
                    <a:pt x="60" y="25"/>
                    <a:pt x="60" y="25"/>
                    <a:pt x="60" y="25"/>
                  </a:cubicBezTo>
                  <a:cubicBezTo>
                    <a:pt x="55" y="27"/>
                    <a:pt x="51" y="30"/>
                    <a:pt x="47" y="33"/>
                  </a:cubicBezTo>
                  <a:cubicBezTo>
                    <a:pt x="36" y="23"/>
                    <a:pt x="36" y="23"/>
                    <a:pt x="36" y="23"/>
                  </a:cubicBezTo>
                  <a:cubicBezTo>
                    <a:pt x="23" y="36"/>
                    <a:pt x="23" y="36"/>
                    <a:pt x="23" y="36"/>
                  </a:cubicBezTo>
                  <a:cubicBezTo>
                    <a:pt x="33" y="46"/>
                    <a:pt x="33" y="46"/>
                    <a:pt x="33" y="46"/>
                  </a:cubicBezTo>
                  <a:cubicBezTo>
                    <a:pt x="30" y="51"/>
                    <a:pt x="27" y="55"/>
                    <a:pt x="24" y="59"/>
                  </a:cubicBezTo>
                  <a:cubicBezTo>
                    <a:pt x="11" y="54"/>
                    <a:pt x="11" y="54"/>
                    <a:pt x="11" y="54"/>
                  </a:cubicBezTo>
                  <a:cubicBezTo>
                    <a:pt x="4" y="71"/>
                    <a:pt x="4" y="71"/>
                    <a:pt x="4" y="71"/>
                  </a:cubicBezTo>
                  <a:cubicBezTo>
                    <a:pt x="17" y="77"/>
                    <a:pt x="17" y="77"/>
                    <a:pt x="17" y="77"/>
                  </a:cubicBezTo>
                  <a:cubicBezTo>
                    <a:pt x="15" y="82"/>
                    <a:pt x="14" y="88"/>
                    <a:pt x="14" y="93"/>
                  </a:cubicBezTo>
                  <a:cubicBezTo>
                    <a:pt x="0" y="93"/>
                    <a:pt x="0" y="93"/>
                    <a:pt x="0" y="93"/>
                  </a:cubicBezTo>
                  <a:cubicBezTo>
                    <a:pt x="0" y="112"/>
                    <a:pt x="0" y="112"/>
                    <a:pt x="0" y="112"/>
                  </a:cubicBezTo>
                  <a:cubicBezTo>
                    <a:pt x="14" y="112"/>
                    <a:pt x="14" y="112"/>
                    <a:pt x="14" y="112"/>
                  </a:cubicBezTo>
                  <a:cubicBezTo>
                    <a:pt x="14" y="117"/>
                    <a:pt x="15" y="122"/>
                    <a:pt x="16" y="127"/>
                  </a:cubicBezTo>
                  <a:cubicBezTo>
                    <a:pt x="4" y="132"/>
                    <a:pt x="4" y="132"/>
                    <a:pt x="4" y="132"/>
                  </a:cubicBezTo>
                  <a:cubicBezTo>
                    <a:pt x="11" y="149"/>
                    <a:pt x="11" y="149"/>
                    <a:pt x="11" y="149"/>
                  </a:cubicBezTo>
                  <a:cubicBezTo>
                    <a:pt x="23" y="144"/>
                    <a:pt x="23" y="144"/>
                    <a:pt x="23" y="144"/>
                  </a:cubicBezTo>
                  <a:cubicBezTo>
                    <a:pt x="26" y="149"/>
                    <a:pt x="29" y="154"/>
                    <a:pt x="32" y="158"/>
                  </a:cubicBezTo>
                  <a:cubicBezTo>
                    <a:pt x="23" y="167"/>
                    <a:pt x="23" y="167"/>
                    <a:pt x="23" y="167"/>
                  </a:cubicBezTo>
                  <a:cubicBezTo>
                    <a:pt x="36" y="180"/>
                    <a:pt x="36" y="180"/>
                    <a:pt x="36" y="180"/>
                  </a:cubicBezTo>
                  <a:cubicBezTo>
                    <a:pt x="45" y="171"/>
                    <a:pt x="45" y="171"/>
                    <a:pt x="45" y="171"/>
                  </a:cubicBezTo>
                  <a:cubicBezTo>
                    <a:pt x="50" y="175"/>
                    <a:pt x="54" y="178"/>
                    <a:pt x="59" y="180"/>
                  </a:cubicBezTo>
                  <a:cubicBezTo>
                    <a:pt x="54" y="192"/>
                    <a:pt x="54" y="192"/>
                    <a:pt x="54" y="192"/>
                  </a:cubicBezTo>
                  <a:cubicBezTo>
                    <a:pt x="71" y="199"/>
                    <a:pt x="71" y="199"/>
                    <a:pt x="71" y="199"/>
                  </a:cubicBezTo>
                  <a:cubicBezTo>
                    <a:pt x="76" y="188"/>
                    <a:pt x="76" y="188"/>
                    <a:pt x="76" y="188"/>
                  </a:cubicBezTo>
                  <a:cubicBezTo>
                    <a:pt x="81" y="189"/>
                    <a:pt x="87" y="190"/>
                    <a:pt x="92" y="191"/>
                  </a:cubicBezTo>
                  <a:cubicBezTo>
                    <a:pt x="92" y="203"/>
                    <a:pt x="92" y="203"/>
                    <a:pt x="92" y="203"/>
                  </a:cubicBezTo>
                  <a:cubicBezTo>
                    <a:pt x="111" y="203"/>
                    <a:pt x="111" y="203"/>
                    <a:pt x="111" y="203"/>
                  </a:cubicBezTo>
                  <a:cubicBezTo>
                    <a:pt x="111" y="191"/>
                    <a:pt x="111" y="191"/>
                    <a:pt x="111" y="191"/>
                  </a:cubicBezTo>
                  <a:cubicBezTo>
                    <a:pt x="117" y="190"/>
                    <a:pt x="122" y="189"/>
                    <a:pt x="127" y="188"/>
                  </a:cubicBezTo>
                  <a:cubicBezTo>
                    <a:pt x="132" y="199"/>
                    <a:pt x="132" y="199"/>
                    <a:pt x="132" y="199"/>
                  </a:cubicBezTo>
                  <a:cubicBezTo>
                    <a:pt x="149" y="192"/>
                    <a:pt x="149" y="192"/>
                    <a:pt x="149" y="192"/>
                  </a:cubicBezTo>
                  <a:cubicBezTo>
                    <a:pt x="144" y="181"/>
                    <a:pt x="144" y="181"/>
                    <a:pt x="144" y="181"/>
                  </a:cubicBezTo>
                  <a:cubicBezTo>
                    <a:pt x="149" y="178"/>
                    <a:pt x="154" y="175"/>
                    <a:pt x="158" y="171"/>
                  </a:cubicBezTo>
                  <a:cubicBezTo>
                    <a:pt x="167" y="180"/>
                    <a:pt x="167" y="180"/>
                    <a:pt x="167" y="180"/>
                  </a:cubicBezTo>
                  <a:cubicBezTo>
                    <a:pt x="180" y="167"/>
                    <a:pt x="180" y="167"/>
                    <a:pt x="180" y="167"/>
                  </a:cubicBezTo>
                  <a:cubicBezTo>
                    <a:pt x="171" y="158"/>
                    <a:pt x="171" y="158"/>
                    <a:pt x="171" y="158"/>
                  </a:cubicBezTo>
                  <a:cubicBezTo>
                    <a:pt x="175" y="154"/>
                    <a:pt x="178" y="149"/>
                    <a:pt x="180" y="144"/>
                  </a:cubicBezTo>
                  <a:cubicBezTo>
                    <a:pt x="192" y="149"/>
                    <a:pt x="192" y="149"/>
                    <a:pt x="192" y="149"/>
                  </a:cubicBezTo>
                  <a:cubicBezTo>
                    <a:pt x="199" y="132"/>
                    <a:pt x="199" y="132"/>
                    <a:pt x="199" y="132"/>
                  </a:cubicBezTo>
                  <a:cubicBezTo>
                    <a:pt x="187" y="127"/>
                    <a:pt x="187" y="127"/>
                    <a:pt x="187" y="127"/>
                  </a:cubicBezTo>
                  <a:cubicBezTo>
                    <a:pt x="188" y="122"/>
                    <a:pt x="189" y="117"/>
                    <a:pt x="190" y="112"/>
                  </a:cubicBezTo>
                  <a:lnTo>
                    <a:pt x="203" y="112"/>
                  </a:lnTo>
                  <a:close/>
                  <a:moveTo>
                    <a:pt x="57" y="58"/>
                  </a:moveTo>
                  <a:cubicBezTo>
                    <a:pt x="67" y="48"/>
                    <a:pt x="80" y="41"/>
                    <a:pt x="93" y="40"/>
                  </a:cubicBezTo>
                  <a:cubicBezTo>
                    <a:pt x="93" y="73"/>
                    <a:pt x="93" y="73"/>
                    <a:pt x="93" y="73"/>
                  </a:cubicBezTo>
                  <a:cubicBezTo>
                    <a:pt x="83" y="76"/>
                    <a:pt x="75" y="84"/>
                    <a:pt x="72" y="95"/>
                  </a:cubicBezTo>
                  <a:cubicBezTo>
                    <a:pt x="39" y="95"/>
                    <a:pt x="39" y="95"/>
                    <a:pt x="39" y="95"/>
                  </a:cubicBezTo>
                  <a:cubicBezTo>
                    <a:pt x="40" y="81"/>
                    <a:pt x="47" y="68"/>
                    <a:pt x="57" y="58"/>
                  </a:cubicBezTo>
                  <a:close/>
                  <a:moveTo>
                    <a:pt x="93" y="166"/>
                  </a:moveTo>
                  <a:cubicBezTo>
                    <a:pt x="80" y="164"/>
                    <a:pt x="67" y="158"/>
                    <a:pt x="57" y="148"/>
                  </a:cubicBezTo>
                  <a:cubicBezTo>
                    <a:pt x="47" y="138"/>
                    <a:pt x="40" y="125"/>
                    <a:pt x="39" y="111"/>
                  </a:cubicBezTo>
                  <a:cubicBezTo>
                    <a:pt x="72" y="111"/>
                    <a:pt x="72" y="111"/>
                    <a:pt x="72" y="111"/>
                  </a:cubicBezTo>
                  <a:cubicBezTo>
                    <a:pt x="75" y="122"/>
                    <a:pt x="83" y="130"/>
                    <a:pt x="93" y="133"/>
                  </a:cubicBezTo>
                  <a:lnTo>
                    <a:pt x="93" y="166"/>
                  </a:lnTo>
                  <a:close/>
                  <a:moveTo>
                    <a:pt x="89" y="102"/>
                  </a:moveTo>
                  <a:cubicBezTo>
                    <a:pt x="89" y="95"/>
                    <a:pt x="95" y="89"/>
                    <a:pt x="102" y="89"/>
                  </a:cubicBezTo>
                  <a:cubicBezTo>
                    <a:pt x="109" y="89"/>
                    <a:pt x="114" y="95"/>
                    <a:pt x="114" y="102"/>
                  </a:cubicBezTo>
                  <a:cubicBezTo>
                    <a:pt x="114" y="109"/>
                    <a:pt x="109" y="114"/>
                    <a:pt x="102" y="114"/>
                  </a:cubicBezTo>
                  <a:cubicBezTo>
                    <a:pt x="95" y="114"/>
                    <a:pt x="89" y="109"/>
                    <a:pt x="89" y="102"/>
                  </a:cubicBezTo>
                  <a:close/>
                  <a:moveTo>
                    <a:pt x="147" y="148"/>
                  </a:moveTo>
                  <a:cubicBezTo>
                    <a:pt x="137" y="158"/>
                    <a:pt x="124" y="164"/>
                    <a:pt x="110" y="166"/>
                  </a:cubicBezTo>
                  <a:cubicBezTo>
                    <a:pt x="110" y="133"/>
                    <a:pt x="110" y="133"/>
                    <a:pt x="110" y="133"/>
                  </a:cubicBezTo>
                  <a:cubicBezTo>
                    <a:pt x="115" y="131"/>
                    <a:pt x="120" y="129"/>
                    <a:pt x="124" y="125"/>
                  </a:cubicBezTo>
                  <a:cubicBezTo>
                    <a:pt x="128" y="121"/>
                    <a:pt x="130" y="116"/>
                    <a:pt x="132" y="111"/>
                  </a:cubicBezTo>
                  <a:cubicBezTo>
                    <a:pt x="165" y="111"/>
                    <a:pt x="165" y="111"/>
                    <a:pt x="165" y="111"/>
                  </a:cubicBezTo>
                  <a:cubicBezTo>
                    <a:pt x="163" y="125"/>
                    <a:pt x="157" y="138"/>
                    <a:pt x="147" y="148"/>
                  </a:cubicBezTo>
                  <a:close/>
                  <a:moveTo>
                    <a:pt x="132" y="95"/>
                  </a:moveTo>
                  <a:cubicBezTo>
                    <a:pt x="129" y="84"/>
                    <a:pt x="121" y="76"/>
                    <a:pt x="110" y="73"/>
                  </a:cubicBezTo>
                  <a:cubicBezTo>
                    <a:pt x="110" y="40"/>
                    <a:pt x="110" y="40"/>
                    <a:pt x="110" y="40"/>
                  </a:cubicBezTo>
                  <a:cubicBezTo>
                    <a:pt x="124" y="41"/>
                    <a:pt x="137" y="48"/>
                    <a:pt x="147" y="58"/>
                  </a:cubicBezTo>
                  <a:cubicBezTo>
                    <a:pt x="157" y="68"/>
                    <a:pt x="163" y="81"/>
                    <a:pt x="165" y="95"/>
                  </a:cubicBezTo>
                  <a:lnTo>
                    <a:pt x="132" y="95"/>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9" name="Freeform 96"/>
            <p:cNvSpPr>
              <a:spLocks noEditPoints="1"/>
            </p:cNvSpPr>
            <p:nvPr/>
          </p:nvSpPr>
          <p:spPr bwMode="gray">
            <a:xfrm>
              <a:off x="9109375" y="4723133"/>
              <a:ext cx="254000" cy="254000"/>
            </a:xfrm>
            <a:custGeom>
              <a:avLst/>
              <a:gdLst>
                <a:gd name="T0" fmla="*/ 184 w 184"/>
                <a:gd name="T1" fmla="*/ 112 h 185"/>
                <a:gd name="T2" fmla="*/ 161 w 184"/>
                <a:gd name="T3" fmla="*/ 89 h 185"/>
                <a:gd name="T4" fmla="*/ 181 w 184"/>
                <a:gd name="T5" fmla="*/ 63 h 185"/>
                <a:gd name="T6" fmla="*/ 150 w 184"/>
                <a:gd name="T7" fmla="*/ 55 h 185"/>
                <a:gd name="T8" fmla="*/ 155 w 184"/>
                <a:gd name="T9" fmla="*/ 22 h 185"/>
                <a:gd name="T10" fmla="*/ 123 w 184"/>
                <a:gd name="T11" fmla="*/ 31 h 185"/>
                <a:gd name="T12" fmla="*/ 111 w 184"/>
                <a:gd name="T13" fmla="*/ 0 h 185"/>
                <a:gd name="T14" fmla="*/ 88 w 184"/>
                <a:gd name="T15" fmla="*/ 23 h 185"/>
                <a:gd name="T16" fmla="*/ 63 w 184"/>
                <a:gd name="T17" fmla="*/ 3 h 185"/>
                <a:gd name="T18" fmla="*/ 54 w 184"/>
                <a:gd name="T19" fmla="*/ 34 h 185"/>
                <a:gd name="T20" fmla="*/ 22 w 184"/>
                <a:gd name="T21" fmla="*/ 29 h 185"/>
                <a:gd name="T22" fmla="*/ 30 w 184"/>
                <a:gd name="T23" fmla="*/ 61 h 185"/>
                <a:gd name="T24" fmla="*/ 0 w 184"/>
                <a:gd name="T25" fmla="*/ 73 h 185"/>
                <a:gd name="T26" fmla="*/ 23 w 184"/>
                <a:gd name="T27" fmla="*/ 96 h 185"/>
                <a:gd name="T28" fmla="*/ 2 w 184"/>
                <a:gd name="T29" fmla="*/ 121 h 185"/>
                <a:gd name="T30" fmla="*/ 34 w 184"/>
                <a:gd name="T31" fmla="*/ 130 h 185"/>
                <a:gd name="T32" fmla="*/ 29 w 184"/>
                <a:gd name="T33" fmla="*/ 162 h 185"/>
                <a:gd name="T34" fmla="*/ 60 w 184"/>
                <a:gd name="T35" fmla="*/ 154 h 185"/>
                <a:gd name="T36" fmla="*/ 72 w 184"/>
                <a:gd name="T37" fmla="*/ 185 h 185"/>
                <a:gd name="T38" fmla="*/ 95 w 184"/>
                <a:gd name="T39" fmla="*/ 161 h 185"/>
                <a:gd name="T40" fmla="*/ 121 w 184"/>
                <a:gd name="T41" fmla="*/ 182 h 185"/>
                <a:gd name="T42" fmla="*/ 129 w 184"/>
                <a:gd name="T43" fmla="*/ 150 h 185"/>
                <a:gd name="T44" fmla="*/ 162 w 184"/>
                <a:gd name="T45" fmla="*/ 156 h 185"/>
                <a:gd name="T46" fmla="*/ 153 w 184"/>
                <a:gd name="T47" fmla="*/ 124 h 185"/>
                <a:gd name="T48" fmla="*/ 184 w 184"/>
                <a:gd name="T49" fmla="*/ 112 h 185"/>
                <a:gd name="T50" fmla="*/ 92 w 184"/>
                <a:gd name="T51" fmla="*/ 115 h 185"/>
                <a:gd name="T52" fmla="*/ 69 w 184"/>
                <a:gd name="T53" fmla="*/ 92 h 185"/>
                <a:gd name="T54" fmla="*/ 92 w 184"/>
                <a:gd name="T55" fmla="*/ 70 h 185"/>
                <a:gd name="T56" fmla="*/ 114 w 184"/>
                <a:gd name="T57" fmla="*/ 92 h 185"/>
                <a:gd name="T58" fmla="*/ 92 w 184"/>
                <a:gd name="T59" fmla="*/ 115 h 1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4" h="185">
                  <a:moveTo>
                    <a:pt x="184" y="112"/>
                  </a:moveTo>
                  <a:cubicBezTo>
                    <a:pt x="161" y="89"/>
                    <a:pt x="161" y="89"/>
                    <a:pt x="161" y="89"/>
                  </a:cubicBezTo>
                  <a:cubicBezTo>
                    <a:pt x="181" y="63"/>
                    <a:pt x="181" y="63"/>
                    <a:pt x="181" y="63"/>
                  </a:cubicBezTo>
                  <a:cubicBezTo>
                    <a:pt x="150" y="55"/>
                    <a:pt x="150" y="55"/>
                    <a:pt x="150" y="55"/>
                  </a:cubicBezTo>
                  <a:cubicBezTo>
                    <a:pt x="155" y="22"/>
                    <a:pt x="155" y="22"/>
                    <a:pt x="155" y="22"/>
                  </a:cubicBezTo>
                  <a:cubicBezTo>
                    <a:pt x="123" y="31"/>
                    <a:pt x="123" y="31"/>
                    <a:pt x="123" y="31"/>
                  </a:cubicBezTo>
                  <a:cubicBezTo>
                    <a:pt x="111" y="0"/>
                    <a:pt x="111" y="0"/>
                    <a:pt x="111" y="0"/>
                  </a:cubicBezTo>
                  <a:cubicBezTo>
                    <a:pt x="88" y="23"/>
                    <a:pt x="88" y="23"/>
                    <a:pt x="88" y="23"/>
                  </a:cubicBezTo>
                  <a:cubicBezTo>
                    <a:pt x="63" y="3"/>
                    <a:pt x="63" y="3"/>
                    <a:pt x="63" y="3"/>
                  </a:cubicBezTo>
                  <a:cubicBezTo>
                    <a:pt x="54" y="34"/>
                    <a:pt x="54" y="34"/>
                    <a:pt x="54" y="34"/>
                  </a:cubicBezTo>
                  <a:cubicBezTo>
                    <a:pt x="22" y="29"/>
                    <a:pt x="22" y="29"/>
                    <a:pt x="22" y="29"/>
                  </a:cubicBezTo>
                  <a:cubicBezTo>
                    <a:pt x="30" y="61"/>
                    <a:pt x="30" y="61"/>
                    <a:pt x="30" y="61"/>
                  </a:cubicBezTo>
                  <a:cubicBezTo>
                    <a:pt x="0" y="73"/>
                    <a:pt x="0" y="73"/>
                    <a:pt x="0" y="73"/>
                  </a:cubicBezTo>
                  <a:cubicBezTo>
                    <a:pt x="23" y="96"/>
                    <a:pt x="23" y="96"/>
                    <a:pt x="23" y="96"/>
                  </a:cubicBezTo>
                  <a:cubicBezTo>
                    <a:pt x="2" y="121"/>
                    <a:pt x="2" y="121"/>
                    <a:pt x="2" y="121"/>
                  </a:cubicBezTo>
                  <a:cubicBezTo>
                    <a:pt x="34" y="130"/>
                    <a:pt x="34" y="130"/>
                    <a:pt x="34" y="130"/>
                  </a:cubicBezTo>
                  <a:cubicBezTo>
                    <a:pt x="29" y="162"/>
                    <a:pt x="29" y="162"/>
                    <a:pt x="29" y="162"/>
                  </a:cubicBezTo>
                  <a:cubicBezTo>
                    <a:pt x="60" y="154"/>
                    <a:pt x="60" y="154"/>
                    <a:pt x="60" y="154"/>
                  </a:cubicBezTo>
                  <a:cubicBezTo>
                    <a:pt x="72" y="185"/>
                    <a:pt x="72" y="185"/>
                    <a:pt x="72" y="185"/>
                  </a:cubicBezTo>
                  <a:cubicBezTo>
                    <a:pt x="95" y="161"/>
                    <a:pt x="95" y="161"/>
                    <a:pt x="95" y="161"/>
                  </a:cubicBezTo>
                  <a:cubicBezTo>
                    <a:pt x="121" y="182"/>
                    <a:pt x="121" y="182"/>
                    <a:pt x="121" y="182"/>
                  </a:cubicBezTo>
                  <a:cubicBezTo>
                    <a:pt x="129" y="150"/>
                    <a:pt x="129" y="150"/>
                    <a:pt x="129" y="150"/>
                  </a:cubicBezTo>
                  <a:cubicBezTo>
                    <a:pt x="162" y="156"/>
                    <a:pt x="162" y="156"/>
                    <a:pt x="162" y="156"/>
                  </a:cubicBezTo>
                  <a:cubicBezTo>
                    <a:pt x="153" y="124"/>
                    <a:pt x="153" y="124"/>
                    <a:pt x="153" y="124"/>
                  </a:cubicBezTo>
                  <a:lnTo>
                    <a:pt x="184" y="112"/>
                  </a:lnTo>
                  <a:close/>
                  <a:moveTo>
                    <a:pt x="92" y="115"/>
                  </a:moveTo>
                  <a:cubicBezTo>
                    <a:pt x="79" y="115"/>
                    <a:pt x="69" y="105"/>
                    <a:pt x="69" y="92"/>
                  </a:cubicBezTo>
                  <a:cubicBezTo>
                    <a:pt x="69" y="80"/>
                    <a:pt x="79" y="70"/>
                    <a:pt x="92" y="70"/>
                  </a:cubicBezTo>
                  <a:cubicBezTo>
                    <a:pt x="104" y="70"/>
                    <a:pt x="114" y="80"/>
                    <a:pt x="114" y="92"/>
                  </a:cubicBezTo>
                  <a:cubicBezTo>
                    <a:pt x="114" y="105"/>
                    <a:pt x="104" y="115"/>
                    <a:pt x="92"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0" name="Freeform 97"/>
            <p:cNvSpPr>
              <a:spLocks noEditPoints="1"/>
            </p:cNvSpPr>
            <p:nvPr/>
          </p:nvSpPr>
          <p:spPr bwMode="gray">
            <a:xfrm>
              <a:off x="9464975" y="4650108"/>
              <a:ext cx="358775" cy="355600"/>
            </a:xfrm>
            <a:custGeom>
              <a:avLst/>
              <a:gdLst>
                <a:gd name="T0" fmla="*/ 247 w 259"/>
                <a:gd name="T1" fmla="*/ 139 h 259"/>
                <a:gd name="T2" fmla="*/ 228 w 259"/>
                <a:gd name="T3" fmla="*/ 133 h 259"/>
                <a:gd name="T4" fmla="*/ 224 w 259"/>
                <a:gd name="T5" fmla="*/ 103 h 259"/>
                <a:gd name="T6" fmla="*/ 241 w 259"/>
                <a:gd name="T7" fmla="*/ 94 h 259"/>
                <a:gd name="T8" fmla="*/ 247 w 259"/>
                <a:gd name="T9" fmla="*/ 73 h 259"/>
                <a:gd name="T10" fmla="*/ 239 w 259"/>
                <a:gd name="T11" fmla="*/ 59 h 259"/>
                <a:gd name="T12" fmla="*/ 219 w 259"/>
                <a:gd name="T13" fmla="*/ 53 h 259"/>
                <a:gd name="T14" fmla="*/ 202 w 259"/>
                <a:gd name="T15" fmla="*/ 63 h 259"/>
                <a:gd name="T16" fmla="*/ 178 w 259"/>
                <a:gd name="T17" fmla="*/ 44 h 259"/>
                <a:gd name="T18" fmla="*/ 183 w 259"/>
                <a:gd name="T19" fmla="*/ 25 h 259"/>
                <a:gd name="T20" fmla="*/ 173 w 259"/>
                <a:gd name="T21" fmla="*/ 7 h 259"/>
                <a:gd name="T22" fmla="*/ 157 w 259"/>
                <a:gd name="T23" fmla="*/ 2 h 259"/>
                <a:gd name="T24" fmla="*/ 138 w 259"/>
                <a:gd name="T25" fmla="*/ 12 h 259"/>
                <a:gd name="T26" fmla="*/ 133 w 259"/>
                <a:gd name="T27" fmla="*/ 31 h 259"/>
                <a:gd name="T28" fmla="*/ 103 w 259"/>
                <a:gd name="T29" fmla="*/ 35 h 259"/>
                <a:gd name="T30" fmla="*/ 93 w 259"/>
                <a:gd name="T31" fmla="*/ 18 h 259"/>
                <a:gd name="T32" fmla="*/ 73 w 259"/>
                <a:gd name="T33" fmla="*/ 12 h 259"/>
                <a:gd name="T34" fmla="*/ 59 w 259"/>
                <a:gd name="T35" fmla="*/ 20 h 259"/>
                <a:gd name="T36" fmla="*/ 53 w 259"/>
                <a:gd name="T37" fmla="*/ 40 h 259"/>
                <a:gd name="T38" fmla="*/ 63 w 259"/>
                <a:gd name="T39" fmla="*/ 58 h 259"/>
                <a:gd name="T40" fmla="*/ 44 w 259"/>
                <a:gd name="T41" fmla="*/ 81 h 259"/>
                <a:gd name="T42" fmla="*/ 25 w 259"/>
                <a:gd name="T43" fmla="*/ 76 h 259"/>
                <a:gd name="T44" fmla="*/ 7 w 259"/>
                <a:gd name="T45" fmla="*/ 86 h 259"/>
                <a:gd name="T46" fmla="*/ 2 w 259"/>
                <a:gd name="T47" fmla="*/ 103 h 259"/>
                <a:gd name="T48" fmla="*/ 12 w 259"/>
                <a:gd name="T49" fmla="*/ 121 h 259"/>
                <a:gd name="T50" fmla="*/ 31 w 259"/>
                <a:gd name="T51" fmla="*/ 126 h 259"/>
                <a:gd name="T52" fmla="*/ 35 w 259"/>
                <a:gd name="T53" fmla="*/ 156 h 259"/>
                <a:gd name="T54" fmla="*/ 18 w 259"/>
                <a:gd name="T55" fmla="*/ 166 h 259"/>
                <a:gd name="T56" fmla="*/ 12 w 259"/>
                <a:gd name="T57" fmla="*/ 186 h 259"/>
                <a:gd name="T58" fmla="*/ 20 w 259"/>
                <a:gd name="T59" fmla="*/ 201 h 259"/>
                <a:gd name="T60" fmla="*/ 40 w 259"/>
                <a:gd name="T61" fmla="*/ 206 h 259"/>
                <a:gd name="T62" fmla="*/ 58 w 259"/>
                <a:gd name="T63" fmla="*/ 197 h 259"/>
                <a:gd name="T64" fmla="*/ 81 w 259"/>
                <a:gd name="T65" fmla="*/ 215 h 259"/>
                <a:gd name="T66" fmla="*/ 76 w 259"/>
                <a:gd name="T67" fmla="*/ 234 h 259"/>
                <a:gd name="T68" fmla="*/ 86 w 259"/>
                <a:gd name="T69" fmla="*/ 253 h 259"/>
                <a:gd name="T70" fmla="*/ 102 w 259"/>
                <a:gd name="T71" fmla="*/ 257 h 259"/>
                <a:gd name="T72" fmla="*/ 121 w 259"/>
                <a:gd name="T73" fmla="*/ 247 h 259"/>
                <a:gd name="T74" fmla="*/ 126 w 259"/>
                <a:gd name="T75" fmla="*/ 228 h 259"/>
                <a:gd name="T76" fmla="*/ 156 w 259"/>
                <a:gd name="T77" fmla="*/ 224 h 259"/>
                <a:gd name="T78" fmla="*/ 166 w 259"/>
                <a:gd name="T79" fmla="*/ 242 h 259"/>
                <a:gd name="T80" fmla="*/ 186 w 259"/>
                <a:gd name="T81" fmla="*/ 247 h 259"/>
                <a:gd name="T82" fmla="*/ 200 w 259"/>
                <a:gd name="T83" fmla="*/ 239 h 259"/>
                <a:gd name="T84" fmla="*/ 206 w 259"/>
                <a:gd name="T85" fmla="*/ 219 h 259"/>
                <a:gd name="T86" fmla="*/ 197 w 259"/>
                <a:gd name="T87" fmla="*/ 202 h 259"/>
                <a:gd name="T88" fmla="*/ 215 w 259"/>
                <a:gd name="T89" fmla="*/ 178 h 259"/>
                <a:gd name="T90" fmla="*/ 234 w 259"/>
                <a:gd name="T91" fmla="*/ 183 h 259"/>
                <a:gd name="T92" fmla="*/ 252 w 259"/>
                <a:gd name="T93" fmla="*/ 173 h 259"/>
                <a:gd name="T94" fmla="*/ 257 w 259"/>
                <a:gd name="T95" fmla="*/ 157 h 259"/>
                <a:gd name="T96" fmla="*/ 247 w 259"/>
                <a:gd name="T97" fmla="*/ 139 h 259"/>
                <a:gd name="T98" fmla="*/ 116 w 259"/>
                <a:gd name="T99" fmla="*/ 178 h 259"/>
                <a:gd name="T100" fmla="*/ 82 w 259"/>
                <a:gd name="T101" fmla="*/ 116 h 259"/>
                <a:gd name="T102" fmla="*/ 143 w 259"/>
                <a:gd name="T103" fmla="*/ 82 h 259"/>
                <a:gd name="T104" fmla="*/ 177 w 259"/>
                <a:gd name="T105" fmla="*/ 143 h 259"/>
                <a:gd name="T106" fmla="*/ 116 w 259"/>
                <a:gd name="T107" fmla="*/ 178 h 2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59" h="259">
                  <a:moveTo>
                    <a:pt x="247" y="139"/>
                  </a:moveTo>
                  <a:cubicBezTo>
                    <a:pt x="228" y="133"/>
                    <a:pt x="228" y="133"/>
                    <a:pt x="228" y="133"/>
                  </a:cubicBezTo>
                  <a:cubicBezTo>
                    <a:pt x="228" y="123"/>
                    <a:pt x="227" y="113"/>
                    <a:pt x="224" y="103"/>
                  </a:cubicBezTo>
                  <a:cubicBezTo>
                    <a:pt x="241" y="94"/>
                    <a:pt x="241" y="94"/>
                    <a:pt x="241" y="94"/>
                  </a:cubicBezTo>
                  <a:cubicBezTo>
                    <a:pt x="249" y="90"/>
                    <a:pt x="251" y="81"/>
                    <a:pt x="247" y="73"/>
                  </a:cubicBezTo>
                  <a:cubicBezTo>
                    <a:pt x="239" y="59"/>
                    <a:pt x="239" y="59"/>
                    <a:pt x="239" y="59"/>
                  </a:cubicBezTo>
                  <a:cubicBezTo>
                    <a:pt x="235" y="52"/>
                    <a:pt x="226" y="49"/>
                    <a:pt x="219" y="53"/>
                  </a:cubicBezTo>
                  <a:cubicBezTo>
                    <a:pt x="202" y="63"/>
                    <a:pt x="202" y="63"/>
                    <a:pt x="202" y="63"/>
                  </a:cubicBezTo>
                  <a:cubicBezTo>
                    <a:pt x="195" y="55"/>
                    <a:pt x="187" y="49"/>
                    <a:pt x="178" y="44"/>
                  </a:cubicBezTo>
                  <a:cubicBezTo>
                    <a:pt x="183" y="25"/>
                    <a:pt x="183" y="25"/>
                    <a:pt x="183" y="25"/>
                  </a:cubicBezTo>
                  <a:cubicBezTo>
                    <a:pt x="185" y="17"/>
                    <a:pt x="181" y="9"/>
                    <a:pt x="173" y="7"/>
                  </a:cubicBezTo>
                  <a:cubicBezTo>
                    <a:pt x="157" y="2"/>
                    <a:pt x="157" y="2"/>
                    <a:pt x="157" y="2"/>
                  </a:cubicBezTo>
                  <a:cubicBezTo>
                    <a:pt x="149" y="0"/>
                    <a:pt x="141" y="5"/>
                    <a:pt x="138" y="12"/>
                  </a:cubicBezTo>
                  <a:cubicBezTo>
                    <a:pt x="133" y="31"/>
                    <a:pt x="133" y="31"/>
                    <a:pt x="133" y="31"/>
                  </a:cubicBezTo>
                  <a:cubicBezTo>
                    <a:pt x="123" y="31"/>
                    <a:pt x="113" y="32"/>
                    <a:pt x="103" y="35"/>
                  </a:cubicBezTo>
                  <a:cubicBezTo>
                    <a:pt x="93" y="18"/>
                    <a:pt x="93" y="18"/>
                    <a:pt x="93" y="18"/>
                  </a:cubicBezTo>
                  <a:cubicBezTo>
                    <a:pt x="90" y="11"/>
                    <a:pt x="80" y="8"/>
                    <a:pt x="73" y="12"/>
                  </a:cubicBezTo>
                  <a:cubicBezTo>
                    <a:pt x="59" y="20"/>
                    <a:pt x="59" y="20"/>
                    <a:pt x="59" y="20"/>
                  </a:cubicBezTo>
                  <a:cubicBezTo>
                    <a:pt x="51" y="24"/>
                    <a:pt x="49" y="33"/>
                    <a:pt x="53" y="40"/>
                  </a:cubicBezTo>
                  <a:cubicBezTo>
                    <a:pt x="63" y="58"/>
                    <a:pt x="63" y="58"/>
                    <a:pt x="63" y="58"/>
                  </a:cubicBezTo>
                  <a:cubicBezTo>
                    <a:pt x="55" y="64"/>
                    <a:pt x="49" y="72"/>
                    <a:pt x="44" y="81"/>
                  </a:cubicBezTo>
                  <a:cubicBezTo>
                    <a:pt x="25" y="76"/>
                    <a:pt x="25" y="76"/>
                    <a:pt x="25" y="76"/>
                  </a:cubicBezTo>
                  <a:cubicBezTo>
                    <a:pt x="17" y="74"/>
                    <a:pt x="9" y="78"/>
                    <a:pt x="7" y="86"/>
                  </a:cubicBezTo>
                  <a:cubicBezTo>
                    <a:pt x="2" y="103"/>
                    <a:pt x="2" y="103"/>
                    <a:pt x="2" y="103"/>
                  </a:cubicBezTo>
                  <a:cubicBezTo>
                    <a:pt x="0" y="110"/>
                    <a:pt x="4" y="119"/>
                    <a:pt x="12" y="121"/>
                  </a:cubicBezTo>
                  <a:cubicBezTo>
                    <a:pt x="31" y="126"/>
                    <a:pt x="31" y="126"/>
                    <a:pt x="31" y="126"/>
                  </a:cubicBezTo>
                  <a:cubicBezTo>
                    <a:pt x="31" y="136"/>
                    <a:pt x="32" y="146"/>
                    <a:pt x="35" y="156"/>
                  </a:cubicBezTo>
                  <a:cubicBezTo>
                    <a:pt x="18" y="166"/>
                    <a:pt x="18" y="166"/>
                    <a:pt x="18" y="166"/>
                  </a:cubicBezTo>
                  <a:cubicBezTo>
                    <a:pt x="11" y="170"/>
                    <a:pt x="8" y="179"/>
                    <a:pt x="12" y="186"/>
                  </a:cubicBezTo>
                  <a:cubicBezTo>
                    <a:pt x="20" y="201"/>
                    <a:pt x="20" y="201"/>
                    <a:pt x="20" y="201"/>
                  </a:cubicBezTo>
                  <a:cubicBezTo>
                    <a:pt x="24" y="208"/>
                    <a:pt x="33" y="210"/>
                    <a:pt x="40" y="206"/>
                  </a:cubicBezTo>
                  <a:cubicBezTo>
                    <a:pt x="58" y="197"/>
                    <a:pt x="58" y="197"/>
                    <a:pt x="58" y="197"/>
                  </a:cubicBezTo>
                  <a:cubicBezTo>
                    <a:pt x="64" y="204"/>
                    <a:pt x="72" y="210"/>
                    <a:pt x="81" y="215"/>
                  </a:cubicBezTo>
                  <a:cubicBezTo>
                    <a:pt x="76" y="234"/>
                    <a:pt x="76" y="234"/>
                    <a:pt x="76" y="234"/>
                  </a:cubicBezTo>
                  <a:cubicBezTo>
                    <a:pt x="74" y="242"/>
                    <a:pt x="78" y="250"/>
                    <a:pt x="86" y="253"/>
                  </a:cubicBezTo>
                  <a:cubicBezTo>
                    <a:pt x="102" y="257"/>
                    <a:pt x="102" y="257"/>
                    <a:pt x="102" y="257"/>
                  </a:cubicBezTo>
                  <a:cubicBezTo>
                    <a:pt x="110" y="259"/>
                    <a:pt x="118" y="255"/>
                    <a:pt x="121" y="247"/>
                  </a:cubicBezTo>
                  <a:cubicBezTo>
                    <a:pt x="126" y="228"/>
                    <a:pt x="126" y="228"/>
                    <a:pt x="126" y="228"/>
                  </a:cubicBezTo>
                  <a:cubicBezTo>
                    <a:pt x="136" y="228"/>
                    <a:pt x="146" y="227"/>
                    <a:pt x="156" y="224"/>
                  </a:cubicBezTo>
                  <a:cubicBezTo>
                    <a:pt x="166" y="242"/>
                    <a:pt x="166" y="242"/>
                    <a:pt x="166" y="242"/>
                  </a:cubicBezTo>
                  <a:cubicBezTo>
                    <a:pt x="170" y="249"/>
                    <a:pt x="179" y="251"/>
                    <a:pt x="186" y="247"/>
                  </a:cubicBezTo>
                  <a:cubicBezTo>
                    <a:pt x="200" y="239"/>
                    <a:pt x="200" y="239"/>
                    <a:pt x="200" y="239"/>
                  </a:cubicBezTo>
                  <a:cubicBezTo>
                    <a:pt x="208" y="235"/>
                    <a:pt x="210" y="226"/>
                    <a:pt x="206" y="219"/>
                  </a:cubicBezTo>
                  <a:cubicBezTo>
                    <a:pt x="197" y="202"/>
                    <a:pt x="197" y="202"/>
                    <a:pt x="197" y="202"/>
                  </a:cubicBezTo>
                  <a:cubicBezTo>
                    <a:pt x="204" y="195"/>
                    <a:pt x="210" y="187"/>
                    <a:pt x="215" y="178"/>
                  </a:cubicBezTo>
                  <a:cubicBezTo>
                    <a:pt x="234" y="183"/>
                    <a:pt x="234" y="183"/>
                    <a:pt x="234" y="183"/>
                  </a:cubicBezTo>
                  <a:cubicBezTo>
                    <a:pt x="242" y="185"/>
                    <a:pt x="250" y="181"/>
                    <a:pt x="252" y="173"/>
                  </a:cubicBezTo>
                  <a:cubicBezTo>
                    <a:pt x="257" y="157"/>
                    <a:pt x="257" y="157"/>
                    <a:pt x="257" y="157"/>
                  </a:cubicBezTo>
                  <a:cubicBezTo>
                    <a:pt x="259" y="149"/>
                    <a:pt x="255" y="141"/>
                    <a:pt x="247" y="139"/>
                  </a:cubicBezTo>
                  <a:close/>
                  <a:moveTo>
                    <a:pt x="116" y="178"/>
                  </a:moveTo>
                  <a:cubicBezTo>
                    <a:pt x="90" y="170"/>
                    <a:pt x="74" y="143"/>
                    <a:pt x="82" y="116"/>
                  </a:cubicBezTo>
                  <a:cubicBezTo>
                    <a:pt x="89" y="90"/>
                    <a:pt x="117" y="74"/>
                    <a:pt x="143" y="82"/>
                  </a:cubicBezTo>
                  <a:cubicBezTo>
                    <a:pt x="169" y="89"/>
                    <a:pt x="185" y="117"/>
                    <a:pt x="177" y="143"/>
                  </a:cubicBezTo>
                  <a:cubicBezTo>
                    <a:pt x="170" y="170"/>
                    <a:pt x="142" y="185"/>
                    <a:pt x="116" y="178"/>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1" name="Freeform 98"/>
            <p:cNvSpPr>
              <a:spLocks noEditPoints="1"/>
            </p:cNvSpPr>
            <p:nvPr/>
          </p:nvSpPr>
          <p:spPr bwMode="gray">
            <a:xfrm>
              <a:off x="9818987" y="4658045"/>
              <a:ext cx="227013" cy="228600"/>
            </a:xfrm>
            <a:custGeom>
              <a:avLst/>
              <a:gdLst>
                <a:gd name="T0" fmla="*/ 165 w 165"/>
                <a:gd name="T1" fmla="*/ 75 h 166"/>
                <a:gd name="T2" fmla="*/ 165 w 165"/>
                <a:gd name="T3" fmla="*/ 75 h 166"/>
                <a:gd name="T4" fmla="*/ 151 w 165"/>
                <a:gd name="T5" fmla="*/ 63 h 166"/>
                <a:gd name="T6" fmla="*/ 156 w 165"/>
                <a:gd name="T7" fmla="*/ 44 h 166"/>
                <a:gd name="T8" fmla="*/ 138 w 165"/>
                <a:gd name="T9" fmla="*/ 38 h 166"/>
                <a:gd name="T10" fmla="*/ 136 w 165"/>
                <a:gd name="T11" fmla="*/ 19 h 166"/>
                <a:gd name="T12" fmla="*/ 117 w 165"/>
                <a:gd name="T13" fmla="*/ 20 h 166"/>
                <a:gd name="T14" fmla="*/ 107 w 165"/>
                <a:gd name="T15" fmla="*/ 3 h 166"/>
                <a:gd name="T16" fmla="*/ 90 w 165"/>
                <a:gd name="T17" fmla="*/ 12 h 166"/>
                <a:gd name="T18" fmla="*/ 90 w 165"/>
                <a:gd name="T19" fmla="*/ 0 h 166"/>
                <a:gd name="T20" fmla="*/ 75 w 165"/>
                <a:gd name="T21" fmla="*/ 0 h 166"/>
                <a:gd name="T22" fmla="*/ 62 w 165"/>
                <a:gd name="T23" fmla="*/ 14 h 166"/>
                <a:gd name="T24" fmla="*/ 44 w 165"/>
                <a:gd name="T25" fmla="*/ 9 h 166"/>
                <a:gd name="T26" fmla="*/ 36 w 165"/>
                <a:gd name="T27" fmla="*/ 27 h 166"/>
                <a:gd name="T28" fmla="*/ 18 w 165"/>
                <a:gd name="T29" fmla="*/ 30 h 166"/>
                <a:gd name="T30" fmla="*/ 19 w 165"/>
                <a:gd name="T31" fmla="*/ 48 h 166"/>
                <a:gd name="T32" fmla="*/ 3 w 165"/>
                <a:gd name="T33" fmla="*/ 58 h 166"/>
                <a:gd name="T34" fmla="*/ 10 w 165"/>
                <a:gd name="T35" fmla="*/ 75 h 166"/>
                <a:gd name="T36" fmla="*/ 0 w 165"/>
                <a:gd name="T37" fmla="*/ 75 h 166"/>
                <a:gd name="T38" fmla="*/ 0 w 165"/>
                <a:gd name="T39" fmla="*/ 80 h 166"/>
                <a:gd name="T40" fmla="*/ 0 w 165"/>
                <a:gd name="T41" fmla="*/ 90 h 166"/>
                <a:gd name="T42" fmla="*/ 10 w 165"/>
                <a:gd name="T43" fmla="*/ 90 h 166"/>
                <a:gd name="T44" fmla="*/ 3 w 165"/>
                <a:gd name="T45" fmla="*/ 107 h 166"/>
                <a:gd name="T46" fmla="*/ 18 w 165"/>
                <a:gd name="T47" fmla="*/ 118 h 166"/>
                <a:gd name="T48" fmla="*/ 18 w 165"/>
                <a:gd name="T49" fmla="*/ 136 h 166"/>
                <a:gd name="T50" fmla="*/ 36 w 165"/>
                <a:gd name="T51" fmla="*/ 140 h 166"/>
                <a:gd name="T52" fmla="*/ 44 w 165"/>
                <a:gd name="T53" fmla="*/ 156 h 166"/>
                <a:gd name="T54" fmla="*/ 62 w 165"/>
                <a:gd name="T55" fmla="*/ 153 h 166"/>
                <a:gd name="T56" fmla="*/ 75 w 165"/>
                <a:gd name="T57" fmla="*/ 166 h 166"/>
                <a:gd name="T58" fmla="*/ 90 w 165"/>
                <a:gd name="T59" fmla="*/ 166 h 166"/>
                <a:gd name="T60" fmla="*/ 90 w 165"/>
                <a:gd name="T61" fmla="*/ 155 h 166"/>
                <a:gd name="T62" fmla="*/ 107 w 165"/>
                <a:gd name="T63" fmla="*/ 162 h 166"/>
                <a:gd name="T64" fmla="*/ 117 w 165"/>
                <a:gd name="T65" fmla="*/ 146 h 166"/>
                <a:gd name="T66" fmla="*/ 135 w 165"/>
                <a:gd name="T67" fmla="*/ 147 h 166"/>
                <a:gd name="T68" fmla="*/ 138 w 165"/>
                <a:gd name="T69" fmla="*/ 129 h 166"/>
                <a:gd name="T70" fmla="*/ 156 w 165"/>
                <a:gd name="T71" fmla="*/ 122 h 166"/>
                <a:gd name="T72" fmla="*/ 151 w 165"/>
                <a:gd name="T73" fmla="*/ 103 h 166"/>
                <a:gd name="T74" fmla="*/ 165 w 165"/>
                <a:gd name="T75" fmla="*/ 90 h 166"/>
                <a:gd name="T76" fmla="*/ 133 w 165"/>
                <a:gd name="T77" fmla="*/ 75 h 166"/>
                <a:gd name="T78" fmla="*/ 104 w 165"/>
                <a:gd name="T79" fmla="*/ 71 h 166"/>
                <a:gd name="T80" fmla="*/ 113 w 165"/>
                <a:gd name="T81" fmla="*/ 42 h 166"/>
                <a:gd name="T82" fmla="*/ 90 w 165"/>
                <a:gd name="T83" fmla="*/ 59 h 166"/>
                <a:gd name="T84" fmla="*/ 113 w 165"/>
                <a:gd name="T85" fmla="*/ 42 h 166"/>
                <a:gd name="T86" fmla="*/ 75 w 165"/>
                <a:gd name="T87" fmla="*/ 90 h 166"/>
                <a:gd name="T88" fmla="*/ 90 w 165"/>
                <a:gd name="T89" fmla="*/ 76 h 166"/>
                <a:gd name="T90" fmla="*/ 75 w 165"/>
                <a:gd name="T91" fmla="*/ 32 h 166"/>
                <a:gd name="T92" fmla="*/ 69 w 165"/>
                <a:gd name="T93" fmla="*/ 61 h 166"/>
                <a:gd name="T94" fmla="*/ 75 w 165"/>
                <a:gd name="T95" fmla="*/ 32 h 166"/>
                <a:gd name="T96" fmla="*/ 60 w 165"/>
                <a:gd name="T97" fmla="*/ 71 h 166"/>
                <a:gd name="T98" fmla="*/ 31 w 165"/>
                <a:gd name="T99" fmla="*/ 75 h 166"/>
                <a:gd name="T100" fmla="*/ 41 w 165"/>
                <a:gd name="T101" fmla="*/ 115 h 166"/>
                <a:gd name="T102" fmla="*/ 57 w 165"/>
                <a:gd name="T103" fmla="*/ 90 h 166"/>
                <a:gd name="T104" fmla="*/ 41 w 165"/>
                <a:gd name="T105" fmla="*/ 115 h 166"/>
                <a:gd name="T106" fmla="*/ 69 w 165"/>
                <a:gd name="T107" fmla="*/ 106 h 166"/>
                <a:gd name="T108" fmla="*/ 75 w 165"/>
                <a:gd name="T109" fmla="*/ 135 h 166"/>
                <a:gd name="T110" fmla="*/ 90 w 165"/>
                <a:gd name="T111" fmla="*/ 135 h 166"/>
                <a:gd name="T112" fmla="*/ 94 w 165"/>
                <a:gd name="T113" fmla="*/ 106 h 166"/>
                <a:gd name="T114" fmla="*/ 90 w 165"/>
                <a:gd name="T115" fmla="*/ 135 h 166"/>
                <a:gd name="T116" fmla="*/ 104 w 165"/>
                <a:gd name="T117" fmla="*/ 96 h 166"/>
                <a:gd name="T118" fmla="*/ 133 w 165"/>
                <a:gd name="T119" fmla="*/ 90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65" h="166">
                  <a:moveTo>
                    <a:pt x="165" y="90"/>
                  </a:moveTo>
                  <a:cubicBezTo>
                    <a:pt x="165" y="75"/>
                    <a:pt x="165" y="75"/>
                    <a:pt x="165" y="75"/>
                  </a:cubicBezTo>
                  <a:cubicBezTo>
                    <a:pt x="165" y="75"/>
                    <a:pt x="165" y="75"/>
                    <a:pt x="165" y="75"/>
                  </a:cubicBezTo>
                  <a:cubicBezTo>
                    <a:pt x="165" y="75"/>
                    <a:pt x="165" y="75"/>
                    <a:pt x="165" y="75"/>
                  </a:cubicBezTo>
                  <a:cubicBezTo>
                    <a:pt x="154" y="75"/>
                    <a:pt x="154" y="75"/>
                    <a:pt x="154" y="75"/>
                  </a:cubicBezTo>
                  <a:cubicBezTo>
                    <a:pt x="153" y="71"/>
                    <a:pt x="152" y="67"/>
                    <a:pt x="151" y="63"/>
                  </a:cubicBezTo>
                  <a:cubicBezTo>
                    <a:pt x="162" y="58"/>
                    <a:pt x="162" y="58"/>
                    <a:pt x="162" y="58"/>
                  </a:cubicBezTo>
                  <a:cubicBezTo>
                    <a:pt x="156" y="44"/>
                    <a:pt x="156" y="44"/>
                    <a:pt x="156" y="44"/>
                  </a:cubicBezTo>
                  <a:cubicBezTo>
                    <a:pt x="145" y="49"/>
                    <a:pt x="145" y="49"/>
                    <a:pt x="145" y="49"/>
                  </a:cubicBezTo>
                  <a:cubicBezTo>
                    <a:pt x="143" y="45"/>
                    <a:pt x="141" y="41"/>
                    <a:pt x="138" y="38"/>
                  </a:cubicBezTo>
                  <a:cubicBezTo>
                    <a:pt x="146" y="30"/>
                    <a:pt x="146" y="30"/>
                    <a:pt x="146" y="30"/>
                  </a:cubicBezTo>
                  <a:cubicBezTo>
                    <a:pt x="136" y="19"/>
                    <a:pt x="136" y="19"/>
                    <a:pt x="136" y="19"/>
                  </a:cubicBezTo>
                  <a:cubicBezTo>
                    <a:pt x="127" y="27"/>
                    <a:pt x="127" y="27"/>
                    <a:pt x="127" y="27"/>
                  </a:cubicBezTo>
                  <a:cubicBezTo>
                    <a:pt x="124" y="25"/>
                    <a:pt x="120" y="22"/>
                    <a:pt x="117" y="20"/>
                  </a:cubicBezTo>
                  <a:cubicBezTo>
                    <a:pt x="121" y="9"/>
                    <a:pt x="121" y="9"/>
                    <a:pt x="121" y="9"/>
                  </a:cubicBezTo>
                  <a:cubicBezTo>
                    <a:pt x="107" y="3"/>
                    <a:pt x="107" y="3"/>
                    <a:pt x="107" y="3"/>
                  </a:cubicBezTo>
                  <a:cubicBezTo>
                    <a:pt x="103" y="14"/>
                    <a:pt x="103" y="14"/>
                    <a:pt x="103" y="14"/>
                  </a:cubicBezTo>
                  <a:cubicBezTo>
                    <a:pt x="99" y="13"/>
                    <a:pt x="94" y="12"/>
                    <a:pt x="90" y="12"/>
                  </a:cubicBezTo>
                  <a:cubicBezTo>
                    <a:pt x="90" y="0"/>
                    <a:pt x="90" y="0"/>
                    <a:pt x="90" y="0"/>
                  </a:cubicBezTo>
                  <a:cubicBezTo>
                    <a:pt x="90" y="0"/>
                    <a:pt x="90" y="0"/>
                    <a:pt x="90" y="0"/>
                  </a:cubicBezTo>
                  <a:cubicBezTo>
                    <a:pt x="75" y="0"/>
                    <a:pt x="75" y="0"/>
                    <a:pt x="75" y="0"/>
                  </a:cubicBezTo>
                  <a:cubicBezTo>
                    <a:pt x="75" y="0"/>
                    <a:pt x="75" y="0"/>
                    <a:pt x="75" y="0"/>
                  </a:cubicBezTo>
                  <a:cubicBezTo>
                    <a:pt x="75" y="12"/>
                    <a:pt x="75" y="12"/>
                    <a:pt x="75" y="12"/>
                  </a:cubicBezTo>
                  <a:cubicBezTo>
                    <a:pt x="71" y="12"/>
                    <a:pt x="66" y="13"/>
                    <a:pt x="62" y="14"/>
                  </a:cubicBezTo>
                  <a:cubicBezTo>
                    <a:pt x="58" y="3"/>
                    <a:pt x="58" y="3"/>
                    <a:pt x="58" y="3"/>
                  </a:cubicBezTo>
                  <a:cubicBezTo>
                    <a:pt x="44" y="9"/>
                    <a:pt x="44" y="9"/>
                    <a:pt x="44" y="9"/>
                  </a:cubicBezTo>
                  <a:cubicBezTo>
                    <a:pt x="48" y="20"/>
                    <a:pt x="48" y="20"/>
                    <a:pt x="48" y="20"/>
                  </a:cubicBezTo>
                  <a:cubicBezTo>
                    <a:pt x="44" y="22"/>
                    <a:pt x="40" y="24"/>
                    <a:pt x="36" y="27"/>
                  </a:cubicBezTo>
                  <a:cubicBezTo>
                    <a:pt x="29" y="19"/>
                    <a:pt x="29" y="19"/>
                    <a:pt x="29" y="19"/>
                  </a:cubicBezTo>
                  <a:cubicBezTo>
                    <a:pt x="18" y="30"/>
                    <a:pt x="18" y="30"/>
                    <a:pt x="18" y="30"/>
                  </a:cubicBezTo>
                  <a:cubicBezTo>
                    <a:pt x="26" y="38"/>
                    <a:pt x="26" y="38"/>
                    <a:pt x="26" y="38"/>
                  </a:cubicBezTo>
                  <a:cubicBezTo>
                    <a:pt x="23" y="41"/>
                    <a:pt x="21" y="45"/>
                    <a:pt x="19" y="48"/>
                  </a:cubicBezTo>
                  <a:cubicBezTo>
                    <a:pt x="9" y="44"/>
                    <a:pt x="9" y="44"/>
                    <a:pt x="9" y="44"/>
                  </a:cubicBezTo>
                  <a:cubicBezTo>
                    <a:pt x="3" y="58"/>
                    <a:pt x="3" y="58"/>
                    <a:pt x="3" y="58"/>
                  </a:cubicBezTo>
                  <a:cubicBezTo>
                    <a:pt x="13" y="62"/>
                    <a:pt x="13" y="62"/>
                    <a:pt x="13" y="62"/>
                  </a:cubicBezTo>
                  <a:cubicBezTo>
                    <a:pt x="11" y="66"/>
                    <a:pt x="11" y="71"/>
                    <a:pt x="10" y="75"/>
                  </a:cubicBezTo>
                  <a:cubicBezTo>
                    <a:pt x="0" y="75"/>
                    <a:pt x="0" y="75"/>
                    <a:pt x="0" y="75"/>
                  </a:cubicBezTo>
                  <a:cubicBezTo>
                    <a:pt x="0" y="75"/>
                    <a:pt x="0" y="75"/>
                    <a:pt x="0" y="75"/>
                  </a:cubicBezTo>
                  <a:cubicBezTo>
                    <a:pt x="0" y="75"/>
                    <a:pt x="0" y="75"/>
                    <a:pt x="0" y="75"/>
                  </a:cubicBezTo>
                  <a:cubicBezTo>
                    <a:pt x="0" y="80"/>
                    <a:pt x="0" y="80"/>
                    <a:pt x="0" y="80"/>
                  </a:cubicBezTo>
                  <a:cubicBezTo>
                    <a:pt x="0" y="90"/>
                    <a:pt x="0" y="90"/>
                    <a:pt x="0" y="90"/>
                  </a:cubicBezTo>
                  <a:cubicBezTo>
                    <a:pt x="0" y="90"/>
                    <a:pt x="0" y="90"/>
                    <a:pt x="0" y="90"/>
                  </a:cubicBezTo>
                  <a:cubicBezTo>
                    <a:pt x="0" y="90"/>
                    <a:pt x="0" y="90"/>
                    <a:pt x="0" y="90"/>
                  </a:cubicBezTo>
                  <a:cubicBezTo>
                    <a:pt x="10" y="90"/>
                    <a:pt x="10" y="90"/>
                    <a:pt x="10" y="90"/>
                  </a:cubicBezTo>
                  <a:cubicBezTo>
                    <a:pt x="10" y="95"/>
                    <a:pt x="11" y="99"/>
                    <a:pt x="12" y="103"/>
                  </a:cubicBezTo>
                  <a:cubicBezTo>
                    <a:pt x="3" y="107"/>
                    <a:pt x="3" y="107"/>
                    <a:pt x="3" y="107"/>
                  </a:cubicBezTo>
                  <a:cubicBezTo>
                    <a:pt x="9" y="121"/>
                    <a:pt x="9" y="121"/>
                    <a:pt x="9" y="121"/>
                  </a:cubicBezTo>
                  <a:cubicBezTo>
                    <a:pt x="18" y="118"/>
                    <a:pt x="18" y="118"/>
                    <a:pt x="18" y="118"/>
                  </a:cubicBezTo>
                  <a:cubicBezTo>
                    <a:pt x="20" y="122"/>
                    <a:pt x="23" y="125"/>
                    <a:pt x="26" y="129"/>
                  </a:cubicBezTo>
                  <a:cubicBezTo>
                    <a:pt x="18" y="136"/>
                    <a:pt x="18" y="136"/>
                    <a:pt x="18" y="136"/>
                  </a:cubicBezTo>
                  <a:cubicBezTo>
                    <a:pt x="29" y="147"/>
                    <a:pt x="29" y="147"/>
                    <a:pt x="29" y="147"/>
                  </a:cubicBezTo>
                  <a:cubicBezTo>
                    <a:pt x="36" y="140"/>
                    <a:pt x="36" y="140"/>
                    <a:pt x="36" y="140"/>
                  </a:cubicBezTo>
                  <a:cubicBezTo>
                    <a:pt x="40" y="142"/>
                    <a:pt x="44" y="145"/>
                    <a:pt x="48" y="147"/>
                  </a:cubicBezTo>
                  <a:cubicBezTo>
                    <a:pt x="44" y="156"/>
                    <a:pt x="44" y="156"/>
                    <a:pt x="44" y="156"/>
                  </a:cubicBezTo>
                  <a:cubicBezTo>
                    <a:pt x="58" y="162"/>
                    <a:pt x="58" y="162"/>
                    <a:pt x="58" y="162"/>
                  </a:cubicBezTo>
                  <a:cubicBezTo>
                    <a:pt x="62" y="153"/>
                    <a:pt x="62" y="153"/>
                    <a:pt x="62" y="153"/>
                  </a:cubicBezTo>
                  <a:cubicBezTo>
                    <a:pt x="66" y="154"/>
                    <a:pt x="70" y="155"/>
                    <a:pt x="75" y="155"/>
                  </a:cubicBezTo>
                  <a:cubicBezTo>
                    <a:pt x="75" y="166"/>
                    <a:pt x="75" y="166"/>
                    <a:pt x="75" y="166"/>
                  </a:cubicBezTo>
                  <a:cubicBezTo>
                    <a:pt x="90" y="166"/>
                    <a:pt x="90" y="166"/>
                    <a:pt x="90" y="166"/>
                  </a:cubicBezTo>
                  <a:cubicBezTo>
                    <a:pt x="90" y="166"/>
                    <a:pt x="90" y="166"/>
                    <a:pt x="90" y="166"/>
                  </a:cubicBezTo>
                  <a:cubicBezTo>
                    <a:pt x="90" y="166"/>
                    <a:pt x="90" y="166"/>
                    <a:pt x="90" y="166"/>
                  </a:cubicBezTo>
                  <a:cubicBezTo>
                    <a:pt x="90" y="155"/>
                    <a:pt x="90" y="155"/>
                    <a:pt x="90" y="155"/>
                  </a:cubicBezTo>
                  <a:cubicBezTo>
                    <a:pt x="94" y="155"/>
                    <a:pt x="99" y="154"/>
                    <a:pt x="103" y="152"/>
                  </a:cubicBezTo>
                  <a:cubicBezTo>
                    <a:pt x="107" y="162"/>
                    <a:pt x="107" y="162"/>
                    <a:pt x="107" y="162"/>
                  </a:cubicBezTo>
                  <a:cubicBezTo>
                    <a:pt x="121" y="156"/>
                    <a:pt x="121" y="156"/>
                    <a:pt x="121" y="156"/>
                  </a:cubicBezTo>
                  <a:cubicBezTo>
                    <a:pt x="117" y="146"/>
                    <a:pt x="117" y="146"/>
                    <a:pt x="117" y="146"/>
                  </a:cubicBezTo>
                  <a:cubicBezTo>
                    <a:pt x="121" y="144"/>
                    <a:pt x="124" y="142"/>
                    <a:pt x="127" y="140"/>
                  </a:cubicBezTo>
                  <a:cubicBezTo>
                    <a:pt x="135" y="147"/>
                    <a:pt x="135" y="147"/>
                    <a:pt x="135" y="147"/>
                  </a:cubicBezTo>
                  <a:cubicBezTo>
                    <a:pt x="146" y="137"/>
                    <a:pt x="146" y="137"/>
                    <a:pt x="146" y="137"/>
                  </a:cubicBezTo>
                  <a:cubicBezTo>
                    <a:pt x="138" y="129"/>
                    <a:pt x="138" y="129"/>
                    <a:pt x="138" y="129"/>
                  </a:cubicBezTo>
                  <a:cubicBezTo>
                    <a:pt x="141" y="125"/>
                    <a:pt x="143" y="121"/>
                    <a:pt x="146" y="117"/>
                  </a:cubicBezTo>
                  <a:cubicBezTo>
                    <a:pt x="156" y="122"/>
                    <a:pt x="156" y="122"/>
                    <a:pt x="156" y="122"/>
                  </a:cubicBezTo>
                  <a:cubicBezTo>
                    <a:pt x="162" y="108"/>
                    <a:pt x="162" y="108"/>
                    <a:pt x="162" y="108"/>
                  </a:cubicBezTo>
                  <a:cubicBezTo>
                    <a:pt x="151" y="103"/>
                    <a:pt x="151" y="103"/>
                    <a:pt x="151" y="103"/>
                  </a:cubicBezTo>
                  <a:cubicBezTo>
                    <a:pt x="152" y="99"/>
                    <a:pt x="153" y="95"/>
                    <a:pt x="154" y="90"/>
                  </a:cubicBezTo>
                  <a:lnTo>
                    <a:pt x="165" y="90"/>
                  </a:lnTo>
                  <a:close/>
                  <a:moveTo>
                    <a:pt x="123" y="52"/>
                  </a:moveTo>
                  <a:cubicBezTo>
                    <a:pt x="128" y="59"/>
                    <a:pt x="132" y="67"/>
                    <a:pt x="133" y="75"/>
                  </a:cubicBezTo>
                  <a:cubicBezTo>
                    <a:pt x="106" y="75"/>
                    <a:pt x="106" y="75"/>
                    <a:pt x="106" y="75"/>
                  </a:cubicBezTo>
                  <a:cubicBezTo>
                    <a:pt x="105" y="74"/>
                    <a:pt x="105" y="72"/>
                    <a:pt x="104" y="71"/>
                  </a:cubicBezTo>
                  <a:lnTo>
                    <a:pt x="123" y="52"/>
                  </a:lnTo>
                  <a:close/>
                  <a:moveTo>
                    <a:pt x="113" y="42"/>
                  </a:moveTo>
                  <a:cubicBezTo>
                    <a:pt x="94" y="61"/>
                    <a:pt x="94" y="61"/>
                    <a:pt x="94" y="61"/>
                  </a:cubicBezTo>
                  <a:cubicBezTo>
                    <a:pt x="93" y="61"/>
                    <a:pt x="92" y="60"/>
                    <a:pt x="90" y="59"/>
                  </a:cubicBezTo>
                  <a:cubicBezTo>
                    <a:pt x="90" y="32"/>
                    <a:pt x="90" y="32"/>
                    <a:pt x="90" y="32"/>
                  </a:cubicBezTo>
                  <a:cubicBezTo>
                    <a:pt x="99" y="34"/>
                    <a:pt x="107" y="37"/>
                    <a:pt x="113" y="42"/>
                  </a:cubicBezTo>
                  <a:close/>
                  <a:moveTo>
                    <a:pt x="90" y="90"/>
                  </a:moveTo>
                  <a:cubicBezTo>
                    <a:pt x="86" y="94"/>
                    <a:pt x="79" y="94"/>
                    <a:pt x="75" y="90"/>
                  </a:cubicBezTo>
                  <a:cubicBezTo>
                    <a:pt x="71" y="86"/>
                    <a:pt x="71" y="80"/>
                    <a:pt x="75" y="76"/>
                  </a:cubicBezTo>
                  <a:cubicBezTo>
                    <a:pt x="79" y="72"/>
                    <a:pt x="86" y="72"/>
                    <a:pt x="90" y="76"/>
                  </a:cubicBezTo>
                  <a:cubicBezTo>
                    <a:pt x="94" y="80"/>
                    <a:pt x="94" y="86"/>
                    <a:pt x="90" y="90"/>
                  </a:cubicBezTo>
                  <a:close/>
                  <a:moveTo>
                    <a:pt x="75" y="32"/>
                  </a:moveTo>
                  <a:cubicBezTo>
                    <a:pt x="75" y="59"/>
                    <a:pt x="75" y="59"/>
                    <a:pt x="75" y="59"/>
                  </a:cubicBezTo>
                  <a:cubicBezTo>
                    <a:pt x="73" y="60"/>
                    <a:pt x="71" y="60"/>
                    <a:pt x="69" y="61"/>
                  </a:cubicBezTo>
                  <a:cubicBezTo>
                    <a:pt x="50" y="42"/>
                    <a:pt x="50" y="42"/>
                    <a:pt x="50" y="42"/>
                  </a:cubicBezTo>
                  <a:cubicBezTo>
                    <a:pt x="57" y="37"/>
                    <a:pt x="66" y="33"/>
                    <a:pt x="75" y="32"/>
                  </a:cubicBezTo>
                  <a:close/>
                  <a:moveTo>
                    <a:pt x="41" y="52"/>
                  </a:moveTo>
                  <a:cubicBezTo>
                    <a:pt x="60" y="71"/>
                    <a:pt x="60" y="71"/>
                    <a:pt x="60" y="71"/>
                  </a:cubicBezTo>
                  <a:cubicBezTo>
                    <a:pt x="59" y="72"/>
                    <a:pt x="58" y="74"/>
                    <a:pt x="58" y="75"/>
                  </a:cubicBezTo>
                  <a:cubicBezTo>
                    <a:pt x="31" y="75"/>
                    <a:pt x="31" y="75"/>
                    <a:pt x="31" y="75"/>
                  </a:cubicBezTo>
                  <a:cubicBezTo>
                    <a:pt x="32" y="67"/>
                    <a:pt x="35" y="59"/>
                    <a:pt x="41" y="52"/>
                  </a:cubicBezTo>
                  <a:close/>
                  <a:moveTo>
                    <a:pt x="41" y="115"/>
                  </a:moveTo>
                  <a:cubicBezTo>
                    <a:pt x="35" y="108"/>
                    <a:pt x="32" y="99"/>
                    <a:pt x="30" y="90"/>
                  </a:cubicBezTo>
                  <a:cubicBezTo>
                    <a:pt x="57" y="90"/>
                    <a:pt x="57" y="90"/>
                    <a:pt x="57" y="90"/>
                  </a:cubicBezTo>
                  <a:cubicBezTo>
                    <a:pt x="58" y="92"/>
                    <a:pt x="59" y="94"/>
                    <a:pt x="60" y="96"/>
                  </a:cubicBezTo>
                  <a:lnTo>
                    <a:pt x="41" y="115"/>
                  </a:lnTo>
                  <a:close/>
                  <a:moveTo>
                    <a:pt x="50" y="125"/>
                  </a:moveTo>
                  <a:cubicBezTo>
                    <a:pt x="69" y="106"/>
                    <a:pt x="69" y="106"/>
                    <a:pt x="69" y="106"/>
                  </a:cubicBezTo>
                  <a:cubicBezTo>
                    <a:pt x="71" y="107"/>
                    <a:pt x="73" y="107"/>
                    <a:pt x="75" y="108"/>
                  </a:cubicBezTo>
                  <a:cubicBezTo>
                    <a:pt x="75" y="135"/>
                    <a:pt x="75" y="135"/>
                    <a:pt x="75" y="135"/>
                  </a:cubicBezTo>
                  <a:cubicBezTo>
                    <a:pt x="66" y="134"/>
                    <a:pt x="57" y="130"/>
                    <a:pt x="50" y="125"/>
                  </a:cubicBezTo>
                  <a:close/>
                  <a:moveTo>
                    <a:pt x="90" y="135"/>
                  </a:moveTo>
                  <a:cubicBezTo>
                    <a:pt x="90" y="107"/>
                    <a:pt x="90" y="107"/>
                    <a:pt x="90" y="107"/>
                  </a:cubicBezTo>
                  <a:cubicBezTo>
                    <a:pt x="92" y="107"/>
                    <a:pt x="93" y="106"/>
                    <a:pt x="94" y="106"/>
                  </a:cubicBezTo>
                  <a:cubicBezTo>
                    <a:pt x="113" y="125"/>
                    <a:pt x="113" y="125"/>
                    <a:pt x="113" y="125"/>
                  </a:cubicBezTo>
                  <a:cubicBezTo>
                    <a:pt x="107" y="130"/>
                    <a:pt x="99" y="133"/>
                    <a:pt x="90" y="135"/>
                  </a:cubicBezTo>
                  <a:close/>
                  <a:moveTo>
                    <a:pt x="123" y="115"/>
                  </a:moveTo>
                  <a:cubicBezTo>
                    <a:pt x="104" y="96"/>
                    <a:pt x="104" y="96"/>
                    <a:pt x="104" y="96"/>
                  </a:cubicBezTo>
                  <a:cubicBezTo>
                    <a:pt x="105" y="94"/>
                    <a:pt x="106" y="92"/>
                    <a:pt x="106" y="90"/>
                  </a:cubicBezTo>
                  <a:cubicBezTo>
                    <a:pt x="133" y="90"/>
                    <a:pt x="133" y="90"/>
                    <a:pt x="133" y="90"/>
                  </a:cubicBezTo>
                  <a:cubicBezTo>
                    <a:pt x="132" y="99"/>
                    <a:pt x="129" y="108"/>
                    <a:pt x="123"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2" name="Freeform 99"/>
            <p:cNvSpPr>
              <a:spLocks/>
            </p:cNvSpPr>
            <p:nvPr/>
          </p:nvSpPr>
          <p:spPr bwMode="gray">
            <a:xfrm>
              <a:off x="9061750" y="4907283"/>
              <a:ext cx="1035050" cy="211137"/>
            </a:xfrm>
            <a:custGeom>
              <a:avLst/>
              <a:gdLst>
                <a:gd name="T0" fmla="*/ 3 w 748"/>
                <a:gd name="T1" fmla="*/ 0 h 153"/>
                <a:gd name="T2" fmla="*/ 0 w 748"/>
                <a:gd name="T3" fmla="*/ 26 h 153"/>
                <a:gd name="T4" fmla="*/ 127 w 748"/>
                <a:gd name="T5" fmla="*/ 153 h 153"/>
                <a:gd name="T6" fmla="*/ 621 w 748"/>
                <a:gd name="T7" fmla="*/ 153 h 153"/>
                <a:gd name="T8" fmla="*/ 748 w 748"/>
                <a:gd name="T9" fmla="*/ 26 h 153"/>
                <a:gd name="T10" fmla="*/ 745 w 748"/>
                <a:gd name="T11" fmla="*/ 0 h 153"/>
                <a:gd name="T12" fmla="*/ 3 w 748"/>
                <a:gd name="T13" fmla="*/ 0 h 153"/>
              </a:gdLst>
              <a:ahLst/>
              <a:cxnLst>
                <a:cxn ang="0">
                  <a:pos x="T0" y="T1"/>
                </a:cxn>
                <a:cxn ang="0">
                  <a:pos x="T2" y="T3"/>
                </a:cxn>
                <a:cxn ang="0">
                  <a:pos x="T4" y="T5"/>
                </a:cxn>
                <a:cxn ang="0">
                  <a:pos x="T6" y="T7"/>
                </a:cxn>
                <a:cxn ang="0">
                  <a:pos x="T8" y="T9"/>
                </a:cxn>
                <a:cxn ang="0">
                  <a:pos x="T10" y="T11"/>
                </a:cxn>
                <a:cxn ang="0">
                  <a:pos x="T12" y="T13"/>
                </a:cxn>
              </a:cxnLst>
              <a:rect l="0" t="0" r="r" b="b"/>
              <a:pathLst>
                <a:path w="748" h="153">
                  <a:moveTo>
                    <a:pt x="3" y="0"/>
                  </a:moveTo>
                  <a:cubicBezTo>
                    <a:pt x="1" y="9"/>
                    <a:pt x="0" y="17"/>
                    <a:pt x="0" y="26"/>
                  </a:cubicBezTo>
                  <a:cubicBezTo>
                    <a:pt x="0" y="96"/>
                    <a:pt x="57" y="153"/>
                    <a:pt x="127" y="153"/>
                  </a:cubicBezTo>
                  <a:cubicBezTo>
                    <a:pt x="621" y="153"/>
                    <a:pt x="621" y="153"/>
                    <a:pt x="621" y="153"/>
                  </a:cubicBezTo>
                  <a:cubicBezTo>
                    <a:pt x="691" y="153"/>
                    <a:pt x="748" y="96"/>
                    <a:pt x="748" y="26"/>
                  </a:cubicBezTo>
                  <a:cubicBezTo>
                    <a:pt x="748" y="17"/>
                    <a:pt x="747" y="9"/>
                    <a:pt x="745" y="0"/>
                  </a:cubicBezTo>
                  <a:lnTo>
                    <a:pt x="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3" name="Freeform 100"/>
            <p:cNvSpPr>
              <a:spLocks/>
            </p:cNvSpPr>
            <p:nvPr/>
          </p:nvSpPr>
          <p:spPr bwMode="gray">
            <a:xfrm>
              <a:off x="9101437" y="4907283"/>
              <a:ext cx="995363" cy="211137"/>
            </a:xfrm>
            <a:custGeom>
              <a:avLst/>
              <a:gdLst>
                <a:gd name="T0" fmla="*/ 716 w 719"/>
                <a:gd name="T1" fmla="*/ 0 h 153"/>
                <a:gd name="T2" fmla="*/ 700 w 719"/>
                <a:gd name="T3" fmla="*/ 0 h 153"/>
                <a:gd name="T4" fmla="*/ 701 w 719"/>
                <a:gd name="T5" fmla="*/ 8 h 153"/>
                <a:gd name="T6" fmla="*/ 573 w 719"/>
                <a:gd name="T7" fmla="*/ 135 h 153"/>
                <a:gd name="T8" fmla="*/ 80 w 719"/>
                <a:gd name="T9" fmla="*/ 135 h 153"/>
                <a:gd name="T10" fmla="*/ 0 w 719"/>
                <a:gd name="T11" fmla="*/ 106 h 153"/>
                <a:gd name="T12" fmla="*/ 98 w 719"/>
                <a:gd name="T13" fmla="*/ 153 h 153"/>
                <a:gd name="T14" fmla="*/ 592 w 719"/>
                <a:gd name="T15" fmla="*/ 153 h 153"/>
                <a:gd name="T16" fmla="*/ 719 w 719"/>
                <a:gd name="T17" fmla="*/ 26 h 153"/>
                <a:gd name="T18" fmla="*/ 716 w 719"/>
                <a:gd name="T19" fmla="*/ 0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9" h="153">
                  <a:moveTo>
                    <a:pt x="716" y="0"/>
                  </a:moveTo>
                  <a:cubicBezTo>
                    <a:pt x="700" y="0"/>
                    <a:pt x="700" y="0"/>
                    <a:pt x="700" y="0"/>
                  </a:cubicBezTo>
                  <a:cubicBezTo>
                    <a:pt x="701" y="3"/>
                    <a:pt x="701" y="5"/>
                    <a:pt x="701" y="8"/>
                  </a:cubicBezTo>
                  <a:cubicBezTo>
                    <a:pt x="701" y="78"/>
                    <a:pt x="644" y="135"/>
                    <a:pt x="573" y="135"/>
                  </a:cubicBezTo>
                  <a:cubicBezTo>
                    <a:pt x="80" y="135"/>
                    <a:pt x="80" y="135"/>
                    <a:pt x="80" y="135"/>
                  </a:cubicBezTo>
                  <a:cubicBezTo>
                    <a:pt x="50" y="135"/>
                    <a:pt x="22" y="124"/>
                    <a:pt x="0" y="106"/>
                  </a:cubicBezTo>
                  <a:cubicBezTo>
                    <a:pt x="23" y="135"/>
                    <a:pt x="59" y="153"/>
                    <a:pt x="98" y="153"/>
                  </a:cubicBezTo>
                  <a:cubicBezTo>
                    <a:pt x="592" y="153"/>
                    <a:pt x="592" y="153"/>
                    <a:pt x="592" y="153"/>
                  </a:cubicBezTo>
                  <a:cubicBezTo>
                    <a:pt x="662" y="153"/>
                    <a:pt x="719" y="96"/>
                    <a:pt x="719" y="26"/>
                  </a:cubicBezTo>
                  <a:cubicBezTo>
                    <a:pt x="719" y="17"/>
                    <a:pt x="718" y="9"/>
                    <a:pt x="716" y="0"/>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4" name="Freeform 101"/>
            <p:cNvSpPr>
              <a:spLocks/>
            </p:cNvSpPr>
            <p:nvPr/>
          </p:nvSpPr>
          <p:spPr bwMode="gray">
            <a:xfrm>
              <a:off x="9064925" y="4192908"/>
              <a:ext cx="1028700" cy="377825"/>
            </a:xfrm>
            <a:custGeom>
              <a:avLst/>
              <a:gdLst>
                <a:gd name="T0" fmla="*/ 744 w 744"/>
                <a:gd name="T1" fmla="*/ 274 h 274"/>
                <a:gd name="T2" fmla="*/ 621 w 744"/>
                <a:gd name="T3" fmla="*/ 173 h 274"/>
                <a:gd name="T4" fmla="*/ 581 w 744"/>
                <a:gd name="T5" fmla="*/ 179 h 274"/>
                <a:gd name="T6" fmla="*/ 457 w 744"/>
                <a:gd name="T7" fmla="*/ 68 h 274"/>
                <a:gd name="T8" fmla="*/ 372 w 744"/>
                <a:gd name="T9" fmla="*/ 101 h 274"/>
                <a:gd name="T10" fmla="*/ 249 w 744"/>
                <a:gd name="T11" fmla="*/ 0 h 274"/>
                <a:gd name="T12" fmla="*/ 123 w 744"/>
                <a:gd name="T13" fmla="*/ 125 h 274"/>
                <a:gd name="T14" fmla="*/ 133 w 744"/>
                <a:gd name="T15" fmla="*/ 173 h 274"/>
                <a:gd name="T16" fmla="*/ 123 w 744"/>
                <a:gd name="T17" fmla="*/ 173 h 274"/>
                <a:gd name="T18" fmla="*/ 0 w 744"/>
                <a:gd name="T19" fmla="*/ 274 h 274"/>
                <a:gd name="T20" fmla="*/ 744 w 744"/>
                <a:gd name="T21"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44" h="274">
                  <a:moveTo>
                    <a:pt x="744" y="274"/>
                  </a:moveTo>
                  <a:cubicBezTo>
                    <a:pt x="733" y="217"/>
                    <a:pt x="682" y="173"/>
                    <a:pt x="621" y="173"/>
                  </a:cubicBezTo>
                  <a:cubicBezTo>
                    <a:pt x="607" y="173"/>
                    <a:pt x="594" y="175"/>
                    <a:pt x="581" y="179"/>
                  </a:cubicBezTo>
                  <a:cubicBezTo>
                    <a:pt x="574" y="117"/>
                    <a:pt x="521" y="68"/>
                    <a:pt x="457" y="68"/>
                  </a:cubicBezTo>
                  <a:cubicBezTo>
                    <a:pt x="424" y="68"/>
                    <a:pt x="394" y="81"/>
                    <a:pt x="372" y="101"/>
                  </a:cubicBezTo>
                  <a:cubicBezTo>
                    <a:pt x="361" y="44"/>
                    <a:pt x="310" y="0"/>
                    <a:pt x="249" y="0"/>
                  </a:cubicBezTo>
                  <a:cubicBezTo>
                    <a:pt x="179" y="0"/>
                    <a:pt x="123" y="56"/>
                    <a:pt x="123" y="125"/>
                  </a:cubicBezTo>
                  <a:cubicBezTo>
                    <a:pt x="123" y="142"/>
                    <a:pt x="127" y="159"/>
                    <a:pt x="133" y="173"/>
                  </a:cubicBezTo>
                  <a:cubicBezTo>
                    <a:pt x="130" y="173"/>
                    <a:pt x="127" y="173"/>
                    <a:pt x="123" y="173"/>
                  </a:cubicBezTo>
                  <a:cubicBezTo>
                    <a:pt x="62" y="173"/>
                    <a:pt x="12" y="217"/>
                    <a:pt x="0" y="274"/>
                  </a:cubicBezTo>
                  <a:lnTo>
                    <a:pt x="744" y="27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5" name="Freeform 102"/>
            <p:cNvSpPr>
              <a:spLocks/>
            </p:cNvSpPr>
            <p:nvPr/>
          </p:nvSpPr>
          <p:spPr bwMode="gray">
            <a:xfrm>
              <a:off x="9268125" y="4192908"/>
              <a:ext cx="825500" cy="377825"/>
            </a:xfrm>
            <a:custGeom>
              <a:avLst/>
              <a:gdLst>
                <a:gd name="T0" fmla="*/ 80 w 597"/>
                <a:gd name="T1" fmla="*/ 23 h 274"/>
                <a:gd name="T2" fmla="*/ 203 w 597"/>
                <a:gd name="T3" fmla="*/ 125 h 274"/>
                <a:gd name="T4" fmla="*/ 288 w 597"/>
                <a:gd name="T5" fmla="*/ 91 h 274"/>
                <a:gd name="T6" fmla="*/ 413 w 597"/>
                <a:gd name="T7" fmla="*/ 203 h 274"/>
                <a:gd name="T8" fmla="*/ 452 w 597"/>
                <a:gd name="T9" fmla="*/ 196 h 274"/>
                <a:gd name="T10" fmla="*/ 568 w 597"/>
                <a:gd name="T11" fmla="*/ 274 h 274"/>
                <a:gd name="T12" fmla="*/ 597 w 597"/>
                <a:gd name="T13" fmla="*/ 274 h 274"/>
                <a:gd name="T14" fmla="*/ 474 w 597"/>
                <a:gd name="T15" fmla="*/ 173 h 274"/>
                <a:gd name="T16" fmla="*/ 434 w 597"/>
                <a:gd name="T17" fmla="*/ 179 h 274"/>
                <a:gd name="T18" fmla="*/ 310 w 597"/>
                <a:gd name="T19" fmla="*/ 68 h 274"/>
                <a:gd name="T20" fmla="*/ 225 w 597"/>
                <a:gd name="T21" fmla="*/ 101 h 274"/>
                <a:gd name="T22" fmla="*/ 102 w 597"/>
                <a:gd name="T23" fmla="*/ 0 h 274"/>
                <a:gd name="T24" fmla="*/ 0 w 597"/>
                <a:gd name="T25" fmla="*/ 52 h 274"/>
                <a:gd name="T26" fmla="*/ 80 w 597"/>
                <a:gd name="T27" fmla="*/ 23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7" h="274">
                  <a:moveTo>
                    <a:pt x="80" y="23"/>
                  </a:moveTo>
                  <a:cubicBezTo>
                    <a:pt x="141" y="23"/>
                    <a:pt x="192" y="67"/>
                    <a:pt x="203" y="125"/>
                  </a:cubicBezTo>
                  <a:cubicBezTo>
                    <a:pt x="225" y="104"/>
                    <a:pt x="255" y="91"/>
                    <a:pt x="288" y="91"/>
                  </a:cubicBezTo>
                  <a:cubicBezTo>
                    <a:pt x="353" y="91"/>
                    <a:pt x="406" y="140"/>
                    <a:pt x="413" y="203"/>
                  </a:cubicBezTo>
                  <a:cubicBezTo>
                    <a:pt x="425" y="199"/>
                    <a:pt x="438" y="196"/>
                    <a:pt x="452" y="196"/>
                  </a:cubicBezTo>
                  <a:cubicBezTo>
                    <a:pt x="505" y="196"/>
                    <a:pt x="549" y="229"/>
                    <a:pt x="568" y="274"/>
                  </a:cubicBezTo>
                  <a:cubicBezTo>
                    <a:pt x="597" y="274"/>
                    <a:pt x="597" y="274"/>
                    <a:pt x="597" y="274"/>
                  </a:cubicBezTo>
                  <a:cubicBezTo>
                    <a:pt x="586" y="217"/>
                    <a:pt x="535" y="173"/>
                    <a:pt x="474" y="173"/>
                  </a:cubicBezTo>
                  <a:cubicBezTo>
                    <a:pt x="460" y="173"/>
                    <a:pt x="447" y="175"/>
                    <a:pt x="434" y="179"/>
                  </a:cubicBezTo>
                  <a:cubicBezTo>
                    <a:pt x="427" y="117"/>
                    <a:pt x="374" y="68"/>
                    <a:pt x="310" y="68"/>
                  </a:cubicBezTo>
                  <a:cubicBezTo>
                    <a:pt x="277" y="68"/>
                    <a:pt x="247" y="81"/>
                    <a:pt x="225" y="101"/>
                  </a:cubicBezTo>
                  <a:cubicBezTo>
                    <a:pt x="214" y="44"/>
                    <a:pt x="163" y="0"/>
                    <a:pt x="102" y="0"/>
                  </a:cubicBezTo>
                  <a:cubicBezTo>
                    <a:pt x="60" y="0"/>
                    <a:pt x="23" y="20"/>
                    <a:pt x="0" y="52"/>
                  </a:cubicBezTo>
                  <a:cubicBezTo>
                    <a:pt x="22" y="34"/>
                    <a:pt x="49" y="23"/>
                    <a:pt x="80" y="23"/>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6" name="Oval 103"/>
            <p:cNvSpPr>
              <a:spLocks noChangeArrowheads="1"/>
            </p:cNvSpPr>
            <p:nvPr/>
          </p:nvSpPr>
          <p:spPr bwMode="gray">
            <a:xfrm>
              <a:off x="11085812" y="5396233"/>
              <a:ext cx="103188"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7" name="Oval 104"/>
            <p:cNvSpPr>
              <a:spLocks noChangeArrowheads="1"/>
            </p:cNvSpPr>
            <p:nvPr/>
          </p:nvSpPr>
          <p:spPr bwMode="gray">
            <a:xfrm>
              <a:off x="10884200" y="5396233"/>
              <a:ext cx="101600"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8" name="Freeform 105"/>
            <p:cNvSpPr>
              <a:spLocks/>
            </p:cNvSpPr>
            <p:nvPr/>
          </p:nvSpPr>
          <p:spPr bwMode="gray">
            <a:xfrm>
              <a:off x="10884200" y="5412108"/>
              <a:ext cx="85725" cy="87312"/>
            </a:xfrm>
            <a:custGeom>
              <a:avLst/>
              <a:gdLst>
                <a:gd name="T0" fmla="*/ 37 w 62"/>
                <a:gd name="T1" fmla="*/ 63 h 63"/>
                <a:gd name="T2" fmla="*/ 62 w 62"/>
                <a:gd name="T3" fmla="*/ 52 h 63"/>
                <a:gd name="T4" fmla="*/ 11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1" y="0"/>
                    <a:pt x="11" y="0"/>
                    <a:pt x="11"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9" name="Freeform 106"/>
            <p:cNvSpPr>
              <a:spLocks/>
            </p:cNvSpPr>
            <p:nvPr/>
          </p:nvSpPr>
          <p:spPr bwMode="gray">
            <a:xfrm>
              <a:off x="11085812" y="5412108"/>
              <a:ext cx="87313" cy="87312"/>
            </a:xfrm>
            <a:custGeom>
              <a:avLst/>
              <a:gdLst>
                <a:gd name="T0" fmla="*/ 37 w 63"/>
                <a:gd name="T1" fmla="*/ 63 h 63"/>
                <a:gd name="T2" fmla="*/ 63 w 63"/>
                <a:gd name="T3" fmla="*/ 52 h 63"/>
                <a:gd name="T4" fmla="*/ 11 w 63"/>
                <a:gd name="T5" fmla="*/ 0 h 63"/>
                <a:gd name="T6" fmla="*/ 0 w 63"/>
                <a:gd name="T7" fmla="*/ 26 h 63"/>
                <a:gd name="T8" fmla="*/ 37 w 63"/>
                <a:gd name="T9" fmla="*/ 63 h 63"/>
              </a:gdLst>
              <a:ahLst/>
              <a:cxnLst>
                <a:cxn ang="0">
                  <a:pos x="T0" y="T1"/>
                </a:cxn>
                <a:cxn ang="0">
                  <a:pos x="T2" y="T3"/>
                </a:cxn>
                <a:cxn ang="0">
                  <a:pos x="T4" y="T5"/>
                </a:cxn>
                <a:cxn ang="0">
                  <a:pos x="T6" y="T7"/>
                </a:cxn>
                <a:cxn ang="0">
                  <a:pos x="T8" y="T9"/>
                </a:cxn>
              </a:cxnLst>
              <a:rect l="0" t="0" r="r" b="b"/>
              <a:pathLst>
                <a:path w="63" h="63">
                  <a:moveTo>
                    <a:pt x="37" y="63"/>
                  </a:moveTo>
                  <a:cubicBezTo>
                    <a:pt x="47" y="63"/>
                    <a:pt x="56" y="59"/>
                    <a:pt x="63" y="52"/>
                  </a:cubicBezTo>
                  <a:cubicBezTo>
                    <a:pt x="11" y="0"/>
                    <a:pt x="11" y="0"/>
                    <a:pt x="11" y="0"/>
                  </a:cubicBezTo>
                  <a:cubicBezTo>
                    <a:pt x="4" y="7"/>
                    <a:pt x="0" y="16"/>
                    <a:pt x="0" y="26"/>
                  </a:cubicBezTo>
                  <a:cubicBezTo>
                    <a:pt x="0" y="46"/>
                    <a:pt x="17"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269673523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accent1"/>
        </a:solidFill>
        <a:effectLst/>
      </p:bgPr>
    </p:bg>
    <p:spTree>
      <p:nvGrpSpPr>
        <p:cNvPr id="1" name=""/>
        <p:cNvGrpSpPr/>
        <p:nvPr/>
      </p:nvGrpSpPr>
      <p:grpSpPr>
        <a:xfrm>
          <a:off x="0" y="0"/>
          <a:ext cx="0" cy="0"/>
          <a:chOff x="0" y="0"/>
          <a:chExt cx="0" cy="0"/>
        </a:xfrm>
      </p:grpSpPr>
      <p:sp>
        <p:nvSpPr>
          <p:cNvPr id="104" name="Freeform: Shape 103"/>
          <p:cNvSpPr>
            <a:spLocks/>
          </p:cNvSpPr>
          <p:nvPr/>
        </p:nvSpPr>
        <p:spPr bwMode="gray">
          <a:xfrm>
            <a:off x="353" y="4224211"/>
            <a:ext cx="12436123" cy="2725865"/>
          </a:xfrm>
          <a:custGeom>
            <a:avLst/>
            <a:gdLst>
              <a:gd name="connsiteX0" fmla="*/ 5679089 w 12449404"/>
              <a:gd name="connsiteY0" fmla="*/ 0 h 2048448"/>
              <a:gd name="connsiteX1" fmla="*/ 6408130 w 12449404"/>
              <a:gd name="connsiteY1" fmla="*/ 0 h 2048448"/>
              <a:gd name="connsiteX2" fmla="*/ 6408130 w 12449404"/>
              <a:gd name="connsiteY2" fmla="*/ 578198 h 2048448"/>
              <a:gd name="connsiteX3" fmla="*/ 6867090 w 12449404"/>
              <a:gd name="connsiteY3" fmla="*/ 606386 h 2048448"/>
              <a:gd name="connsiteX4" fmla="*/ 7118635 w 12449404"/>
              <a:gd name="connsiteY4" fmla="*/ 606386 h 2048448"/>
              <a:gd name="connsiteX5" fmla="*/ 7118635 w 12449404"/>
              <a:gd name="connsiteY5" fmla="*/ 483901 h 2048448"/>
              <a:gd name="connsiteX6" fmla="*/ 7128240 w 12449404"/>
              <a:gd name="connsiteY6" fmla="*/ 483901 h 2048448"/>
              <a:gd name="connsiteX7" fmla="*/ 7128240 w 12449404"/>
              <a:gd name="connsiteY7" fmla="*/ 225552 h 2048448"/>
              <a:gd name="connsiteX8" fmla="*/ 7501176 w 12449404"/>
              <a:gd name="connsiteY8" fmla="*/ 225552 h 2048448"/>
              <a:gd name="connsiteX9" fmla="*/ 7501176 w 12449404"/>
              <a:gd name="connsiteY9" fmla="*/ 339268 h 2048448"/>
              <a:gd name="connsiteX10" fmla="*/ 7539643 w 12449404"/>
              <a:gd name="connsiteY10" fmla="*/ 339268 h 2048448"/>
              <a:gd name="connsiteX11" fmla="*/ 7539643 w 12449404"/>
              <a:gd name="connsiteY11" fmla="*/ 483901 h 2048448"/>
              <a:gd name="connsiteX12" fmla="*/ 7646440 w 12449404"/>
              <a:gd name="connsiteY12" fmla="*/ 483901 h 2048448"/>
              <a:gd name="connsiteX13" fmla="*/ 7646440 w 12449404"/>
              <a:gd name="connsiteY13" fmla="*/ 643969 h 2048448"/>
              <a:gd name="connsiteX14" fmla="*/ 8043905 w 12449404"/>
              <a:gd name="connsiteY14" fmla="*/ 643969 h 2048448"/>
              <a:gd name="connsiteX15" fmla="*/ 8043905 w 12449404"/>
              <a:gd name="connsiteY15" fmla="*/ 744644 h 2048448"/>
              <a:gd name="connsiteX16" fmla="*/ 8497281 w 12449404"/>
              <a:gd name="connsiteY16" fmla="*/ 744644 h 2048448"/>
              <a:gd name="connsiteX17" fmla="*/ 8497281 w 12449404"/>
              <a:gd name="connsiteY17" fmla="*/ 777377 h 2048448"/>
              <a:gd name="connsiteX18" fmla="*/ 8516897 w 12449404"/>
              <a:gd name="connsiteY18" fmla="*/ 777377 h 2048448"/>
              <a:gd name="connsiteX19" fmla="*/ 8516897 w 12449404"/>
              <a:gd name="connsiteY19" fmla="*/ 965361 h 2048448"/>
              <a:gd name="connsiteX20" fmla="*/ 8865577 w 12449404"/>
              <a:gd name="connsiteY20" fmla="*/ 965361 h 2048448"/>
              <a:gd name="connsiteX21" fmla="*/ 8865577 w 12449404"/>
              <a:gd name="connsiteY21" fmla="*/ 525721 h 2048448"/>
              <a:gd name="connsiteX22" fmla="*/ 8968665 w 12449404"/>
              <a:gd name="connsiteY22" fmla="*/ 525721 h 2048448"/>
              <a:gd name="connsiteX23" fmla="*/ 8968665 w 12449404"/>
              <a:gd name="connsiteY23" fmla="*/ 386248 h 2048448"/>
              <a:gd name="connsiteX24" fmla="*/ 9271866 w 12449404"/>
              <a:gd name="connsiteY24" fmla="*/ 386248 h 2048448"/>
              <a:gd name="connsiteX25" fmla="*/ 9271866 w 12449404"/>
              <a:gd name="connsiteY25" fmla="*/ 525721 h 2048448"/>
              <a:gd name="connsiteX26" fmla="*/ 9368890 w 12449404"/>
              <a:gd name="connsiteY26" fmla="*/ 525721 h 2048448"/>
              <a:gd name="connsiteX27" fmla="*/ 9368890 w 12449404"/>
              <a:gd name="connsiteY27" fmla="*/ 58792 h 2048448"/>
              <a:gd name="connsiteX28" fmla="*/ 10072314 w 12449404"/>
              <a:gd name="connsiteY28" fmla="*/ 58792 h 2048448"/>
              <a:gd name="connsiteX29" fmla="*/ 10072314 w 12449404"/>
              <a:gd name="connsiteY29" fmla="*/ 616681 h 2048448"/>
              <a:gd name="connsiteX30" fmla="*/ 10514986 w 12449404"/>
              <a:gd name="connsiteY30" fmla="*/ 255872 h 2048448"/>
              <a:gd name="connsiteX31" fmla="*/ 10514986 w 12449404"/>
              <a:gd name="connsiteY31" fmla="*/ 643969 h 2048448"/>
              <a:gd name="connsiteX32" fmla="*/ 10757546 w 12449404"/>
              <a:gd name="connsiteY32" fmla="*/ 643969 h 2048448"/>
              <a:gd name="connsiteX33" fmla="*/ 10757546 w 12449404"/>
              <a:gd name="connsiteY33" fmla="*/ 525721 h 2048448"/>
              <a:gd name="connsiteX34" fmla="*/ 10860634 w 12449404"/>
              <a:gd name="connsiteY34" fmla="*/ 525721 h 2048448"/>
              <a:gd name="connsiteX35" fmla="*/ 10860634 w 12449404"/>
              <a:gd name="connsiteY35" fmla="*/ 386248 h 2048448"/>
              <a:gd name="connsiteX36" fmla="*/ 11163835 w 12449404"/>
              <a:gd name="connsiteY36" fmla="*/ 386248 h 2048448"/>
              <a:gd name="connsiteX37" fmla="*/ 11163835 w 12449404"/>
              <a:gd name="connsiteY37" fmla="*/ 525721 h 2048448"/>
              <a:gd name="connsiteX38" fmla="*/ 11266923 w 12449404"/>
              <a:gd name="connsiteY38" fmla="*/ 525721 h 2048448"/>
              <a:gd name="connsiteX39" fmla="*/ 11266923 w 12449404"/>
              <a:gd name="connsiteY39" fmla="*/ 965361 h 2048448"/>
              <a:gd name="connsiteX40" fmla="*/ 11612572 w 12449404"/>
              <a:gd name="connsiteY40" fmla="*/ 965361 h 2048448"/>
              <a:gd name="connsiteX41" fmla="*/ 11612572 w 12449404"/>
              <a:gd name="connsiteY41" fmla="*/ 777377 h 2048448"/>
              <a:gd name="connsiteX42" fmla="*/ 12088596 w 12449404"/>
              <a:gd name="connsiteY42" fmla="*/ 777377 h 2048448"/>
              <a:gd name="connsiteX43" fmla="*/ 12088596 w 12449404"/>
              <a:gd name="connsiteY43" fmla="*/ 1374681 h 2048448"/>
              <a:gd name="connsiteX44" fmla="*/ 12449404 w 12449404"/>
              <a:gd name="connsiteY44" fmla="*/ 1374681 h 2048448"/>
              <a:gd name="connsiteX45" fmla="*/ 12449404 w 12449404"/>
              <a:gd name="connsiteY45" fmla="*/ 1677881 h 2048448"/>
              <a:gd name="connsiteX46" fmla="*/ 12436715 w 12449404"/>
              <a:gd name="connsiteY46" fmla="*/ 1677881 h 2048448"/>
              <a:gd name="connsiteX47" fmla="*/ 12436715 w 12449404"/>
              <a:gd name="connsiteY47" fmla="*/ 2048448 h 2048448"/>
              <a:gd name="connsiteX48" fmla="*/ 0 w 12449404"/>
              <a:gd name="connsiteY48" fmla="*/ 2048448 h 2048448"/>
              <a:gd name="connsiteX49" fmla="*/ 0 w 12449404"/>
              <a:gd name="connsiteY49" fmla="*/ 1406374 h 2048448"/>
              <a:gd name="connsiteX50" fmla="*/ 45352 w 12449404"/>
              <a:gd name="connsiteY50" fmla="*/ 1406374 h 2048448"/>
              <a:gd name="connsiteX51" fmla="*/ 45352 w 12449404"/>
              <a:gd name="connsiteY51" fmla="*/ 1140624 h 2048448"/>
              <a:gd name="connsiteX52" fmla="*/ 657888 w 12449404"/>
              <a:gd name="connsiteY52" fmla="*/ 1140624 h 2048448"/>
              <a:gd name="connsiteX53" fmla="*/ 657888 w 12449404"/>
              <a:gd name="connsiteY53" fmla="*/ 879713 h 2048448"/>
              <a:gd name="connsiteX54" fmla="*/ 1116848 w 12449404"/>
              <a:gd name="connsiteY54" fmla="*/ 879713 h 2048448"/>
              <a:gd name="connsiteX55" fmla="*/ 1116848 w 12449404"/>
              <a:gd name="connsiteY55" fmla="*/ 1197168 h 2048448"/>
              <a:gd name="connsiteX56" fmla="*/ 1597874 w 12449404"/>
              <a:gd name="connsiteY56" fmla="*/ 1197168 h 2048448"/>
              <a:gd name="connsiteX57" fmla="*/ 1597874 w 12449404"/>
              <a:gd name="connsiteY57" fmla="*/ 807564 h 2048448"/>
              <a:gd name="connsiteX58" fmla="*/ 1701140 w 12449404"/>
              <a:gd name="connsiteY58" fmla="*/ 807564 h 2048448"/>
              <a:gd name="connsiteX59" fmla="*/ 1701140 w 12449404"/>
              <a:gd name="connsiteY59" fmla="*/ 662931 h 2048448"/>
              <a:gd name="connsiteX60" fmla="*/ 2018881 w 12449404"/>
              <a:gd name="connsiteY60" fmla="*/ 662931 h 2048448"/>
              <a:gd name="connsiteX61" fmla="*/ 2018881 w 12449404"/>
              <a:gd name="connsiteY61" fmla="*/ 807564 h 2048448"/>
              <a:gd name="connsiteX62" fmla="*/ 2122148 w 12449404"/>
              <a:gd name="connsiteY62" fmla="*/ 807564 h 2048448"/>
              <a:gd name="connsiteX63" fmla="*/ 2122148 w 12449404"/>
              <a:gd name="connsiteY63" fmla="*/ 939446 h 2048448"/>
              <a:gd name="connsiteX64" fmla="*/ 2484020 w 12449404"/>
              <a:gd name="connsiteY64" fmla="*/ 939446 h 2048448"/>
              <a:gd name="connsiteX65" fmla="*/ 2484020 w 12449404"/>
              <a:gd name="connsiteY65" fmla="*/ 744644 h 2048448"/>
              <a:gd name="connsiteX66" fmla="*/ 2549333 w 12449404"/>
              <a:gd name="connsiteY66" fmla="*/ 744644 h 2048448"/>
              <a:gd name="connsiteX67" fmla="*/ 2976519 w 12449404"/>
              <a:gd name="connsiteY67" fmla="*/ 744644 h 2048448"/>
              <a:gd name="connsiteX68" fmla="*/ 3008294 w 12449404"/>
              <a:gd name="connsiteY68" fmla="*/ 744644 h 2048448"/>
              <a:gd name="connsiteX69" fmla="*/ 3008294 w 12449404"/>
              <a:gd name="connsiteY69" fmla="*/ 879713 h 2048448"/>
              <a:gd name="connsiteX70" fmla="*/ 3356927 w 12449404"/>
              <a:gd name="connsiteY70" fmla="*/ 879713 h 2048448"/>
              <a:gd name="connsiteX71" fmla="*/ 3356927 w 12449404"/>
              <a:gd name="connsiteY71" fmla="*/ 172822 h 2048448"/>
              <a:gd name="connsiteX72" fmla="*/ 3743513 w 12449404"/>
              <a:gd name="connsiteY72" fmla="*/ 172822 h 2048448"/>
              <a:gd name="connsiteX73" fmla="*/ 3743513 w 12449404"/>
              <a:gd name="connsiteY73" fmla="*/ 606386 h 2048448"/>
              <a:gd name="connsiteX74" fmla="*/ 4305739 w 12449404"/>
              <a:gd name="connsiteY74" fmla="*/ 606386 h 2048448"/>
              <a:gd name="connsiteX75" fmla="*/ 4305739 w 12449404"/>
              <a:gd name="connsiteY75" fmla="*/ 744644 h 2048448"/>
              <a:gd name="connsiteX76" fmla="*/ 4796473 w 12449404"/>
              <a:gd name="connsiteY76" fmla="*/ 744644 h 2048448"/>
              <a:gd name="connsiteX77" fmla="*/ 4796473 w 12449404"/>
              <a:gd name="connsiteY77" fmla="*/ 907753 h 2048448"/>
              <a:gd name="connsiteX78" fmla="*/ 4966423 w 12449404"/>
              <a:gd name="connsiteY78" fmla="*/ 907753 h 2048448"/>
              <a:gd name="connsiteX79" fmla="*/ 4966423 w 12449404"/>
              <a:gd name="connsiteY79" fmla="*/ 939446 h 2048448"/>
              <a:gd name="connsiteX80" fmla="*/ 5157463 w 12449404"/>
              <a:gd name="connsiteY80" fmla="*/ 939446 h 2048448"/>
              <a:gd name="connsiteX81" fmla="*/ 5157463 w 12449404"/>
              <a:gd name="connsiteY81" fmla="*/ 483901 h 2048448"/>
              <a:gd name="connsiteX82" fmla="*/ 5264259 w 12449404"/>
              <a:gd name="connsiteY82" fmla="*/ 483901 h 2048448"/>
              <a:gd name="connsiteX83" fmla="*/ 5264259 w 12449404"/>
              <a:gd name="connsiteY83" fmla="*/ 339268 h 2048448"/>
              <a:gd name="connsiteX84" fmla="*/ 5578471 w 12449404"/>
              <a:gd name="connsiteY84" fmla="*/ 339268 h 2048448"/>
              <a:gd name="connsiteX85" fmla="*/ 5578471 w 12449404"/>
              <a:gd name="connsiteY85" fmla="*/ 483901 h 2048448"/>
              <a:gd name="connsiteX86" fmla="*/ 5679089 w 12449404"/>
              <a:gd name="connsiteY86" fmla="*/ 483901 h 2048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2449404" h="2048448">
                <a:moveTo>
                  <a:pt x="5679089" y="0"/>
                </a:moveTo>
                <a:lnTo>
                  <a:pt x="6408130" y="0"/>
                </a:lnTo>
                <a:lnTo>
                  <a:pt x="6408130" y="578198"/>
                </a:lnTo>
                <a:lnTo>
                  <a:pt x="6867090" y="606386"/>
                </a:lnTo>
                <a:lnTo>
                  <a:pt x="7118635" y="606386"/>
                </a:lnTo>
                <a:lnTo>
                  <a:pt x="7118635" y="483901"/>
                </a:lnTo>
                <a:lnTo>
                  <a:pt x="7128240" y="483901"/>
                </a:lnTo>
                <a:lnTo>
                  <a:pt x="7128240" y="225552"/>
                </a:lnTo>
                <a:lnTo>
                  <a:pt x="7501176" y="225552"/>
                </a:lnTo>
                <a:lnTo>
                  <a:pt x="7501176" y="339268"/>
                </a:lnTo>
                <a:lnTo>
                  <a:pt x="7539643" y="339268"/>
                </a:lnTo>
                <a:lnTo>
                  <a:pt x="7539643" y="483901"/>
                </a:lnTo>
                <a:lnTo>
                  <a:pt x="7646440" y="483901"/>
                </a:lnTo>
                <a:lnTo>
                  <a:pt x="7646440" y="643969"/>
                </a:lnTo>
                <a:lnTo>
                  <a:pt x="8043905" y="643969"/>
                </a:lnTo>
                <a:lnTo>
                  <a:pt x="8043905" y="744644"/>
                </a:lnTo>
                <a:lnTo>
                  <a:pt x="8497281" y="744644"/>
                </a:lnTo>
                <a:lnTo>
                  <a:pt x="8497281" y="777377"/>
                </a:lnTo>
                <a:lnTo>
                  <a:pt x="8516897" y="777377"/>
                </a:lnTo>
                <a:lnTo>
                  <a:pt x="8516897" y="965361"/>
                </a:lnTo>
                <a:lnTo>
                  <a:pt x="8865577" y="965361"/>
                </a:lnTo>
                <a:lnTo>
                  <a:pt x="8865577" y="525721"/>
                </a:lnTo>
                <a:lnTo>
                  <a:pt x="8968665" y="525721"/>
                </a:lnTo>
                <a:lnTo>
                  <a:pt x="8968665" y="386248"/>
                </a:lnTo>
                <a:lnTo>
                  <a:pt x="9271866" y="386248"/>
                </a:lnTo>
                <a:lnTo>
                  <a:pt x="9271866" y="525721"/>
                </a:lnTo>
                <a:lnTo>
                  <a:pt x="9368890" y="525721"/>
                </a:lnTo>
                <a:lnTo>
                  <a:pt x="9368890" y="58792"/>
                </a:lnTo>
                <a:lnTo>
                  <a:pt x="10072314" y="58792"/>
                </a:lnTo>
                <a:lnTo>
                  <a:pt x="10072314" y="616681"/>
                </a:lnTo>
                <a:lnTo>
                  <a:pt x="10514986" y="255872"/>
                </a:lnTo>
                <a:lnTo>
                  <a:pt x="10514986" y="643969"/>
                </a:lnTo>
                <a:lnTo>
                  <a:pt x="10757546" y="643969"/>
                </a:lnTo>
                <a:lnTo>
                  <a:pt x="10757546" y="525721"/>
                </a:lnTo>
                <a:lnTo>
                  <a:pt x="10860634" y="525721"/>
                </a:lnTo>
                <a:lnTo>
                  <a:pt x="10860634" y="386248"/>
                </a:lnTo>
                <a:lnTo>
                  <a:pt x="11163835" y="386248"/>
                </a:lnTo>
                <a:lnTo>
                  <a:pt x="11163835" y="525721"/>
                </a:lnTo>
                <a:lnTo>
                  <a:pt x="11266923" y="525721"/>
                </a:lnTo>
                <a:lnTo>
                  <a:pt x="11266923" y="965361"/>
                </a:lnTo>
                <a:lnTo>
                  <a:pt x="11612572" y="965361"/>
                </a:lnTo>
                <a:lnTo>
                  <a:pt x="11612572" y="777377"/>
                </a:lnTo>
                <a:lnTo>
                  <a:pt x="12088596" y="777377"/>
                </a:lnTo>
                <a:lnTo>
                  <a:pt x="12088596" y="1374681"/>
                </a:lnTo>
                <a:lnTo>
                  <a:pt x="12449404" y="1374681"/>
                </a:lnTo>
                <a:lnTo>
                  <a:pt x="12449404" y="1677881"/>
                </a:lnTo>
                <a:lnTo>
                  <a:pt x="12436715" y="1677881"/>
                </a:lnTo>
                <a:lnTo>
                  <a:pt x="12436715" y="2048448"/>
                </a:lnTo>
                <a:lnTo>
                  <a:pt x="0" y="2048448"/>
                </a:lnTo>
                <a:lnTo>
                  <a:pt x="0" y="1406374"/>
                </a:lnTo>
                <a:lnTo>
                  <a:pt x="45352" y="1406374"/>
                </a:lnTo>
                <a:lnTo>
                  <a:pt x="45352" y="1140624"/>
                </a:lnTo>
                <a:lnTo>
                  <a:pt x="657888" y="1140624"/>
                </a:lnTo>
                <a:lnTo>
                  <a:pt x="657888" y="879713"/>
                </a:lnTo>
                <a:lnTo>
                  <a:pt x="1116848" y="879713"/>
                </a:lnTo>
                <a:lnTo>
                  <a:pt x="1116848" y="1197168"/>
                </a:lnTo>
                <a:lnTo>
                  <a:pt x="1597874" y="1197168"/>
                </a:lnTo>
                <a:lnTo>
                  <a:pt x="1597874" y="807564"/>
                </a:lnTo>
                <a:lnTo>
                  <a:pt x="1701140" y="807564"/>
                </a:lnTo>
                <a:lnTo>
                  <a:pt x="1701140" y="662931"/>
                </a:lnTo>
                <a:lnTo>
                  <a:pt x="2018881" y="662931"/>
                </a:lnTo>
                <a:lnTo>
                  <a:pt x="2018881" y="807564"/>
                </a:lnTo>
                <a:lnTo>
                  <a:pt x="2122148" y="807564"/>
                </a:lnTo>
                <a:lnTo>
                  <a:pt x="2122148" y="939446"/>
                </a:lnTo>
                <a:lnTo>
                  <a:pt x="2484020" y="939446"/>
                </a:lnTo>
                <a:lnTo>
                  <a:pt x="2484020" y="744644"/>
                </a:lnTo>
                <a:lnTo>
                  <a:pt x="2549333" y="744644"/>
                </a:lnTo>
                <a:lnTo>
                  <a:pt x="2976519" y="744644"/>
                </a:lnTo>
                <a:lnTo>
                  <a:pt x="3008294" y="744644"/>
                </a:lnTo>
                <a:lnTo>
                  <a:pt x="3008294" y="879713"/>
                </a:lnTo>
                <a:lnTo>
                  <a:pt x="3356927" y="879713"/>
                </a:lnTo>
                <a:lnTo>
                  <a:pt x="3356927" y="172822"/>
                </a:lnTo>
                <a:lnTo>
                  <a:pt x="3743513" y="172822"/>
                </a:lnTo>
                <a:lnTo>
                  <a:pt x="3743513" y="606386"/>
                </a:lnTo>
                <a:lnTo>
                  <a:pt x="4305739" y="606386"/>
                </a:lnTo>
                <a:lnTo>
                  <a:pt x="4305739" y="744644"/>
                </a:lnTo>
                <a:lnTo>
                  <a:pt x="4796473" y="744644"/>
                </a:lnTo>
                <a:lnTo>
                  <a:pt x="4796473" y="907753"/>
                </a:lnTo>
                <a:lnTo>
                  <a:pt x="4966423" y="907753"/>
                </a:lnTo>
                <a:lnTo>
                  <a:pt x="4966423" y="939446"/>
                </a:lnTo>
                <a:lnTo>
                  <a:pt x="5157463" y="939446"/>
                </a:lnTo>
                <a:lnTo>
                  <a:pt x="5157463" y="483901"/>
                </a:lnTo>
                <a:lnTo>
                  <a:pt x="5264259" y="483901"/>
                </a:lnTo>
                <a:lnTo>
                  <a:pt x="5264259" y="339268"/>
                </a:lnTo>
                <a:lnTo>
                  <a:pt x="5578471" y="339268"/>
                </a:lnTo>
                <a:lnTo>
                  <a:pt x="5578471" y="483901"/>
                </a:lnTo>
                <a:lnTo>
                  <a:pt x="5679089" y="483901"/>
                </a:lnTo>
                <a:close/>
              </a:path>
            </a:pathLst>
          </a:custGeom>
          <a:solidFill>
            <a:srgbClr val="409AE1">
              <a:alpha val="40000"/>
            </a:srgbClr>
          </a:solidFill>
          <a:ln>
            <a:noFill/>
          </a:ln>
        </p:spPr>
        <p:txBody>
          <a:bodyPr vert="horz" wrap="square" lIns="90847" tIns="45423" rIns="90847" bIns="45423" numCol="1" anchor="t" anchorCtr="0" compatLnSpc="1">
            <a:prstTxWarp prst="textNoShape">
              <a:avLst/>
            </a:prstTxWarp>
            <a:noAutofit/>
          </a:bodyPr>
          <a:lstStyle/>
          <a:p>
            <a:endParaRPr lang="en-US" sz="1390" kern="0">
              <a:solidFill>
                <a:srgbClr val="000000"/>
              </a:solidFill>
              <a:latin typeface="Arial"/>
              <a:ea typeface="Arial"/>
              <a:cs typeface="Arial"/>
              <a:sym typeface="Arial"/>
            </a:endParaRPr>
          </a:p>
        </p:txBody>
      </p:sp>
      <p:sp>
        <p:nvSpPr>
          <p:cNvPr id="9" name="Title 1"/>
          <p:cNvSpPr>
            <a:spLocks noGrp="1"/>
          </p:cNvSpPr>
          <p:nvPr>
            <p:ph type="title" hasCustomPrompt="1"/>
          </p:nvPr>
        </p:nvSpPr>
        <p:spPr>
          <a:xfrm>
            <a:off x="274702" y="2112170"/>
            <a:ext cx="9143936" cy="1817165"/>
          </a:xfrm>
          <a:noFill/>
        </p:spPr>
        <p:txBody>
          <a:bodyPr lIns="146304" tIns="91440" rIns="146304" bIns="91440" anchor="t" anchorCtr="0"/>
          <a:lstStyle>
            <a:lvl1pPr>
              <a:defRPr sz="5366"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3" y="3930649"/>
            <a:ext cx="7315137" cy="1816391"/>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Speaker name</a:t>
            </a:r>
          </a:p>
        </p:txBody>
      </p:sp>
      <p:pic>
        <p:nvPicPr>
          <p:cNvPr id="140" name="Picture 139"/>
          <p:cNvPicPr>
            <a:picLocks noChangeAspect="1"/>
          </p:cNvPicPr>
          <p:nvPr/>
        </p:nvPicPr>
        <p:blipFill>
          <a:blip r:embed="rId2"/>
          <a:stretch>
            <a:fillRect/>
          </a:stretch>
        </p:blipFill>
        <p:spPr bwMode="black">
          <a:xfrm>
            <a:off x="457201" y="478026"/>
            <a:ext cx="1483418" cy="308921"/>
          </a:xfrm>
          <a:prstGeom prst="rect">
            <a:avLst/>
          </a:prstGeom>
        </p:spPr>
      </p:pic>
      <p:grpSp>
        <p:nvGrpSpPr>
          <p:cNvPr id="141" name="Group 140"/>
          <p:cNvGrpSpPr>
            <a:grpSpLocks noChangeAspect="1"/>
          </p:cNvGrpSpPr>
          <p:nvPr/>
        </p:nvGrpSpPr>
        <p:grpSpPr bwMode="gray">
          <a:xfrm>
            <a:off x="7462448" y="3180064"/>
            <a:ext cx="4577460" cy="3517443"/>
            <a:chOff x="8496600" y="3495586"/>
            <a:chExt cx="3009906" cy="2327684"/>
          </a:xfrm>
        </p:grpSpPr>
        <p:sp>
          <p:nvSpPr>
            <p:cNvPr id="142" name="Freeform 9"/>
            <p:cNvSpPr>
              <a:spLocks/>
            </p:cNvSpPr>
            <p:nvPr/>
          </p:nvSpPr>
          <p:spPr bwMode="gray">
            <a:xfrm>
              <a:off x="8496600" y="5501008"/>
              <a:ext cx="646113" cy="82550"/>
            </a:xfrm>
            <a:custGeom>
              <a:avLst/>
              <a:gdLst>
                <a:gd name="T0" fmla="*/ 437 w 467"/>
                <a:gd name="T1" fmla="*/ 60 h 60"/>
                <a:gd name="T2" fmla="*/ 30 w 467"/>
                <a:gd name="T3" fmla="*/ 60 h 60"/>
                <a:gd name="T4" fmla="*/ 0 w 467"/>
                <a:gd name="T5" fmla="*/ 30 h 60"/>
                <a:gd name="T6" fmla="*/ 30 w 467"/>
                <a:gd name="T7" fmla="*/ 0 h 60"/>
                <a:gd name="T8" fmla="*/ 437 w 467"/>
                <a:gd name="T9" fmla="*/ 0 h 60"/>
                <a:gd name="T10" fmla="*/ 467 w 467"/>
                <a:gd name="T11" fmla="*/ 30 h 60"/>
                <a:gd name="T12" fmla="*/ 437 w 467"/>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467" h="60">
                  <a:moveTo>
                    <a:pt x="437" y="60"/>
                  </a:moveTo>
                  <a:cubicBezTo>
                    <a:pt x="30" y="60"/>
                    <a:pt x="30" y="60"/>
                    <a:pt x="30" y="60"/>
                  </a:cubicBezTo>
                  <a:cubicBezTo>
                    <a:pt x="13" y="60"/>
                    <a:pt x="0" y="46"/>
                    <a:pt x="0" y="30"/>
                  </a:cubicBezTo>
                  <a:cubicBezTo>
                    <a:pt x="0" y="13"/>
                    <a:pt x="13" y="0"/>
                    <a:pt x="30" y="0"/>
                  </a:cubicBezTo>
                  <a:cubicBezTo>
                    <a:pt x="437" y="0"/>
                    <a:pt x="437" y="0"/>
                    <a:pt x="437" y="0"/>
                  </a:cubicBezTo>
                  <a:cubicBezTo>
                    <a:pt x="453" y="0"/>
                    <a:pt x="467" y="13"/>
                    <a:pt x="467" y="30"/>
                  </a:cubicBezTo>
                  <a:cubicBezTo>
                    <a:pt x="467" y="46"/>
                    <a:pt x="453" y="60"/>
                    <a:pt x="437"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3" name="Freeform 10"/>
            <p:cNvSpPr>
              <a:spLocks/>
            </p:cNvSpPr>
            <p:nvPr/>
          </p:nvSpPr>
          <p:spPr bwMode="gray">
            <a:xfrm>
              <a:off x="10804831" y="3495586"/>
              <a:ext cx="701675" cy="371475"/>
            </a:xfrm>
            <a:custGeom>
              <a:avLst/>
              <a:gdLst>
                <a:gd name="T0" fmla="*/ 440 w 507"/>
                <a:gd name="T1" fmla="*/ 127 h 271"/>
                <a:gd name="T2" fmla="*/ 306 w 507"/>
                <a:gd name="T3" fmla="*/ 0 h 271"/>
                <a:gd name="T4" fmla="*/ 174 w 507"/>
                <a:gd name="T5" fmla="*/ 106 h 271"/>
                <a:gd name="T6" fmla="*/ 99 w 507"/>
                <a:gd name="T7" fmla="*/ 72 h 271"/>
                <a:gd name="T8" fmla="*/ 0 w 507"/>
                <a:gd name="T9" fmla="*/ 171 h 271"/>
                <a:gd name="T10" fmla="*/ 99 w 507"/>
                <a:gd name="T11" fmla="*/ 271 h 271"/>
                <a:gd name="T12" fmla="*/ 435 w 507"/>
                <a:gd name="T13" fmla="*/ 271 h 271"/>
                <a:gd name="T14" fmla="*/ 507 w 507"/>
                <a:gd name="T15" fmla="*/ 199 h 271"/>
                <a:gd name="T16" fmla="*/ 440 w 507"/>
                <a:gd name="T17" fmla="*/ 12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7" h="271">
                  <a:moveTo>
                    <a:pt x="440" y="127"/>
                  </a:moveTo>
                  <a:cubicBezTo>
                    <a:pt x="436" y="56"/>
                    <a:pt x="378" y="0"/>
                    <a:pt x="306" y="0"/>
                  </a:cubicBezTo>
                  <a:cubicBezTo>
                    <a:pt x="241" y="0"/>
                    <a:pt x="187" y="46"/>
                    <a:pt x="174" y="106"/>
                  </a:cubicBezTo>
                  <a:cubicBezTo>
                    <a:pt x="156" y="85"/>
                    <a:pt x="129" y="72"/>
                    <a:pt x="99" y="72"/>
                  </a:cubicBezTo>
                  <a:cubicBezTo>
                    <a:pt x="44" y="72"/>
                    <a:pt x="0" y="116"/>
                    <a:pt x="0" y="171"/>
                  </a:cubicBezTo>
                  <a:cubicBezTo>
                    <a:pt x="0" y="226"/>
                    <a:pt x="44" y="271"/>
                    <a:pt x="99" y="271"/>
                  </a:cubicBezTo>
                  <a:cubicBezTo>
                    <a:pt x="99" y="271"/>
                    <a:pt x="434" y="271"/>
                    <a:pt x="435" y="271"/>
                  </a:cubicBezTo>
                  <a:cubicBezTo>
                    <a:pt x="475" y="271"/>
                    <a:pt x="507" y="238"/>
                    <a:pt x="507" y="199"/>
                  </a:cubicBezTo>
                  <a:cubicBezTo>
                    <a:pt x="507" y="161"/>
                    <a:pt x="478" y="130"/>
                    <a:pt x="440" y="12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4" name="Freeform 11"/>
            <p:cNvSpPr>
              <a:spLocks/>
            </p:cNvSpPr>
            <p:nvPr/>
          </p:nvSpPr>
          <p:spPr bwMode="gray">
            <a:xfrm>
              <a:off x="10001550" y="5497833"/>
              <a:ext cx="1504950" cy="82550"/>
            </a:xfrm>
            <a:custGeom>
              <a:avLst/>
              <a:gdLst>
                <a:gd name="T0" fmla="*/ 1059 w 1089"/>
                <a:gd name="T1" fmla="*/ 60 h 60"/>
                <a:gd name="T2" fmla="*/ 30 w 1089"/>
                <a:gd name="T3" fmla="*/ 60 h 60"/>
                <a:gd name="T4" fmla="*/ 0 w 1089"/>
                <a:gd name="T5" fmla="*/ 30 h 60"/>
                <a:gd name="T6" fmla="*/ 30 w 1089"/>
                <a:gd name="T7" fmla="*/ 0 h 60"/>
                <a:gd name="T8" fmla="*/ 1059 w 1089"/>
                <a:gd name="T9" fmla="*/ 0 h 60"/>
                <a:gd name="T10" fmla="*/ 1089 w 1089"/>
                <a:gd name="T11" fmla="*/ 30 h 60"/>
                <a:gd name="T12" fmla="*/ 1059 w 1089"/>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1089" h="60">
                  <a:moveTo>
                    <a:pt x="1059" y="60"/>
                  </a:moveTo>
                  <a:cubicBezTo>
                    <a:pt x="30" y="60"/>
                    <a:pt x="30" y="60"/>
                    <a:pt x="30" y="60"/>
                  </a:cubicBezTo>
                  <a:cubicBezTo>
                    <a:pt x="14" y="60"/>
                    <a:pt x="0" y="46"/>
                    <a:pt x="0" y="30"/>
                  </a:cubicBezTo>
                  <a:cubicBezTo>
                    <a:pt x="0" y="13"/>
                    <a:pt x="14" y="0"/>
                    <a:pt x="30" y="0"/>
                  </a:cubicBezTo>
                  <a:cubicBezTo>
                    <a:pt x="1059" y="0"/>
                    <a:pt x="1059" y="0"/>
                    <a:pt x="1059" y="0"/>
                  </a:cubicBezTo>
                  <a:cubicBezTo>
                    <a:pt x="1076" y="0"/>
                    <a:pt x="1089" y="13"/>
                    <a:pt x="1089" y="30"/>
                  </a:cubicBezTo>
                  <a:cubicBezTo>
                    <a:pt x="1089" y="46"/>
                    <a:pt x="1076" y="60"/>
                    <a:pt x="1059"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5" name="Freeform 12"/>
            <p:cNvSpPr>
              <a:spLocks/>
            </p:cNvSpPr>
            <p:nvPr/>
          </p:nvSpPr>
          <p:spPr bwMode="gray">
            <a:xfrm>
              <a:off x="9110962" y="5713733"/>
              <a:ext cx="1012825" cy="109537"/>
            </a:xfrm>
            <a:custGeom>
              <a:avLst/>
              <a:gdLst>
                <a:gd name="T0" fmla="*/ 692 w 732"/>
                <a:gd name="T1" fmla="*/ 80 h 80"/>
                <a:gd name="T2" fmla="*/ 40 w 732"/>
                <a:gd name="T3" fmla="*/ 80 h 80"/>
                <a:gd name="T4" fmla="*/ 0 w 732"/>
                <a:gd name="T5" fmla="*/ 40 h 80"/>
                <a:gd name="T6" fmla="*/ 40 w 732"/>
                <a:gd name="T7" fmla="*/ 0 h 80"/>
                <a:gd name="T8" fmla="*/ 692 w 732"/>
                <a:gd name="T9" fmla="*/ 0 h 80"/>
                <a:gd name="T10" fmla="*/ 732 w 732"/>
                <a:gd name="T11" fmla="*/ 40 h 80"/>
                <a:gd name="T12" fmla="*/ 692 w 732"/>
                <a:gd name="T13" fmla="*/ 80 h 80"/>
              </a:gdLst>
              <a:ahLst/>
              <a:cxnLst>
                <a:cxn ang="0">
                  <a:pos x="T0" y="T1"/>
                </a:cxn>
                <a:cxn ang="0">
                  <a:pos x="T2" y="T3"/>
                </a:cxn>
                <a:cxn ang="0">
                  <a:pos x="T4" y="T5"/>
                </a:cxn>
                <a:cxn ang="0">
                  <a:pos x="T6" y="T7"/>
                </a:cxn>
                <a:cxn ang="0">
                  <a:pos x="T8" y="T9"/>
                </a:cxn>
                <a:cxn ang="0">
                  <a:pos x="T10" y="T11"/>
                </a:cxn>
                <a:cxn ang="0">
                  <a:pos x="T12" y="T13"/>
                </a:cxn>
              </a:cxnLst>
              <a:rect l="0" t="0" r="r" b="b"/>
              <a:pathLst>
                <a:path w="732" h="80">
                  <a:moveTo>
                    <a:pt x="692" y="80"/>
                  </a:moveTo>
                  <a:cubicBezTo>
                    <a:pt x="40" y="80"/>
                    <a:pt x="40" y="80"/>
                    <a:pt x="40" y="80"/>
                  </a:cubicBezTo>
                  <a:cubicBezTo>
                    <a:pt x="18" y="80"/>
                    <a:pt x="0" y="62"/>
                    <a:pt x="0" y="40"/>
                  </a:cubicBezTo>
                  <a:cubicBezTo>
                    <a:pt x="0" y="18"/>
                    <a:pt x="18" y="0"/>
                    <a:pt x="40" y="0"/>
                  </a:cubicBezTo>
                  <a:cubicBezTo>
                    <a:pt x="692" y="0"/>
                    <a:pt x="692" y="0"/>
                    <a:pt x="692" y="0"/>
                  </a:cubicBezTo>
                  <a:cubicBezTo>
                    <a:pt x="714" y="0"/>
                    <a:pt x="732" y="18"/>
                    <a:pt x="732" y="40"/>
                  </a:cubicBezTo>
                  <a:cubicBezTo>
                    <a:pt x="732" y="62"/>
                    <a:pt x="714" y="80"/>
                    <a:pt x="692" y="8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6" name="Freeform 13"/>
            <p:cNvSpPr>
              <a:spLocks/>
            </p:cNvSpPr>
            <p:nvPr/>
          </p:nvSpPr>
          <p:spPr bwMode="gray">
            <a:xfrm>
              <a:off x="8910937" y="4935858"/>
              <a:ext cx="33338" cy="77787"/>
            </a:xfrm>
            <a:custGeom>
              <a:avLst/>
              <a:gdLst>
                <a:gd name="T0" fmla="*/ 0 w 21"/>
                <a:gd name="T1" fmla="*/ 0 h 49"/>
                <a:gd name="T2" fmla="*/ 1 w 21"/>
                <a:gd name="T3" fmla="*/ 10 h 49"/>
                <a:gd name="T4" fmla="*/ 0 w 21"/>
                <a:gd name="T5" fmla="*/ 49 h 49"/>
                <a:gd name="T6" fmla="*/ 12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1" y="10"/>
                  </a:lnTo>
                  <a:lnTo>
                    <a:pt x="0" y="49"/>
                  </a:lnTo>
                  <a:lnTo>
                    <a:pt x="12"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7" name="Freeform 14"/>
            <p:cNvSpPr>
              <a:spLocks/>
            </p:cNvSpPr>
            <p:nvPr/>
          </p:nvSpPr>
          <p:spPr bwMode="gray">
            <a:xfrm>
              <a:off x="8929987" y="4935858"/>
              <a:ext cx="14288" cy="77787"/>
            </a:xfrm>
            <a:custGeom>
              <a:avLst/>
              <a:gdLst>
                <a:gd name="T0" fmla="*/ 5 w 9"/>
                <a:gd name="T1" fmla="*/ 0 h 49"/>
                <a:gd name="T2" fmla="*/ 5 w 9"/>
                <a:gd name="T3" fmla="*/ 11 h 49"/>
                <a:gd name="T4" fmla="*/ 0 w 9"/>
                <a:gd name="T5" fmla="*/ 49 h 49"/>
                <a:gd name="T6" fmla="*/ 9 w 9"/>
                <a:gd name="T7" fmla="*/ 11 h 49"/>
                <a:gd name="T8" fmla="*/ 9 w 9"/>
                <a:gd name="T9" fmla="*/ 0 h 49"/>
                <a:gd name="T10" fmla="*/ 5 w 9"/>
                <a:gd name="T11" fmla="*/ 0 h 49"/>
              </a:gdLst>
              <a:ahLst/>
              <a:cxnLst>
                <a:cxn ang="0">
                  <a:pos x="T0" y="T1"/>
                </a:cxn>
                <a:cxn ang="0">
                  <a:pos x="T2" y="T3"/>
                </a:cxn>
                <a:cxn ang="0">
                  <a:pos x="T4" y="T5"/>
                </a:cxn>
                <a:cxn ang="0">
                  <a:pos x="T6" y="T7"/>
                </a:cxn>
                <a:cxn ang="0">
                  <a:pos x="T8" y="T9"/>
                </a:cxn>
                <a:cxn ang="0">
                  <a:pos x="T10" y="T11"/>
                </a:cxn>
              </a:cxnLst>
              <a:rect l="0" t="0" r="r" b="b"/>
              <a:pathLst>
                <a:path w="9" h="49">
                  <a:moveTo>
                    <a:pt x="5" y="0"/>
                  </a:moveTo>
                  <a:lnTo>
                    <a:pt x="5" y="11"/>
                  </a:lnTo>
                  <a:lnTo>
                    <a:pt x="0" y="49"/>
                  </a:lnTo>
                  <a:lnTo>
                    <a:pt x="9" y="11"/>
                  </a:lnTo>
                  <a:lnTo>
                    <a:pt x="9" y="0"/>
                  </a:lnTo>
                  <a:lnTo>
                    <a:pt x="5"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8" name="Freeform 15"/>
            <p:cNvSpPr>
              <a:spLocks/>
            </p:cNvSpPr>
            <p:nvPr/>
          </p:nvSpPr>
          <p:spPr bwMode="gray">
            <a:xfrm>
              <a:off x="8910937" y="4935858"/>
              <a:ext cx="6350" cy="77787"/>
            </a:xfrm>
            <a:custGeom>
              <a:avLst/>
              <a:gdLst>
                <a:gd name="T0" fmla="*/ 0 w 4"/>
                <a:gd name="T1" fmla="*/ 0 h 49"/>
                <a:gd name="T2" fmla="*/ 1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1"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9" name="Freeform 16"/>
            <p:cNvSpPr>
              <a:spLocks/>
            </p:cNvSpPr>
            <p:nvPr/>
          </p:nvSpPr>
          <p:spPr bwMode="gray">
            <a:xfrm>
              <a:off x="8912525" y="4997770"/>
              <a:ext cx="33338" cy="47625"/>
            </a:xfrm>
            <a:custGeom>
              <a:avLst/>
              <a:gdLst>
                <a:gd name="T0" fmla="*/ 0 w 24"/>
                <a:gd name="T1" fmla="*/ 0 h 34"/>
                <a:gd name="T2" fmla="*/ 0 w 24"/>
                <a:gd name="T3" fmla="*/ 34 h 34"/>
                <a:gd name="T4" fmla="*/ 22 w 24"/>
                <a:gd name="T5" fmla="*/ 34 h 34"/>
                <a:gd name="T6" fmla="*/ 24 w 24"/>
                <a:gd name="T7" fmla="*/ 32 h 34"/>
                <a:gd name="T8" fmla="*/ 24 w 24"/>
                <a:gd name="T9" fmla="*/ 27 h 34"/>
                <a:gd name="T10" fmla="*/ 22 w 24"/>
                <a:gd name="T11" fmla="*/ 24 h 34"/>
                <a:gd name="T12" fmla="*/ 15 w 24"/>
                <a:gd name="T13" fmla="*/ 16 h 34"/>
                <a:gd name="T14" fmla="*/ 15 w 24"/>
                <a:gd name="T15" fmla="*/ 0 h 34"/>
                <a:gd name="T16" fmla="*/ 0 w 24"/>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 h="34">
                  <a:moveTo>
                    <a:pt x="0" y="0"/>
                  </a:moveTo>
                  <a:cubicBezTo>
                    <a:pt x="0" y="34"/>
                    <a:pt x="0" y="34"/>
                    <a:pt x="0" y="34"/>
                  </a:cubicBezTo>
                  <a:cubicBezTo>
                    <a:pt x="22" y="34"/>
                    <a:pt x="22" y="34"/>
                    <a:pt x="22" y="34"/>
                  </a:cubicBezTo>
                  <a:cubicBezTo>
                    <a:pt x="22" y="34"/>
                    <a:pt x="24" y="34"/>
                    <a:pt x="24" y="32"/>
                  </a:cubicBezTo>
                  <a:cubicBezTo>
                    <a:pt x="24" y="30"/>
                    <a:pt x="24" y="27"/>
                    <a:pt x="24" y="27"/>
                  </a:cubicBezTo>
                  <a:cubicBezTo>
                    <a:pt x="24" y="27"/>
                    <a:pt x="24" y="26"/>
                    <a:pt x="22" y="24"/>
                  </a:cubicBezTo>
                  <a:cubicBezTo>
                    <a:pt x="20" y="23"/>
                    <a:pt x="16" y="18"/>
                    <a:pt x="15" y="16"/>
                  </a:cubicBezTo>
                  <a:cubicBezTo>
                    <a:pt x="15" y="0"/>
                    <a:pt x="15" y="0"/>
                    <a:pt x="15"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0" name="Freeform 17"/>
            <p:cNvSpPr>
              <a:spLocks/>
            </p:cNvSpPr>
            <p:nvPr/>
          </p:nvSpPr>
          <p:spPr bwMode="gray">
            <a:xfrm>
              <a:off x="8912525" y="5042220"/>
              <a:ext cx="33338" cy="4762"/>
            </a:xfrm>
            <a:custGeom>
              <a:avLst/>
              <a:gdLst>
                <a:gd name="T0" fmla="*/ 24 w 24"/>
                <a:gd name="T1" fmla="*/ 0 h 4"/>
                <a:gd name="T2" fmla="*/ 24 w 24"/>
                <a:gd name="T3" fmla="*/ 2 h 4"/>
                <a:gd name="T4" fmla="*/ 22 w 24"/>
                <a:gd name="T5" fmla="*/ 4 h 4"/>
                <a:gd name="T6" fmla="*/ 0 w 24"/>
                <a:gd name="T7" fmla="*/ 4 h 4"/>
                <a:gd name="T8" fmla="*/ 0 w 24"/>
                <a:gd name="T9" fmla="*/ 2 h 4"/>
                <a:gd name="T10" fmla="*/ 22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2" y="4"/>
                    <a:pt x="22" y="4"/>
                  </a:cubicBezTo>
                  <a:cubicBezTo>
                    <a:pt x="0" y="4"/>
                    <a:pt x="0" y="4"/>
                    <a:pt x="0" y="4"/>
                  </a:cubicBezTo>
                  <a:cubicBezTo>
                    <a:pt x="0" y="2"/>
                    <a:pt x="0" y="2"/>
                    <a:pt x="0" y="2"/>
                  </a:cubicBezTo>
                  <a:cubicBezTo>
                    <a:pt x="22" y="2"/>
                    <a:pt x="22" y="2"/>
                    <a:pt x="22" y="2"/>
                  </a:cubicBezTo>
                  <a:cubicBezTo>
                    <a:pt x="22"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1" name="Freeform 18"/>
            <p:cNvSpPr>
              <a:spLocks/>
            </p:cNvSpPr>
            <p:nvPr/>
          </p:nvSpPr>
          <p:spPr bwMode="gray">
            <a:xfrm>
              <a:off x="8933162" y="5019995"/>
              <a:ext cx="12700" cy="25400"/>
            </a:xfrm>
            <a:custGeom>
              <a:avLst/>
              <a:gdLst>
                <a:gd name="T0" fmla="*/ 7 w 9"/>
                <a:gd name="T1" fmla="*/ 18 h 18"/>
                <a:gd name="T2" fmla="*/ 9 w 9"/>
                <a:gd name="T3" fmla="*/ 16 h 18"/>
                <a:gd name="T4" fmla="*/ 9 w 9"/>
                <a:gd name="T5" fmla="*/ 11 h 18"/>
                <a:gd name="T6" fmla="*/ 7 w 9"/>
                <a:gd name="T7" fmla="*/ 8 h 18"/>
                <a:gd name="T8" fmla="*/ 0 w 9"/>
                <a:gd name="T9" fmla="*/ 0 h 18"/>
                <a:gd name="T10" fmla="*/ 0 w 9"/>
                <a:gd name="T11" fmla="*/ 18 h 18"/>
                <a:gd name="T12" fmla="*/ 7 w 9"/>
                <a:gd name="T13" fmla="*/ 18 h 18"/>
              </a:gdLst>
              <a:ahLst/>
              <a:cxnLst>
                <a:cxn ang="0">
                  <a:pos x="T0" y="T1"/>
                </a:cxn>
                <a:cxn ang="0">
                  <a:pos x="T2" y="T3"/>
                </a:cxn>
                <a:cxn ang="0">
                  <a:pos x="T4" y="T5"/>
                </a:cxn>
                <a:cxn ang="0">
                  <a:pos x="T6" y="T7"/>
                </a:cxn>
                <a:cxn ang="0">
                  <a:pos x="T8" y="T9"/>
                </a:cxn>
                <a:cxn ang="0">
                  <a:pos x="T10" y="T11"/>
                </a:cxn>
                <a:cxn ang="0">
                  <a:pos x="T12" y="T13"/>
                </a:cxn>
              </a:cxnLst>
              <a:rect l="0" t="0" r="r" b="b"/>
              <a:pathLst>
                <a:path w="9" h="18">
                  <a:moveTo>
                    <a:pt x="7" y="18"/>
                  </a:moveTo>
                  <a:cubicBezTo>
                    <a:pt x="7" y="18"/>
                    <a:pt x="9" y="18"/>
                    <a:pt x="9" y="16"/>
                  </a:cubicBezTo>
                  <a:cubicBezTo>
                    <a:pt x="9" y="14"/>
                    <a:pt x="9" y="11"/>
                    <a:pt x="9" y="11"/>
                  </a:cubicBezTo>
                  <a:cubicBezTo>
                    <a:pt x="9" y="11"/>
                    <a:pt x="9" y="10"/>
                    <a:pt x="7" y="8"/>
                  </a:cubicBezTo>
                  <a:cubicBezTo>
                    <a:pt x="5" y="7"/>
                    <a:pt x="1" y="2"/>
                    <a:pt x="0" y="0"/>
                  </a:cubicBezTo>
                  <a:cubicBezTo>
                    <a:pt x="0" y="18"/>
                    <a:pt x="0" y="18"/>
                    <a:pt x="0" y="18"/>
                  </a:cubicBezTo>
                  <a:lnTo>
                    <a:pt x="7" y="18"/>
                  </a:lnTo>
                  <a:close/>
                </a:path>
              </a:pathLst>
            </a:custGeom>
            <a:solidFill>
              <a:srgbClr val="31313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2" name="Freeform 19"/>
            <p:cNvSpPr>
              <a:spLocks/>
            </p:cNvSpPr>
            <p:nvPr/>
          </p:nvSpPr>
          <p:spPr bwMode="gray">
            <a:xfrm>
              <a:off x="8874425" y="4935858"/>
              <a:ext cx="33338" cy="77787"/>
            </a:xfrm>
            <a:custGeom>
              <a:avLst/>
              <a:gdLst>
                <a:gd name="T0" fmla="*/ 0 w 21"/>
                <a:gd name="T1" fmla="*/ 0 h 49"/>
                <a:gd name="T2" fmla="*/ 0 w 21"/>
                <a:gd name="T3" fmla="*/ 10 h 49"/>
                <a:gd name="T4" fmla="*/ 0 w 21"/>
                <a:gd name="T5" fmla="*/ 49 h 49"/>
                <a:gd name="T6" fmla="*/ 13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0" y="10"/>
                  </a:lnTo>
                  <a:lnTo>
                    <a:pt x="0" y="49"/>
                  </a:lnTo>
                  <a:lnTo>
                    <a:pt x="13"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3" name="Freeform 20"/>
            <p:cNvSpPr>
              <a:spLocks/>
            </p:cNvSpPr>
            <p:nvPr/>
          </p:nvSpPr>
          <p:spPr bwMode="gray">
            <a:xfrm>
              <a:off x="8895062" y="4935858"/>
              <a:ext cx="12700" cy="77787"/>
            </a:xfrm>
            <a:custGeom>
              <a:avLst/>
              <a:gdLst>
                <a:gd name="T0" fmla="*/ 4 w 8"/>
                <a:gd name="T1" fmla="*/ 0 h 49"/>
                <a:gd name="T2" fmla="*/ 4 w 8"/>
                <a:gd name="T3" fmla="*/ 11 h 49"/>
                <a:gd name="T4" fmla="*/ 0 w 8"/>
                <a:gd name="T5" fmla="*/ 49 h 49"/>
                <a:gd name="T6" fmla="*/ 8 w 8"/>
                <a:gd name="T7" fmla="*/ 11 h 49"/>
                <a:gd name="T8" fmla="*/ 8 w 8"/>
                <a:gd name="T9" fmla="*/ 0 h 49"/>
                <a:gd name="T10" fmla="*/ 4 w 8"/>
                <a:gd name="T11" fmla="*/ 0 h 49"/>
              </a:gdLst>
              <a:ahLst/>
              <a:cxnLst>
                <a:cxn ang="0">
                  <a:pos x="T0" y="T1"/>
                </a:cxn>
                <a:cxn ang="0">
                  <a:pos x="T2" y="T3"/>
                </a:cxn>
                <a:cxn ang="0">
                  <a:pos x="T4" y="T5"/>
                </a:cxn>
                <a:cxn ang="0">
                  <a:pos x="T6" y="T7"/>
                </a:cxn>
                <a:cxn ang="0">
                  <a:pos x="T8" y="T9"/>
                </a:cxn>
                <a:cxn ang="0">
                  <a:pos x="T10" y="T11"/>
                </a:cxn>
              </a:cxnLst>
              <a:rect l="0" t="0" r="r" b="b"/>
              <a:pathLst>
                <a:path w="8" h="49">
                  <a:moveTo>
                    <a:pt x="4" y="0"/>
                  </a:moveTo>
                  <a:lnTo>
                    <a:pt x="4" y="11"/>
                  </a:lnTo>
                  <a:lnTo>
                    <a:pt x="0" y="49"/>
                  </a:lnTo>
                  <a:lnTo>
                    <a:pt x="8" y="11"/>
                  </a:lnTo>
                  <a:lnTo>
                    <a:pt x="8" y="0"/>
                  </a:lnTo>
                  <a:lnTo>
                    <a:pt x="4"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4" name="Freeform 21"/>
            <p:cNvSpPr>
              <a:spLocks/>
            </p:cNvSpPr>
            <p:nvPr/>
          </p:nvSpPr>
          <p:spPr bwMode="gray">
            <a:xfrm>
              <a:off x="8874425" y="4935858"/>
              <a:ext cx="6350" cy="77787"/>
            </a:xfrm>
            <a:custGeom>
              <a:avLst/>
              <a:gdLst>
                <a:gd name="T0" fmla="*/ 0 w 4"/>
                <a:gd name="T1" fmla="*/ 0 h 49"/>
                <a:gd name="T2" fmla="*/ 0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0"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5" name="Freeform 22"/>
            <p:cNvSpPr>
              <a:spLocks/>
            </p:cNvSpPr>
            <p:nvPr/>
          </p:nvSpPr>
          <p:spPr bwMode="gray">
            <a:xfrm>
              <a:off x="8874425" y="4997770"/>
              <a:ext cx="34925" cy="47625"/>
            </a:xfrm>
            <a:custGeom>
              <a:avLst/>
              <a:gdLst>
                <a:gd name="T0" fmla="*/ 0 w 25"/>
                <a:gd name="T1" fmla="*/ 0 h 34"/>
                <a:gd name="T2" fmla="*/ 0 w 25"/>
                <a:gd name="T3" fmla="*/ 34 h 34"/>
                <a:gd name="T4" fmla="*/ 23 w 25"/>
                <a:gd name="T5" fmla="*/ 34 h 34"/>
                <a:gd name="T6" fmla="*/ 24 w 25"/>
                <a:gd name="T7" fmla="*/ 32 h 34"/>
                <a:gd name="T8" fmla="*/ 24 w 25"/>
                <a:gd name="T9" fmla="*/ 27 h 34"/>
                <a:gd name="T10" fmla="*/ 22 w 25"/>
                <a:gd name="T11" fmla="*/ 24 h 34"/>
                <a:gd name="T12" fmla="*/ 16 w 25"/>
                <a:gd name="T13" fmla="*/ 16 h 34"/>
                <a:gd name="T14" fmla="*/ 16 w 25"/>
                <a:gd name="T15" fmla="*/ 0 h 34"/>
                <a:gd name="T16" fmla="*/ 0 w 25"/>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34">
                  <a:moveTo>
                    <a:pt x="0" y="0"/>
                  </a:moveTo>
                  <a:cubicBezTo>
                    <a:pt x="0" y="34"/>
                    <a:pt x="0" y="34"/>
                    <a:pt x="0" y="34"/>
                  </a:cubicBezTo>
                  <a:cubicBezTo>
                    <a:pt x="23" y="34"/>
                    <a:pt x="23" y="34"/>
                    <a:pt x="23" y="34"/>
                  </a:cubicBezTo>
                  <a:cubicBezTo>
                    <a:pt x="23" y="34"/>
                    <a:pt x="24" y="34"/>
                    <a:pt x="24" y="32"/>
                  </a:cubicBezTo>
                  <a:cubicBezTo>
                    <a:pt x="24" y="30"/>
                    <a:pt x="24" y="27"/>
                    <a:pt x="24" y="27"/>
                  </a:cubicBezTo>
                  <a:cubicBezTo>
                    <a:pt x="24" y="27"/>
                    <a:pt x="25" y="26"/>
                    <a:pt x="22" y="24"/>
                  </a:cubicBezTo>
                  <a:cubicBezTo>
                    <a:pt x="20" y="23"/>
                    <a:pt x="16" y="18"/>
                    <a:pt x="16" y="16"/>
                  </a:cubicBezTo>
                  <a:cubicBezTo>
                    <a:pt x="16" y="0"/>
                    <a:pt x="16" y="0"/>
                    <a:pt x="16"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6" name="Freeform 23"/>
            <p:cNvSpPr>
              <a:spLocks/>
            </p:cNvSpPr>
            <p:nvPr/>
          </p:nvSpPr>
          <p:spPr bwMode="gray">
            <a:xfrm>
              <a:off x="8874425" y="5042220"/>
              <a:ext cx="33338" cy="4762"/>
            </a:xfrm>
            <a:custGeom>
              <a:avLst/>
              <a:gdLst>
                <a:gd name="T0" fmla="*/ 24 w 24"/>
                <a:gd name="T1" fmla="*/ 0 h 4"/>
                <a:gd name="T2" fmla="*/ 24 w 24"/>
                <a:gd name="T3" fmla="*/ 2 h 4"/>
                <a:gd name="T4" fmla="*/ 23 w 24"/>
                <a:gd name="T5" fmla="*/ 4 h 4"/>
                <a:gd name="T6" fmla="*/ 0 w 24"/>
                <a:gd name="T7" fmla="*/ 4 h 4"/>
                <a:gd name="T8" fmla="*/ 0 w 24"/>
                <a:gd name="T9" fmla="*/ 2 h 4"/>
                <a:gd name="T10" fmla="*/ 23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3" y="4"/>
                    <a:pt x="23" y="4"/>
                  </a:cubicBezTo>
                  <a:cubicBezTo>
                    <a:pt x="0" y="4"/>
                    <a:pt x="0" y="4"/>
                    <a:pt x="0" y="4"/>
                  </a:cubicBezTo>
                  <a:cubicBezTo>
                    <a:pt x="0" y="2"/>
                    <a:pt x="0" y="2"/>
                    <a:pt x="0" y="2"/>
                  </a:cubicBezTo>
                  <a:cubicBezTo>
                    <a:pt x="23" y="2"/>
                    <a:pt x="23" y="2"/>
                    <a:pt x="23" y="2"/>
                  </a:cubicBezTo>
                  <a:cubicBezTo>
                    <a:pt x="23"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7" name="Freeform 24"/>
            <p:cNvSpPr>
              <a:spLocks/>
            </p:cNvSpPr>
            <p:nvPr/>
          </p:nvSpPr>
          <p:spPr bwMode="gray">
            <a:xfrm>
              <a:off x="8896650" y="5019995"/>
              <a:ext cx="11113" cy="25400"/>
            </a:xfrm>
            <a:custGeom>
              <a:avLst/>
              <a:gdLst>
                <a:gd name="T0" fmla="*/ 0 w 8"/>
                <a:gd name="T1" fmla="*/ 0 h 18"/>
                <a:gd name="T2" fmla="*/ 0 w 8"/>
                <a:gd name="T3" fmla="*/ 18 h 18"/>
                <a:gd name="T4" fmla="*/ 7 w 8"/>
                <a:gd name="T5" fmla="*/ 18 h 18"/>
                <a:gd name="T6" fmla="*/ 8 w 8"/>
                <a:gd name="T7" fmla="*/ 16 h 18"/>
                <a:gd name="T8" fmla="*/ 8 w 8"/>
                <a:gd name="T9" fmla="*/ 11 h 18"/>
                <a:gd name="T10" fmla="*/ 8 w 8"/>
                <a:gd name="T11" fmla="*/ 11 h 18"/>
                <a:gd name="T12" fmla="*/ 8 w 8"/>
                <a:gd name="T13" fmla="*/ 11 h 18"/>
                <a:gd name="T14" fmla="*/ 8 w 8"/>
                <a:gd name="T15" fmla="*/ 11 h 18"/>
                <a:gd name="T16" fmla="*/ 6 w 8"/>
                <a:gd name="T17" fmla="*/ 8 h 18"/>
                <a:gd name="T18" fmla="*/ 0 w 8"/>
                <a:gd name="T19"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 h="18">
                  <a:moveTo>
                    <a:pt x="0" y="0"/>
                  </a:moveTo>
                  <a:cubicBezTo>
                    <a:pt x="0" y="18"/>
                    <a:pt x="0" y="18"/>
                    <a:pt x="0" y="18"/>
                  </a:cubicBezTo>
                  <a:cubicBezTo>
                    <a:pt x="7" y="18"/>
                    <a:pt x="7" y="18"/>
                    <a:pt x="7" y="18"/>
                  </a:cubicBezTo>
                  <a:cubicBezTo>
                    <a:pt x="7" y="18"/>
                    <a:pt x="8" y="18"/>
                    <a:pt x="8" y="16"/>
                  </a:cubicBezTo>
                  <a:cubicBezTo>
                    <a:pt x="8" y="14"/>
                    <a:pt x="8" y="11"/>
                    <a:pt x="8" y="11"/>
                  </a:cubicBezTo>
                  <a:cubicBezTo>
                    <a:pt x="8" y="11"/>
                    <a:pt x="8" y="11"/>
                    <a:pt x="8" y="11"/>
                  </a:cubicBezTo>
                  <a:cubicBezTo>
                    <a:pt x="8" y="11"/>
                    <a:pt x="8" y="11"/>
                    <a:pt x="8" y="11"/>
                  </a:cubicBezTo>
                  <a:cubicBezTo>
                    <a:pt x="8" y="11"/>
                    <a:pt x="8" y="11"/>
                    <a:pt x="8" y="11"/>
                  </a:cubicBezTo>
                  <a:cubicBezTo>
                    <a:pt x="8" y="10"/>
                    <a:pt x="8" y="9"/>
                    <a:pt x="6" y="8"/>
                  </a:cubicBezTo>
                  <a:cubicBezTo>
                    <a:pt x="4" y="7"/>
                    <a:pt x="0" y="2"/>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8" name="Freeform 25"/>
            <p:cNvSpPr>
              <a:spLocks/>
            </p:cNvSpPr>
            <p:nvPr/>
          </p:nvSpPr>
          <p:spPr bwMode="gray">
            <a:xfrm>
              <a:off x="8929987" y="4756470"/>
              <a:ext cx="9525" cy="1587"/>
            </a:xfrm>
            <a:custGeom>
              <a:avLst/>
              <a:gdLst>
                <a:gd name="T0" fmla="*/ 0 w 6"/>
                <a:gd name="T1" fmla="*/ 0 h 1"/>
                <a:gd name="T2" fmla="*/ 6 w 6"/>
                <a:gd name="T3" fmla="*/ 1 h 1"/>
                <a:gd name="T4" fmla="*/ 6 w 6"/>
                <a:gd name="T5" fmla="*/ 1 h 1"/>
                <a:gd name="T6" fmla="*/ 0 w 6"/>
                <a:gd name="T7" fmla="*/ 0 h 1"/>
                <a:gd name="T8" fmla="*/ 0 w 6"/>
                <a:gd name="T9" fmla="*/ 0 h 1"/>
              </a:gdLst>
              <a:ahLst/>
              <a:cxnLst>
                <a:cxn ang="0">
                  <a:pos x="T0" y="T1"/>
                </a:cxn>
                <a:cxn ang="0">
                  <a:pos x="T2" y="T3"/>
                </a:cxn>
                <a:cxn ang="0">
                  <a:pos x="T4" y="T5"/>
                </a:cxn>
                <a:cxn ang="0">
                  <a:pos x="T6" y="T7"/>
                </a:cxn>
                <a:cxn ang="0">
                  <a:pos x="T8" y="T9"/>
                </a:cxn>
              </a:cxnLst>
              <a:rect l="0" t="0" r="r" b="b"/>
              <a:pathLst>
                <a:path w="6" h="1">
                  <a:moveTo>
                    <a:pt x="0" y="0"/>
                  </a:moveTo>
                  <a:lnTo>
                    <a:pt x="6" y="1"/>
                  </a:lnTo>
                  <a:lnTo>
                    <a:pt x="6" y="1"/>
                  </a:lnTo>
                  <a:lnTo>
                    <a:pt x="0" y="0"/>
                  </a:lnTo>
                  <a:lnTo>
                    <a:pt x="0" y="0"/>
                  </a:lnTo>
                  <a:close/>
                </a:path>
              </a:pathLst>
            </a:custGeom>
            <a:solidFill>
              <a:srgbClr val="FBD9B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9" name="Freeform 26"/>
            <p:cNvSpPr>
              <a:spLocks/>
            </p:cNvSpPr>
            <p:nvPr/>
          </p:nvSpPr>
          <p:spPr bwMode="gray">
            <a:xfrm>
              <a:off x="8917287" y="4731070"/>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6CAA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0" name="Freeform 27"/>
            <p:cNvSpPr>
              <a:spLocks/>
            </p:cNvSpPr>
            <p:nvPr/>
          </p:nvSpPr>
          <p:spPr bwMode="gray">
            <a:xfrm>
              <a:off x="8899825" y="4724720"/>
              <a:ext cx="50800" cy="57150"/>
            </a:xfrm>
            <a:custGeom>
              <a:avLst/>
              <a:gdLst>
                <a:gd name="T0" fmla="*/ 33 w 36"/>
                <a:gd name="T1" fmla="*/ 16 h 42"/>
                <a:gd name="T2" fmla="*/ 28 w 36"/>
                <a:gd name="T3" fmla="*/ 7 h 42"/>
                <a:gd name="T4" fmla="*/ 27 w 36"/>
                <a:gd name="T5" fmla="*/ 5 h 42"/>
                <a:gd name="T6" fmla="*/ 27 w 36"/>
                <a:gd name="T7" fmla="*/ 5 h 42"/>
                <a:gd name="T8" fmla="*/ 17 w 36"/>
                <a:gd name="T9" fmla="*/ 4 h 42"/>
                <a:gd name="T10" fmla="*/ 13 w 36"/>
                <a:gd name="T11" fmla="*/ 0 h 42"/>
                <a:gd name="T12" fmla="*/ 13 w 36"/>
                <a:gd name="T13" fmla="*/ 0 h 42"/>
                <a:gd name="T14" fmla="*/ 13 w 36"/>
                <a:gd name="T15" fmla="*/ 5 h 42"/>
                <a:gd name="T16" fmla="*/ 13 w 36"/>
                <a:gd name="T17" fmla="*/ 6 h 42"/>
                <a:gd name="T18" fmla="*/ 13 w 36"/>
                <a:gd name="T19" fmla="*/ 11 h 42"/>
                <a:gd name="T20" fmla="*/ 14 w 36"/>
                <a:gd name="T21" fmla="*/ 14 h 42"/>
                <a:gd name="T22" fmla="*/ 11 w 36"/>
                <a:gd name="T23" fmla="*/ 14 h 42"/>
                <a:gd name="T24" fmla="*/ 6 w 36"/>
                <a:gd name="T25" fmla="*/ 11 h 42"/>
                <a:gd name="T26" fmla="*/ 3 w 36"/>
                <a:gd name="T27" fmla="*/ 12 h 42"/>
                <a:gd name="T28" fmla="*/ 4 w 36"/>
                <a:gd name="T29" fmla="*/ 17 h 42"/>
                <a:gd name="T30" fmla="*/ 5 w 36"/>
                <a:gd name="T31" fmla="*/ 20 h 42"/>
                <a:gd name="T32" fmla="*/ 6 w 36"/>
                <a:gd name="T33" fmla="*/ 22 h 42"/>
                <a:gd name="T34" fmla="*/ 6 w 36"/>
                <a:gd name="T35" fmla="*/ 22 h 42"/>
                <a:gd name="T36" fmla="*/ 6 w 36"/>
                <a:gd name="T37" fmla="*/ 22 h 42"/>
                <a:gd name="T38" fmla="*/ 2 w 36"/>
                <a:gd name="T39" fmla="*/ 31 h 42"/>
                <a:gd name="T40" fmla="*/ 0 w 36"/>
                <a:gd name="T41" fmla="*/ 30 h 42"/>
                <a:gd name="T42" fmla="*/ 2 w 36"/>
                <a:gd name="T43" fmla="*/ 41 h 42"/>
                <a:gd name="T44" fmla="*/ 19 w 36"/>
                <a:gd name="T45" fmla="*/ 42 h 42"/>
                <a:gd name="T46" fmla="*/ 18 w 36"/>
                <a:gd name="T47" fmla="*/ 36 h 42"/>
                <a:gd name="T48" fmla="*/ 23 w 36"/>
                <a:gd name="T49" fmla="*/ 37 h 42"/>
                <a:gd name="T50" fmla="*/ 28 w 36"/>
                <a:gd name="T51" fmla="*/ 34 h 42"/>
                <a:gd name="T52" fmla="*/ 29 w 36"/>
                <a:gd name="T53" fmla="*/ 29 h 42"/>
                <a:gd name="T54" fmla="*/ 29 w 36"/>
                <a:gd name="T55" fmla="*/ 24 h 42"/>
                <a:gd name="T56" fmla="*/ 30 w 36"/>
                <a:gd name="T57" fmla="*/ 20 h 42"/>
                <a:gd name="T58" fmla="*/ 33 w 36"/>
                <a:gd name="T59" fmla="*/ 16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 h="42">
                  <a:moveTo>
                    <a:pt x="33" y="16"/>
                  </a:moveTo>
                  <a:cubicBezTo>
                    <a:pt x="33" y="16"/>
                    <a:pt x="28" y="8"/>
                    <a:pt x="28" y="7"/>
                  </a:cubicBezTo>
                  <a:cubicBezTo>
                    <a:pt x="27" y="6"/>
                    <a:pt x="27" y="5"/>
                    <a:pt x="27" y="5"/>
                  </a:cubicBezTo>
                  <a:cubicBezTo>
                    <a:pt x="27" y="5"/>
                    <a:pt x="27" y="5"/>
                    <a:pt x="27" y="5"/>
                  </a:cubicBezTo>
                  <a:cubicBezTo>
                    <a:pt x="23" y="6"/>
                    <a:pt x="20" y="5"/>
                    <a:pt x="17" y="4"/>
                  </a:cubicBezTo>
                  <a:cubicBezTo>
                    <a:pt x="15" y="2"/>
                    <a:pt x="13" y="0"/>
                    <a:pt x="13" y="0"/>
                  </a:cubicBezTo>
                  <a:cubicBezTo>
                    <a:pt x="13" y="0"/>
                    <a:pt x="13" y="0"/>
                    <a:pt x="13" y="0"/>
                  </a:cubicBezTo>
                  <a:cubicBezTo>
                    <a:pt x="13" y="5"/>
                    <a:pt x="13" y="5"/>
                    <a:pt x="13" y="5"/>
                  </a:cubicBezTo>
                  <a:cubicBezTo>
                    <a:pt x="13" y="6"/>
                    <a:pt x="13" y="6"/>
                    <a:pt x="13" y="6"/>
                  </a:cubicBezTo>
                  <a:cubicBezTo>
                    <a:pt x="13" y="6"/>
                    <a:pt x="13" y="9"/>
                    <a:pt x="13" y="11"/>
                  </a:cubicBezTo>
                  <a:cubicBezTo>
                    <a:pt x="14" y="12"/>
                    <a:pt x="14" y="14"/>
                    <a:pt x="14" y="14"/>
                  </a:cubicBezTo>
                  <a:cubicBezTo>
                    <a:pt x="14" y="16"/>
                    <a:pt x="11" y="14"/>
                    <a:pt x="11" y="14"/>
                  </a:cubicBezTo>
                  <a:cubicBezTo>
                    <a:pt x="11" y="14"/>
                    <a:pt x="9" y="12"/>
                    <a:pt x="6" y="11"/>
                  </a:cubicBezTo>
                  <a:cubicBezTo>
                    <a:pt x="5" y="11"/>
                    <a:pt x="4" y="11"/>
                    <a:pt x="3" y="12"/>
                  </a:cubicBezTo>
                  <a:cubicBezTo>
                    <a:pt x="3" y="13"/>
                    <a:pt x="3" y="15"/>
                    <a:pt x="4" y="17"/>
                  </a:cubicBezTo>
                  <a:cubicBezTo>
                    <a:pt x="4" y="18"/>
                    <a:pt x="4" y="20"/>
                    <a:pt x="5" y="20"/>
                  </a:cubicBezTo>
                  <a:cubicBezTo>
                    <a:pt x="5" y="21"/>
                    <a:pt x="6" y="22"/>
                    <a:pt x="6" y="22"/>
                  </a:cubicBezTo>
                  <a:cubicBezTo>
                    <a:pt x="6" y="22"/>
                    <a:pt x="6" y="22"/>
                    <a:pt x="6" y="22"/>
                  </a:cubicBezTo>
                  <a:cubicBezTo>
                    <a:pt x="6" y="22"/>
                    <a:pt x="6" y="22"/>
                    <a:pt x="6" y="22"/>
                  </a:cubicBezTo>
                  <a:cubicBezTo>
                    <a:pt x="6" y="22"/>
                    <a:pt x="6" y="28"/>
                    <a:pt x="2" y="31"/>
                  </a:cubicBezTo>
                  <a:cubicBezTo>
                    <a:pt x="0" y="30"/>
                    <a:pt x="0" y="30"/>
                    <a:pt x="0" y="30"/>
                  </a:cubicBezTo>
                  <a:cubicBezTo>
                    <a:pt x="2" y="41"/>
                    <a:pt x="2" y="41"/>
                    <a:pt x="2" y="41"/>
                  </a:cubicBezTo>
                  <a:cubicBezTo>
                    <a:pt x="19" y="42"/>
                    <a:pt x="19" y="42"/>
                    <a:pt x="19" y="42"/>
                  </a:cubicBezTo>
                  <a:cubicBezTo>
                    <a:pt x="18" y="36"/>
                    <a:pt x="18" y="36"/>
                    <a:pt x="18" y="36"/>
                  </a:cubicBezTo>
                  <a:cubicBezTo>
                    <a:pt x="20" y="37"/>
                    <a:pt x="21" y="37"/>
                    <a:pt x="23" y="37"/>
                  </a:cubicBezTo>
                  <a:cubicBezTo>
                    <a:pt x="28" y="37"/>
                    <a:pt x="28" y="34"/>
                    <a:pt x="28" y="34"/>
                  </a:cubicBezTo>
                  <a:cubicBezTo>
                    <a:pt x="29" y="29"/>
                    <a:pt x="29" y="29"/>
                    <a:pt x="29" y="29"/>
                  </a:cubicBezTo>
                  <a:cubicBezTo>
                    <a:pt x="29" y="24"/>
                    <a:pt x="29" y="24"/>
                    <a:pt x="29" y="24"/>
                  </a:cubicBezTo>
                  <a:cubicBezTo>
                    <a:pt x="30" y="20"/>
                    <a:pt x="30" y="20"/>
                    <a:pt x="30" y="20"/>
                  </a:cubicBezTo>
                  <a:cubicBezTo>
                    <a:pt x="36" y="19"/>
                    <a:pt x="34" y="17"/>
                    <a:pt x="33" y="16"/>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1" name="Freeform 28"/>
            <p:cNvSpPr>
              <a:spLocks/>
            </p:cNvSpPr>
            <p:nvPr/>
          </p:nvSpPr>
          <p:spPr bwMode="gray">
            <a:xfrm>
              <a:off x="8907762" y="4772345"/>
              <a:ext cx="17463" cy="4762"/>
            </a:xfrm>
            <a:custGeom>
              <a:avLst/>
              <a:gdLst>
                <a:gd name="T0" fmla="*/ 0 w 12"/>
                <a:gd name="T1" fmla="*/ 0 h 3"/>
                <a:gd name="T2" fmla="*/ 12 w 12"/>
                <a:gd name="T3" fmla="*/ 3 h 3"/>
                <a:gd name="T4" fmla="*/ 12 w 12"/>
                <a:gd name="T5" fmla="*/ 1 h 3"/>
                <a:gd name="T6" fmla="*/ 0 w 12"/>
                <a:gd name="T7" fmla="*/ 0 h 3"/>
              </a:gdLst>
              <a:ahLst/>
              <a:cxnLst>
                <a:cxn ang="0">
                  <a:pos x="T0" y="T1"/>
                </a:cxn>
                <a:cxn ang="0">
                  <a:pos x="T2" y="T3"/>
                </a:cxn>
                <a:cxn ang="0">
                  <a:pos x="T4" y="T5"/>
                </a:cxn>
                <a:cxn ang="0">
                  <a:pos x="T6" y="T7"/>
                </a:cxn>
              </a:cxnLst>
              <a:rect l="0" t="0" r="r" b="b"/>
              <a:pathLst>
                <a:path w="12" h="3">
                  <a:moveTo>
                    <a:pt x="0" y="0"/>
                  </a:moveTo>
                  <a:cubicBezTo>
                    <a:pt x="1" y="1"/>
                    <a:pt x="4" y="3"/>
                    <a:pt x="12" y="3"/>
                  </a:cubicBezTo>
                  <a:cubicBezTo>
                    <a:pt x="12" y="2"/>
                    <a:pt x="12" y="2"/>
                    <a:pt x="12" y="1"/>
                  </a:cubicBezTo>
                  <a:cubicBezTo>
                    <a:pt x="8" y="1"/>
                    <a:pt x="4" y="1"/>
                    <a:pt x="0" y="0"/>
                  </a:cubicBez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2" name="Freeform 29"/>
            <p:cNvSpPr>
              <a:spLocks/>
            </p:cNvSpPr>
            <p:nvPr/>
          </p:nvSpPr>
          <p:spPr bwMode="gray">
            <a:xfrm>
              <a:off x="8934750" y="4758058"/>
              <a:ext cx="4763" cy="4762"/>
            </a:xfrm>
            <a:custGeom>
              <a:avLst/>
              <a:gdLst>
                <a:gd name="T0" fmla="*/ 4 w 4"/>
                <a:gd name="T1" fmla="*/ 3 h 4"/>
                <a:gd name="T2" fmla="*/ 2 w 4"/>
                <a:gd name="T3" fmla="*/ 0 h 4"/>
                <a:gd name="T4" fmla="*/ 0 w 4"/>
                <a:gd name="T5" fmla="*/ 0 h 4"/>
                <a:gd name="T6" fmla="*/ 4 w 4"/>
                <a:gd name="T7" fmla="*/ 4 h 4"/>
                <a:gd name="T8" fmla="*/ 4 w 4"/>
                <a:gd name="T9" fmla="*/ 3 h 4"/>
              </a:gdLst>
              <a:ahLst/>
              <a:cxnLst>
                <a:cxn ang="0">
                  <a:pos x="T0" y="T1"/>
                </a:cxn>
                <a:cxn ang="0">
                  <a:pos x="T2" y="T3"/>
                </a:cxn>
                <a:cxn ang="0">
                  <a:pos x="T4" y="T5"/>
                </a:cxn>
                <a:cxn ang="0">
                  <a:pos x="T6" y="T7"/>
                </a:cxn>
                <a:cxn ang="0">
                  <a:pos x="T8" y="T9"/>
                </a:cxn>
              </a:cxnLst>
              <a:rect l="0" t="0" r="r" b="b"/>
              <a:pathLst>
                <a:path w="4" h="4">
                  <a:moveTo>
                    <a:pt x="4" y="3"/>
                  </a:moveTo>
                  <a:cubicBezTo>
                    <a:pt x="3" y="2"/>
                    <a:pt x="2" y="1"/>
                    <a:pt x="2" y="0"/>
                  </a:cubicBezTo>
                  <a:cubicBezTo>
                    <a:pt x="0" y="0"/>
                    <a:pt x="0" y="0"/>
                    <a:pt x="0" y="0"/>
                  </a:cubicBezTo>
                  <a:cubicBezTo>
                    <a:pt x="0" y="0"/>
                    <a:pt x="2" y="2"/>
                    <a:pt x="4" y="4"/>
                  </a:cubicBezTo>
                  <a:lnTo>
                    <a:pt x="4" y="3"/>
                  </a:ln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3" name="Freeform 30"/>
            <p:cNvSpPr>
              <a:spLocks/>
            </p:cNvSpPr>
            <p:nvPr/>
          </p:nvSpPr>
          <p:spPr bwMode="gray">
            <a:xfrm>
              <a:off x="8937925" y="4758058"/>
              <a:ext cx="1588" cy="3175"/>
            </a:xfrm>
            <a:custGeom>
              <a:avLst/>
              <a:gdLst>
                <a:gd name="T0" fmla="*/ 2 w 2"/>
                <a:gd name="T1" fmla="*/ 0 h 3"/>
                <a:gd name="T2" fmla="*/ 0 w 2"/>
                <a:gd name="T3" fmla="*/ 0 h 3"/>
                <a:gd name="T4" fmla="*/ 2 w 2"/>
                <a:gd name="T5" fmla="*/ 3 h 3"/>
                <a:gd name="T6" fmla="*/ 2 w 2"/>
                <a:gd name="T7" fmla="*/ 0 h 3"/>
              </a:gdLst>
              <a:ahLst/>
              <a:cxnLst>
                <a:cxn ang="0">
                  <a:pos x="T0" y="T1"/>
                </a:cxn>
                <a:cxn ang="0">
                  <a:pos x="T2" y="T3"/>
                </a:cxn>
                <a:cxn ang="0">
                  <a:pos x="T4" y="T5"/>
                </a:cxn>
                <a:cxn ang="0">
                  <a:pos x="T6" y="T7"/>
                </a:cxn>
              </a:cxnLst>
              <a:rect l="0" t="0" r="r" b="b"/>
              <a:pathLst>
                <a:path w="2" h="3">
                  <a:moveTo>
                    <a:pt x="2" y="0"/>
                  </a:moveTo>
                  <a:cubicBezTo>
                    <a:pt x="0" y="0"/>
                    <a:pt x="0" y="0"/>
                    <a:pt x="0" y="0"/>
                  </a:cubicBezTo>
                  <a:cubicBezTo>
                    <a:pt x="0" y="1"/>
                    <a:pt x="1" y="2"/>
                    <a:pt x="2" y="3"/>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4" name="Freeform 31"/>
            <p:cNvSpPr>
              <a:spLocks/>
            </p:cNvSpPr>
            <p:nvPr/>
          </p:nvSpPr>
          <p:spPr bwMode="gray">
            <a:xfrm>
              <a:off x="8934750" y="4739008"/>
              <a:ext cx="4763" cy="3175"/>
            </a:xfrm>
            <a:custGeom>
              <a:avLst/>
              <a:gdLst>
                <a:gd name="T0" fmla="*/ 3 w 3"/>
                <a:gd name="T1" fmla="*/ 1 h 3"/>
                <a:gd name="T2" fmla="*/ 1 w 3"/>
                <a:gd name="T3" fmla="*/ 3 h 3"/>
                <a:gd name="T4" fmla="*/ 0 w 3"/>
                <a:gd name="T5" fmla="*/ 2 h 3"/>
                <a:gd name="T6" fmla="*/ 1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3" y="2"/>
                    <a:pt x="2" y="3"/>
                    <a:pt x="1" y="3"/>
                  </a:cubicBezTo>
                  <a:cubicBezTo>
                    <a:pt x="1" y="3"/>
                    <a:pt x="0" y="3"/>
                    <a:pt x="0" y="2"/>
                  </a:cubicBezTo>
                  <a:cubicBezTo>
                    <a:pt x="0" y="1"/>
                    <a:pt x="0" y="1"/>
                    <a:pt x="1" y="0"/>
                  </a:cubicBezTo>
                  <a:cubicBezTo>
                    <a:pt x="2" y="0"/>
                    <a:pt x="2" y="1"/>
                    <a:pt x="3"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5" name="Freeform 32"/>
            <p:cNvSpPr>
              <a:spLocks/>
            </p:cNvSpPr>
            <p:nvPr/>
          </p:nvSpPr>
          <p:spPr bwMode="gray">
            <a:xfrm>
              <a:off x="8893475" y="4772345"/>
              <a:ext cx="34925" cy="22225"/>
            </a:xfrm>
            <a:custGeom>
              <a:avLst/>
              <a:gdLst>
                <a:gd name="T0" fmla="*/ 0 w 22"/>
                <a:gd name="T1" fmla="*/ 8 h 14"/>
                <a:gd name="T2" fmla="*/ 2 w 22"/>
                <a:gd name="T3" fmla="*/ 0 h 14"/>
                <a:gd name="T4" fmla="*/ 22 w 22"/>
                <a:gd name="T5" fmla="*/ 4 h 14"/>
                <a:gd name="T6" fmla="*/ 22 w 22"/>
                <a:gd name="T7" fmla="*/ 14 h 14"/>
                <a:gd name="T8" fmla="*/ 0 w 22"/>
                <a:gd name="T9" fmla="*/ 8 h 14"/>
              </a:gdLst>
              <a:ahLst/>
              <a:cxnLst>
                <a:cxn ang="0">
                  <a:pos x="T0" y="T1"/>
                </a:cxn>
                <a:cxn ang="0">
                  <a:pos x="T2" y="T3"/>
                </a:cxn>
                <a:cxn ang="0">
                  <a:pos x="T4" y="T5"/>
                </a:cxn>
                <a:cxn ang="0">
                  <a:pos x="T6" y="T7"/>
                </a:cxn>
                <a:cxn ang="0">
                  <a:pos x="T8" y="T9"/>
                </a:cxn>
              </a:cxnLst>
              <a:rect l="0" t="0" r="r" b="b"/>
              <a:pathLst>
                <a:path w="22" h="14">
                  <a:moveTo>
                    <a:pt x="0" y="8"/>
                  </a:moveTo>
                  <a:lnTo>
                    <a:pt x="2" y="0"/>
                  </a:lnTo>
                  <a:lnTo>
                    <a:pt x="22" y="4"/>
                  </a:lnTo>
                  <a:lnTo>
                    <a:pt x="22" y="14"/>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6" name="Freeform 33"/>
            <p:cNvSpPr>
              <a:spLocks/>
            </p:cNvSpPr>
            <p:nvPr/>
          </p:nvSpPr>
          <p:spPr bwMode="gray">
            <a:xfrm>
              <a:off x="8855375" y="4777108"/>
              <a:ext cx="103188" cy="166687"/>
            </a:xfrm>
            <a:custGeom>
              <a:avLst/>
              <a:gdLst>
                <a:gd name="T0" fmla="*/ 31 w 74"/>
                <a:gd name="T1" fmla="*/ 4 h 121"/>
                <a:gd name="T2" fmla="*/ 14 w 74"/>
                <a:gd name="T3" fmla="*/ 24 h 121"/>
                <a:gd name="T4" fmla="*/ 0 w 74"/>
                <a:gd name="T5" fmla="*/ 119 h 121"/>
                <a:gd name="T6" fmla="*/ 68 w 74"/>
                <a:gd name="T7" fmla="*/ 115 h 121"/>
                <a:gd name="T8" fmla="*/ 62 w 74"/>
                <a:gd name="T9" fmla="*/ 16 h 121"/>
                <a:gd name="T10" fmla="*/ 31 w 74"/>
                <a:gd name="T11" fmla="*/ 4 h 121"/>
              </a:gdLst>
              <a:ahLst/>
              <a:cxnLst>
                <a:cxn ang="0">
                  <a:pos x="T0" y="T1"/>
                </a:cxn>
                <a:cxn ang="0">
                  <a:pos x="T2" y="T3"/>
                </a:cxn>
                <a:cxn ang="0">
                  <a:pos x="T4" y="T5"/>
                </a:cxn>
                <a:cxn ang="0">
                  <a:pos x="T6" y="T7"/>
                </a:cxn>
                <a:cxn ang="0">
                  <a:pos x="T8" y="T9"/>
                </a:cxn>
                <a:cxn ang="0">
                  <a:pos x="T10" y="T11"/>
                </a:cxn>
              </a:cxnLst>
              <a:rect l="0" t="0" r="r" b="b"/>
              <a:pathLst>
                <a:path w="74" h="121">
                  <a:moveTo>
                    <a:pt x="31" y="4"/>
                  </a:moveTo>
                  <a:cubicBezTo>
                    <a:pt x="17" y="5"/>
                    <a:pt x="14" y="22"/>
                    <a:pt x="14" y="24"/>
                  </a:cubicBezTo>
                  <a:cubicBezTo>
                    <a:pt x="13" y="49"/>
                    <a:pt x="11" y="118"/>
                    <a:pt x="0" y="119"/>
                  </a:cubicBezTo>
                  <a:cubicBezTo>
                    <a:pt x="60" y="119"/>
                    <a:pt x="62" y="121"/>
                    <a:pt x="68" y="115"/>
                  </a:cubicBezTo>
                  <a:cubicBezTo>
                    <a:pt x="74" y="109"/>
                    <a:pt x="62" y="16"/>
                    <a:pt x="62" y="16"/>
                  </a:cubicBezTo>
                  <a:cubicBezTo>
                    <a:pt x="61" y="0"/>
                    <a:pt x="48" y="3"/>
                    <a:pt x="31" y="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7" name="Freeform 34"/>
            <p:cNvSpPr>
              <a:spLocks/>
            </p:cNvSpPr>
            <p:nvPr/>
          </p:nvSpPr>
          <p:spPr bwMode="gray">
            <a:xfrm>
              <a:off x="8855375" y="4780283"/>
              <a:ext cx="69850" cy="160337"/>
            </a:xfrm>
            <a:custGeom>
              <a:avLst/>
              <a:gdLst>
                <a:gd name="T0" fmla="*/ 31 w 50"/>
                <a:gd name="T1" fmla="*/ 1 h 116"/>
                <a:gd name="T2" fmla="*/ 14 w 50"/>
                <a:gd name="T3" fmla="*/ 21 h 116"/>
                <a:gd name="T4" fmla="*/ 0 w 50"/>
                <a:gd name="T5" fmla="*/ 116 h 116"/>
                <a:gd name="T6" fmla="*/ 9 w 50"/>
                <a:gd name="T7" fmla="*/ 116 h 116"/>
                <a:gd name="T8" fmla="*/ 8 w 50"/>
                <a:gd name="T9" fmla="*/ 116 h 116"/>
                <a:gd name="T10" fmla="*/ 22 w 50"/>
                <a:gd name="T11" fmla="*/ 31 h 116"/>
                <a:gd name="T12" fmla="*/ 40 w 50"/>
                <a:gd name="T13" fmla="*/ 2 h 116"/>
                <a:gd name="T14" fmla="*/ 49 w 50"/>
                <a:gd name="T15" fmla="*/ 0 h 116"/>
                <a:gd name="T16" fmla="*/ 31 w 50"/>
                <a:gd name="T17" fmla="*/ 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116">
                  <a:moveTo>
                    <a:pt x="31" y="1"/>
                  </a:moveTo>
                  <a:cubicBezTo>
                    <a:pt x="17" y="2"/>
                    <a:pt x="14" y="19"/>
                    <a:pt x="14" y="21"/>
                  </a:cubicBezTo>
                  <a:cubicBezTo>
                    <a:pt x="13" y="46"/>
                    <a:pt x="11" y="115"/>
                    <a:pt x="0" y="116"/>
                  </a:cubicBezTo>
                  <a:cubicBezTo>
                    <a:pt x="3" y="116"/>
                    <a:pt x="6" y="116"/>
                    <a:pt x="9" y="116"/>
                  </a:cubicBezTo>
                  <a:cubicBezTo>
                    <a:pt x="8" y="116"/>
                    <a:pt x="8" y="116"/>
                    <a:pt x="8" y="116"/>
                  </a:cubicBezTo>
                  <a:cubicBezTo>
                    <a:pt x="20" y="115"/>
                    <a:pt x="21" y="55"/>
                    <a:pt x="22" y="31"/>
                  </a:cubicBezTo>
                  <a:cubicBezTo>
                    <a:pt x="22" y="29"/>
                    <a:pt x="26" y="3"/>
                    <a:pt x="40" y="2"/>
                  </a:cubicBezTo>
                  <a:cubicBezTo>
                    <a:pt x="43" y="2"/>
                    <a:pt x="50" y="1"/>
                    <a:pt x="49" y="0"/>
                  </a:cubicBezTo>
                  <a:cubicBezTo>
                    <a:pt x="44" y="0"/>
                    <a:pt x="38" y="0"/>
                    <a:pt x="31" y="1"/>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8" name="Freeform 35"/>
            <p:cNvSpPr>
              <a:spLocks/>
            </p:cNvSpPr>
            <p:nvPr/>
          </p:nvSpPr>
          <p:spPr bwMode="gray">
            <a:xfrm>
              <a:off x="8890300" y="4850133"/>
              <a:ext cx="87313" cy="55562"/>
            </a:xfrm>
            <a:custGeom>
              <a:avLst/>
              <a:gdLst>
                <a:gd name="T0" fmla="*/ 63 w 63"/>
                <a:gd name="T1" fmla="*/ 36 h 41"/>
                <a:gd name="T2" fmla="*/ 57 w 63"/>
                <a:gd name="T3" fmla="*/ 41 h 41"/>
                <a:gd name="T4" fmla="*/ 6 w 63"/>
                <a:gd name="T5" fmla="*/ 41 h 41"/>
                <a:gd name="T6" fmla="*/ 0 w 63"/>
                <a:gd name="T7" fmla="*/ 36 h 41"/>
                <a:gd name="T8" fmla="*/ 0 w 63"/>
                <a:gd name="T9" fmla="*/ 6 h 41"/>
                <a:gd name="T10" fmla="*/ 6 w 63"/>
                <a:gd name="T11" fmla="*/ 0 h 41"/>
                <a:gd name="T12" fmla="*/ 57 w 63"/>
                <a:gd name="T13" fmla="*/ 0 h 41"/>
                <a:gd name="T14" fmla="*/ 63 w 63"/>
                <a:gd name="T15" fmla="*/ 6 h 41"/>
                <a:gd name="T16" fmla="*/ 63 w 63"/>
                <a:gd name="T17" fmla="*/ 36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41">
                  <a:moveTo>
                    <a:pt x="63" y="36"/>
                  </a:moveTo>
                  <a:cubicBezTo>
                    <a:pt x="63" y="39"/>
                    <a:pt x="60" y="41"/>
                    <a:pt x="57" y="41"/>
                  </a:cubicBezTo>
                  <a:cubicBezTo>
                    <a:pt x="6" y="41"/>
                    <a:pt x="6" y="41"/>
                    <a:pt x="6" y="41"/>
                  </a:cubicBezTo>
                  <a:cubicBezTo>
                    <a:pt x="3" y="41"/>
                    <a:pt x="0" y="39"/>
                    <a:pt x="0" y="36"/>
                  </a:cubicBezTo>
                  <a:cubicBezTo>
                    <a:pt x="0" y="6"/>
                    <a:pt x="0" y="6"/>
                    <a:pt x="0" y="6"/>
                  </a:cubicBezTo>
                  <a:cubicBezTo>
                    <a:pt x="0" y="3"/>
                    <a:pt x="3" y="0"/>
                    <a:pt x="6" y="0"/>
                  </a:cubicBezTo>
                  <a:cubicBezTo>
                    <a:pt x="57" y="0"/>
                    <a:pt x="57" y="0"/>
                    <a:pt x="57" y="0"/>
                  </a:cubicBezTo>
                  <a:cubicBezTo>
                    <a:pt x="60" y="0"/>
                    <a:pt x="63" y="3"/>
                    <a:pt x="63" y="6"/>
                  </a:cubicBezTo>
                  <a:lnTo>
                    <a:pt x="63" y="36"/>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9" name="Freeform 36"/>
            <p:cNvSpPr>
              <a:spLocks/>
            </p:cNvSpPr>
            <p:nvPr/>
          </p:nvSpPr>
          <p:spPr bwMode="gray">
            <a:xfrm>
              <a:off x="8960150" y="4897758"/>
              <a:ext cx="19050" cy="20637"/>
            </a:xfrm>
            <a:custGeom>
              <a:avLst/>
              <a:gdLst>
                <a:gd name="T0" fmla="*/ 0 w 14"/>
                <a:gd name="T1" fmla="*/ 10 h 15"/>
                <a:gd name="T2" fmla="*/ 0 w 14"/>
                <a:gd name="T3" fmla="*/ 10 h 15"/>
                <a:gd name="T4" fmla="*/ 1 w 14"/>
                <a:gd name="T5" fmla="*/ 12 h 15"/>
                <a:gd name="T6" fmla="*/ 6 w 14"/>
                <a:gd name="T7" fmla="*/ 15 h 15"/>
                <a:gd name="T8" fmla="*/ 8 w 14"/>
                <a:gd name="T9" fmla="*/ 14 h 15"/>
                <a:gd name="T10" fmla="*/ 9 w 14"/>
                <a:gd name="T11" fmla="*/ 13 h 15"/>
                <a:gd name="T12" fmla="*/ 11 w 14"/>
                <a:gd name="T13" fmla="*/ 12 h 15"/>
                <a:gd name="T14" fmla="*/ 11 w 14"/>
                <a:gd name="T15" fmla="*/ 10 h 15"/>
                <a:gd name="T16" fmla="*/ 13 w 14"/>
                <a:gd name="T17" fmla="*/ 9 h 15"/>
                <a:gd name="T18" fmla="*/ 12 w 14"/>
                <a:gd name="T19" fmla="*/ 6 h 15"/>
                <a:gd name="T20" fmla="*/ 11 w 14"/>
                <a:gd name="T21" fmla="*/ 6 h 15"/>
                <a:gd name="T22" fmla="*/ 13 w 14"/>
                <a:gd name="T23" fmla="*/ 5 h 15"/>
                <a:gd name="T24" fmla="*/ 13 w 14"/>
                <a:gd name="T25" fmla="*/ 3 h 15"/>
                <a:gd name="T26" fmla="*/ 8 w 14"/>
                <a:gd name="T27" fmla="*/ 0 h 15"/>
                <a:gd name="T28" fmla="*/ 6 w 14"/>
                <a:gd name="T29" fmla="*/ 0 h 15"/>
                <a:gd name="T30" fmla="*/ 0 w 14"/>
                <a:gd name="T31" fmla="*/ 1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 h="15">
                  <a:moveTo>
                    <a:pt x="0" y="10"/>
                  </a:moveTo>
                  <a:cubicBezTo>
                    <a:pt x="0" y="10"/>
                    <a:pt x="0" y="10"/>
                    <a:pt x="0" y="10"/>
                  </a:cubicBezTo>
                  <a:cubicBezTo>
                    <a:pt x="0" y="11"/>
                    <a:pt x="0" y="11"/>
                    <a:pt x="1" y="12"/>
                  </a:cubicBezTo>
                  <a:cubicBezTo>
                    <a:pt x="6" y="15"/>
                    <a:pt x="6" y="15"/>
                    <a:pt x="6" y="15"/>
                  </a:cubicBezTo>
                  <a:cubicBezTo>
                    <a:pt x="7" y="15"/>
                    <a:pt x="8" y="15"/>
                    <a:pt x="8" y="14"/>
                  </a:cubicBezTo>
                  <a:cubicBezTo>
                    <a:pt x="9" y="14"/>
                    <a:pt x="9" y="13"/>
                    <a:pt x="9" y="13"/>
                  </a:cubicBezTo>
                  <a:cubicBezTo>
                    <a:pt x="9" y="13"/>
                    <a:pt x="10" y="13"/>
                    <a:pt x="11" y="12"/>
                  </a:cubicBezTo>
                  <a:cubicBezTo>
                    <a:pt x="11" y="11"/>
                    <a:pt x="11" y="10"/>
                    <a:pt x="11" y="10"/>
                  </a:cubicBezTo>
                  <a:cubicBezTo>
                    <a:pt x="11" y="10"/>
                    <a:pt x="12" y="10"/>
                    <a:pt x="13" y="9"/>
                  </a:cubicBezTo>
                  <a:cubicBezTo>
                    <a:pt x="13" y="8"/>
                    <a:pt x="13" y="7"/>
                    <a:pt x="12" y="6"/>
                  </a:cubicBezTo>
                  <a:cubicBezTo>
                    <a:pt x="11" y="6"/>
                    <a:pt x="11" y="6"/>
                    <a:pt x="11" y="6"/>
                  </a:cubicBezTo>
                  <a:cubicBezTo>
                    <a:pt x="12" y="6"/>
                    <a:pt x="13" y="6"/>
                    <a:pt x="13" y="5"/>
                  </a:cubicBezTo>
                  <a:cubicBezTo>
                    <a:pt x="14" y="4"/>
                    <a:pt x="14" y="3"/>
                    <a:pt x="13" y="3"/>
                  </a:cubicBezTo>
                  <a:cubicBezTo>
                    <a:pt x="8" y="0"/>
                    <a:pt x="8" y="0"/>
                    <a:pt x="8" y="0"/>
                  </a:cubicBezTo>
                  <a:cubicBezTo>
                    <a:pt x="7" y="0"/>
                    <a:pt x="6" y="0"/>
                    <a:pt x="6" y="0"/>
                  </a:cubicBezTo>
                  <a:cubicBezTo>
                    <a:pt x="2" y="2"/>
                    <a:pt x="0" y="10"/>
                    <a:pt x="0" y="10"/>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0" name="Freeform 37"/>
            <p:cNvSpPr>
              <a:spLocks/>
            </p:cNvSpPr>
            <p:nvPr/>
          </p:nvSpPr>
          <p:spPr bwMode="gray">
            <a:xfrm>
              <a:off x="8960150" y="4892995"/>
              <a:ext cx="15875" cy="6350"/>
            </a:xfrm>
            <a:custGeom>
              <a:avLst/>
              <a:gdLst>
                <a:gd name="T0" fmla="*/ 0 w 11"/>
                <a:gd name="T1" fmla="*/ 2 h 4"/>
                <a:gd name="T2" fmla="*/ 2 w 11"/>
                <a:gd name="T3" fmla="*/ 0 h 4"/>
                <a:gd name="T4" fmla="*/ 10 w 11"/>
                <a:gd name="T5" fmla="*/ 0 h 4"/>
                <a:gd name="T6" fmla="*/ 11 w 11"/>
                <a:gd name="T7" fmla="*/ 2 h 4"/>
                <a:gd name="T8" fmla="*/ 11 w 11"/>
                <a:gd name="T9" fmla="*/ 2 h 4"/>
                <a:gd name="T10" fmla="*/ 10 w 11"/>
                <a:gd name="T11" fmla="*/ 4 h 4"/>
                <a:gd name="T12" fmla="*/ 2 w 11"/>
                <a:gd name="T13" fmla="*/ 4 h 4"/>
                <a:gd name="T14" fmla="*/ 0 w 11"/>
                <a:gd name="T15" fmla="*/ 2 h 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 h="4">
                  <a:moveTo>
                    <a:pt x="0" y="2"/>
                  </a:moveTo>
                  <a:cubicBezTo>
                    <a:pt x="0" y="1"/>
                    <a:pt x="1" y="0"/>
                    <a:pt x="2" y="0"/>
                  </a:cubicBezTo>
                  <a:cubicBezTo>
                    <a:pt x="10" y="0"/>
                    <a:pt x="10" y="0"/>
                    <a:pt x="10" y="0"/>
                  </a:cubicBezTo>
                  <a:cubicBezTo>
                    <a:pt x="11" y="0"/>
                    <a:pt x="11" y="1"/>
                    <a:pt x="11" y="2"/>
                  </a:cubicBezTo>
                  <a:cubicBezTo>
                    <a:pt x="11" y="2"/>
                    <a:pt x="11" y="2"/>
                    <a:pt x="11" y="2"/>
                  </a:cubicBezTo>
                  <a:cubicBezTo>
                    <a:pt x="11" y="3"/>
                    <a:pt x="10" y="4"/>
                    <a:pt x="10" y="4"/>
                  </a:cubicBezTo>
                  <a:cubicBezTo>
                    <a:pt x="2" y="4"/>
                    <a:pt x="2" y="4"/>
                    <a:pt x="2" y="4"/>
                  </a:cubicBezTo>
                  <a:cubicBezTo>
                    <a:pt x="1" y="4"/>
                    <a:pt x="0" y="3"/>
                    <a:pt x="0" y="2"/>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1" name="Freeform 38"/>
            <p:cNvSpPr>
              <a:spLocks/>
            </p:cNvSpPr>
            <p:nvPr/>
          </p:nvSpPr>
          <p:spPr bwMode="gray">
            <a:xfrm>
              <a:off x="8893475" y="4797745"/>
              <a:ext cx="77788" cy="115887"/>
            </a:xfrm>
            <a:custGeom>
              <a:avLst/>
              <a:gdLst>
                <a:gd name="T0" fmla="*/ 48 w 57"/>
                <a:gd name="T1" fmla="*/ 84 h 84"/>
                <a:gd name="T2" fmla="*/ 42 w 57"/>
                <a:gd name="T3" fmla="*/ 82 h 84"/>
                <a:gd name="T4" fmla="*/ 18 w 57"/>
                <a:gd name="T5" fmla="*/ 59 h 84"/>
                <a:gd name="T6" fmla="*/ 1 w 57"/>
                <a:gd name="T7" fmla="*/ 11 h 84"/>
                <a:gd name="T8" fmla="*/ 6 w 57"/>
                <a:gd name="T9" fmla="*/ 1 h 84"/>
                <a:gd name="T10" fmla="*/ 16 w 57"/>
                <a:gd name="T11" fmla="*/ 6 h 84"/>
                <a:gd name="T12" fmla="*/ 32 w 57"/>
                <a:gd name="T13" fmla="*/ 50 h 84"/>
                <a:gd name="T14" fmla="*/ 53 w 57"/>
                <a:gd name="T15" fmla="*/ 70 h 84"/>
                <a:gd name="T16" fmla="*/ 54 w 57"/>
                <a:gd name="T17" fmla="*/ 81 h 84"/>
                <a:gd name="T18" fmla="*/ 48 w 57"/>
                <a:gd name="T19"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 h="84">
                  <a:moveTo>
                    <a:pt x="48" y="84"/>
                  </a:moveTo>
                  <a:cubicBezTo>
                    <a:pt x="46" y="84"/>
                    <a:pt x="44" y="83"/>
                    <a:pt x="42" y="82"/>
                  </a:cubicBezTo>
                  <a:cubicBezTo>
                    <a:pt x="18" y="59"/>
                    <a:pt x="18" y="59"/>
                    <a:pt x="18" y="59"/>
                  </a:cubicBezTo>
                  <a:cubicBezTo>
                    <a:pt x="1" y="11"/>
                    <a:pt x="1" y="11"/>
                    <a:pt x="1" y="11"/>
                  </a:cubicBezTo>
                  <a:cubicBezTo>
                    <a:pt x="0" y="7"/>
                    <a:pt x="2" y="2"/>
                    <a:pt x="6" y="1"/>
                  </a:cubicBezTo>
                  <a:cubicBezTo>
                    <a:pt x="10" y="0"/>
                    <a:pt x="15" y="2"/>
                    <a:pt x="16" y="6"/>
                  </a:cubicBezTo>
                  <a:cubicBezTo>
                    <a:pt x="32" y="50"/>
                    <a:pt x="32" y="50"/>
                    <a:pt x="32" y="50"/>
                  </a:cubicBezTo>
                  <a:cubicBezTo>
                    <a:pt x="53" y="70"/>
                    <a:pt x="53" y="70"/>
                    <a:pt x="53" y="70"/>
                  </a:cubicBezTo>
                  <a:cubicBezTo>
                    <a:pt x="57" y="73"/>
                    <a:pt x="57" y="78"/>
                    <a:pt x="54" y="81"/>
                  </a:cubicBezTo>
                  <a:cubicBezTo>
                    <a:pt x="52" y="83"/>
                    <a:pt x="50" y="84"/>
                    <a:pt x="48" y="8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2" name="Freeform 39"/>
            <p:cNvSpPr>
              <a:spLocks/>
            </p:cNvSpPr>
            <p:nvPr/>
          </p:nvSpPr>
          <p:spPr bwMode="gray">
            <a:xfrm>
              <a:off x="8893475" y="4799333"/>
              <a:ext cx="69850" cy="114300"/>
            </a:xfrm>
            <a:custGeom>
              <a:avLst/>
              <a:gdLst>
                <a:gd name="T0" fmla="*/ 48 w 51"/>
                <a:gd name="T1" fmla="*/ 76 h 82"/>
                <a:gd name="T2" fmla="*/ 23 w 51"/>
                <a:gd name="T3" fmla="*/ 53 h 82"/>
                <a:gd name="T4" fmla="*/ 5 w 51"/>
                <a:gd name="T5" fmla="*/ 2 h 82"/>
                <a:gd name="T6" fmla="*/ 4 w 51"/>
                <a:gd name="T7" fmla="*/ 0 h 82"/>
                <a:gd name="T8" fmla="*/ 1 w 51"/>
                <a:gd name="T9" fmla="*/ 9 h 82"/>
                <a:gd name="T10" fmla="*/ 18 w 51"/>
                <a:gd name="T11" fmla="*/ 57 h 82"/>
                <a:gd name="T12" fmla="*/ 42 w 51"/>
                <a:gd name="T13" fmla="*/ 80 h 82"/>
                <a:gd name="T14" fmla="*/ 48 w 51"/>
                <a:gd name="T15" fmla="*/ 82 h 82"/>
                <a:gd name="T16" fmla="*/ 51 w 51"/>
                <a:gd name="T17" fmla="*/ 81 h 82"/>
                <a:gd name="T18" fmla="*/ 48 w 51"/>
                <a:gd name="T19" fmla="*/ 76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 h="82">
                  <a:moveTo>
                    <a:pt x="48" y="76"/>
                  </a:moveTo>
                  <a:cubicBezTo>
                    <a:pt x="23" y="53"/>
                    <a:pt x="23" y="53"/>
                    <a:pt x="23" y="53"/>
                  </a:cubicBezTo>
                  <a:cubicBezTo>
                    <a:pt x="5" y="2"/>
                    <a:pt x="5" y="2"/>
                    <a:pt x="5" y="2"/>
                  </a:cubicBezTo>
                  <a:cubicBezTo>
                    <a:pt x="5" y="1"/>
                    <a:pt x="5" y="1"/>
                    <a:pt x="4" y="0"/>
                  </a:cubicBezTo>
                  <a:cubicBezTo>
                    <a:pt x="1" y="2"/>
                    <a:pt x="0" y="6"/>
                    <a:pt x="1" y="9"/>
                  </a:cubicBezTo>
                  <a:cubicBezTo>
                    <a:pt x="18" y="57"/>
                    <a:pt x="18" y="57"/>
                    <a:pt x="18" y="57"/>
                  </a:cubicBezTo>
                  <a:cubicBezTo>
                    <a:pt x="42" y="80"/>
                    <a:pt x="42" y="80"/>
                    <a:pt x="42" y="80"/>
                  </a:cubicBezTo>
                  <a:cubicBezTo>
                    <a:pt x="44" y="81"/>
                    <a:pt x="46" y="82"/>
                    <a:pt x="48" y="82"/>
                  </a:cubicBezTo>
                  <a:cubicBezTo>
                    <a:pt x="49" y="82"/>
                    <a:pt x="50" y="82"/>
                    <a:pt x="51" y="81"/>
                  </a:cubicBezTo>
                  <a:cubicBezTo>
                    <a:pt x="51" y="79"/>
                    <a:pt x="50" y="78"/>
                    <a:pt x="48" y="76"/>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3" name="Freeform 40"/>
            <p:cNvSpPr>
              <a:spLocks/>
            </p:cNvSpPr>
            <p:nvPr/>
          </p:nvSpPr>
          <p:spPr bwMode="gray">
            <a:xfrm>
              <a:off x="8869662" y="4696145"/>
              <a:ext cx="73025" cy="73025"/>
            </a:xfrm>
            <a:custGeom>
              <a:avLst/>
              <a:gdLst>
                <a:gd name="T0" fmla="*/ 49 w 53"/>
                <a:gd name="T1" fmla="*/ 11 h 53"/>
                <a:gd name="T2" fmla="*/ 42 w 53"/>
                <a:gd name="T3" fmla="*/ 6 h 53"/>
                <a:gd name="T4" fmla="*/ 40 w 53"/>
                <a:gd name="T5" fmla="*/ 6 h 53"/>
                <a:gd name="T6" fmla="*/ 33 w 53"/>
                <a:gd name="T7" fmla="*/ 1 h 53"/>
                <a:gd name="T8" fmla="*/ 29 w 53"/>
                <a:gd name="T9" fmla="*/ 3 h 53"/>
                <a:gd name="T10" fmla="*/ 23 w 53"/>
                <a:gd name="T11" fmla="*/ 0 h 53"/>
                <a:gd name="T12" fmla="*/ 15 w 53"/>
                <a:gd name="T13" fmla="*/ 4 h 53"/>
                <a:gd name="T14" fmla="*/ 14 w 53"/>
                <a:gd name="T15" fmla="*/ 4 h 53"/>
                <a:gd name="T16" fmla="*/ 6 w 53"/>
                <a:gd name="T17" fmla="*/ 12 h 53"/>
                <a:gd name="T18" fmla="*/ 6 w 53"/>
                <a:gd name="T19" fmla="*/ 13 h 53"/>
                <a:gd name="T20" fmla="*/ 0 w 53"/>
                <a:gd name="T21" fmla="*/ 21 h 53"/>
                <a:gd name="T22" fmla="*/ 1 w 53"/>
                <a:gd name="T23" fmla="*/ 25 h 53"/>
                <a:gd name="T24" fmla="*/ 0 w 53"/>
                <a:gd name="T25" fmla="*/ 30 h 53"/>
                <a:gd name="T26" fmla="*/ 4 w 53"/>
                <a:gd name="T27" fmla="*/ 37 h 53"/>
                <a:gd name="T28" fmla="*/ 4 w 53"/>
                <a:gd name="T29" fmla="*/ 38 h 53"/>
                <a:gd name="T30" fmla="*/ 3 w 53"/>
                <a:gd name="T31" fmla="*/ 39 h 53"/>
                <a:gd name="T32" fmla="*/ 11 w 53"/>
                <a:gd name="T33" fmla="*/ 48 h 53"/>
                <a:gd name="T34" fmla="*/ 11 w 53"/>
                <a:gd name="T35" fmla="*/ 48 h 53"/>
                <a:gd name="T36" fmla="*/ 16 w 53"/>
                <a:gd name="T37" fmla="*/ 52 h 53"/>
                <a:gd name="T38" fmla="*/ 19 w 53"/>
                <a:gd name="T39" fmla="*/ 52 h 53"/>
                <a:gd name="T40" fmla="*/ 22 w 53"/>
                <a:gd name="T41" fmla="*/ 53 h 53"/>
                <a:gd name="T42" fmla="*/ 22 w 53"/>
                <a:gd name="T43" fmla="*/ 53 h 53"/>
                <a:gd name="T44" fmla="*/ 22 w 53"/>
                <a:gd name="T45" fmla="*/ 53 h 53"/>
                <a:gd name="T46" fmla="*/ 26 w 53"/>
                <a:gd name="T47" fmla="*/ 50 h 53"/>
                <a:gd name="T48" fmla="*/ 31 w 53"/>
                <a:gd name="T49" fmla="*/ 49 h 53"/>
                <a:gd name="T50" fmla="*/ 31 w 53"/>
                <a:gd name="T51" fmla="*/ 40 h 53"/>
                <a:gd name="T52" fmla="*/ 38 w 53"/>
                <a:gd name="T53" fmla="*/ 39 h 53"/>
                <a:gd name="T54" fmla="*/ 38 w 53"/>
                <a:gd name="T55" fmla="*/ 31 h 53"/>
                <a:gd name="T56" fmla="*/ 43 w 53"/>
                <a:gd name="T57" fmla="*/ 30 h 53"/>
                <a:gd name="T58" fmla="*/ 45 w 53"/>
                <a:gd name="T59" fmla="*/ 26 h 53"/>
                <a:gd name="T60" fmla="*/ 49 w 53"/>
                <a:gd name="T61" fmla="*/ 26 h 53"/>
                <a:gd name="T62" fmla="*/ 49 w 53"/>
                <a:gd name="T63" fmla="*/ 26 h 53"/>
                <a:gd name="T64" fmla="*/ 53 w 53"/>
                <a:gd name="T65" fmla="*/ 17 h 53"/>
                <a:gd name="T66" fmla="*/ 49 w 53"/>
                <a:gd name="T67" fmla="*/ 1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3">
                  <a:moveTo>
                    <a:pt x="49" y="11"/>
                  </a:moveTo>
                  <a:cubicBezTo>
                    <a:pt x="48" y="8"/>
                    <a:pt x="45" y="6"/>
                    <a:pt x="42" y="6"/>
                  </a:cubicBezTo>
                  <a:cubicBezTo>
                    <a:pt x="41" y="6"/>
                    <a:pt x="41" y="6"/>
                    <a:pt x="40" y="6"/>
                  </a:cubicBezTo>
                  <a:cubicBezTo>
                    <a:pt x="39" y="3"/>
                    <a:pt x="36" y="1"/>
                    <a:pt x="33" y="1"/>
                  </a:cubicBezTo>
                  <a:cubicBezTo>
                    <a:pt x="32" y="1"/>
                    <a:pt x="30" y="2"/>
                    <a:pt x="29" y="3"/>
                  </a:cubicBezTo>
                  <a:cubicBezTo>
                    <a:pt x="27" y="1"/>
                    <a:pt x="25" y="0"/>
                    <a:pt x="23" y="0"/>
                  </a:cubicBezTo>
                  <a:cubicBezTo>
                    <a:pt x="19" y="0"/>
                    <a:pt x="16" y="2"/>
                    <a:pt x="15" y="4"/>
                  </a:cubicBezTo>
                  <a:cubicBezTo>
                    <a:pt x="14" y="4"/>
                    <a:pt x="14" y="4"/>
                    <a:pt x="14" y="4"/>
                  </a:cubicBezTo>
                  <a:cubicBezTo>
                    <a:pt x="10" y="4"/>
                    <a:pt x="6" y="8"/>
                    <a:pt x="6" y="12"/>
                  </a:cubicBezTo>
                  <a:cubicBezTo>
                    <a:pt x="6" y="13"/>
                    <a:pt x="6" y="13"/>
                    <a:pt x="6" y="13"/>
                  </a:cubicBezTo>
                  <a:cubicBezTo>
                    <a:pt x="3" y="14"/>
                    <a:pt x="0" y="17"/>
                    <a:pt x="0" y="21"/>
                  </a:cubicBezTo>
                  <a:cubicBezTo>
                    <a:pt x="0" y="22"/>
                    <a:pt x="1" y="24"/>
                    <a:pt x="1" y="25"/>
                  </a:cubicBezTo>
                  <a:cubicBezTo>
                    <a:pt x="0" y="26"/>
                    <a:pt x="0" y="28"/>
                    <a:pt x="0" y="30"/>
                  </a:cubicBezTo>
                  <a:cubicBezTo>
                    <a:pt x="0" y="33"/>
                    <a:pt x="1" y="36"/>
                    <a:pt x="4" y="37"/>
                  </a:cubicBezTo>
                  <a:cubicBezTo>
                    <a:pt x="4" y="38"/>
                    <a:pt x="4" y="38"/>
                    <a:pt x="4" y="38"/>
                  </a:cubicBezTo>
                  <a:cubicBezTo>
                    <a:pt x="3" y="38"/>
                    <a:pt x="3" y="39"/>
                    <a:pt x="3" y="39"/>
                  </a:cubicBezTo>
                  <a:cubicBezTo>
                    <a:pt x="3" y="44"/>
                    <a:pt x="7" y="47"/>
                    <a:pt x="11" y="48"/>
                  </a:cubicBezTo>
                  <a:cubicBezTo>
                    <a:pt x="11" y="48"/>
                    <a:pt x="11" y="48"/>
                    <a:pt x="11" y="48"/>
                  </a:cubicBezTo>
                  <a:cubicBezTo>
                    <a:pt x="11" y="50"/>
                    <a:pt x="14" y="52"/>
                    <a:pt x="16" y="52"/>
                  </a:cubicBezTo>
                  <a:cubicBezTo>
                    <a:pt x="17" y="52"/>
                    <a:pt x="18" y="52"/>
                    <a:pt x="19" y="52"/>
                  </a:cubicBezTo>
                  <a:cubicBezTo>
                    <a:pt x="20" y="52"/>
                    <a:pt x="21" y="53"/>
                    <a:pt x="22" y="53"/>
                  </a:cubicBezTo>
                  <a:cubicBezTo>
                    <a:pt x="22" y="53"/>
                    <a:pt x="22" y="53"/>
                    <a:pt x="22" y="53"/>
                  </a:cubicBezTo>
                  <a:cubicBezTo>
                    <a:pt x="22" y="53"/>
                    <a:pt x="22" y="53"/>
                    <a:pt x="22" y="53"/>
                  </a:cubicBezTo>
                  <a:cubicBezTo>
                    <a:pt x="24" y="52"/>
                    <a:pt x="25" y="51"/>
                    <a:pt x="26" y="50"/>
                  </a:cubicBezTo>
                  <a:cubicBezTo>
                    <a:pt x="27" y="50"/>
                    <a:pt x="29" y="50"/>
                    <a:pt x="31" y="49"/>
                  </a:cubicBezTo>
                  <a:cubicBezTo>
                    <a:pt x="39" y="46"/>
                    <a:pt x="32" y="45"/>
                    <a:pt x="31" y="40"/>
                  </a:cubicBezTo>
                  <a:cubicBezTo>
                    <a:pt x="31" y="35"/>
                    <a:pt x="36" y="40"/>
                    <a:pt x="38" y="39"/>
                  </a:cubicBezTo>
                  <a:cubicBezTo>
                    <a:pt x="40" y="39"/>
                    <a:pt x="38" y="35"/>
                    <a:pt x="38" y="31"/>
                  </a:cubicBezTo>
                  <a:cubicBezTo>
                    <a:pt x="37" y="27"/>
                    <a:pt x="39" y="30"/>
                    <a:pt x="43" y="30"/>
                  </a:cubicBezTo>
                  <a:cubicBezTo>
                    <a:pt x="46" y="29"/>
                    <a:pt x="46" y="28"/>
                    <a:pt x="45" y="26"/>
                  </a:cubicBezTo>
                  <a:cubicBezTo>
                    <a:pt x="47" y="26"/>
                    <a:pt x="48" y="26"/>
                    <a:pt x="49" y="26"/>
                  </a:cubicBezTo>
                  <a:cubicBezTo>
                    <a:pt x="49" y="26"/>
                    <a:pt x="49" y="26"/>
                    <a:pt x="49" y="26"/>
                  </a:cubicBezTo>
                  <a:cubicBezTo>
                    <a:pt x="52" y="24"/>
                    <a:pt x="53" y="20"/>
                    <a:pt x="53" y="17"/>
                  </a:cubicBezTo>
                  <a:cubicBezTo>
                    <a:pt x="52" y="14"/>
                    <a:pt x="51" y="13"/>
                    <a:pt x="49" y="1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4" name="Freeform 41"/>
            <p:cNvSpPr>
              <a:spLocks/>
            </p:cNvSpPr>
            <p:nvPr/>
          </p:nvSpPr>
          <p:spPr bwMode="gray">
            <a:xfrm>
              <a:off x="8861725" y="4683445"/>
              <a:ext cx="82550" cy="65087"/>
            </a:xfrm>
            <a:custGeom>
              <a:avLst/>
              <a:gdLst>
                <a:gd name="T0" fmla="*/ 60 w 60"/>
                <a:gd name="T1" fmla="*/ 26 h 47"/>
                <a:gd name="T2" fmla="*/ 59 w 60"/>
                <a:gd name="T3" fmla="*/ 21 h 47"/>
                <a:gd name="T4" fmla="*/ 22 w 60"/>
                <a:gd name="T5" fmla="*/ 6 h 47"/>
                <a:gd name="T6" fmla="*/ 6 w 60"/>
                <a:gd name="T7" fmla="*/ 43 h 47"/>
                <a:gd name="T8" fmla="*/ 8 w 60"/>
                <a:gd name="T9" fmla="*/ 47 h 47"/>
                <a:gd name="T10" fmla="*/ 60 w 60"/>
                <a:gd name="T11" fmla="*/ 26 h 47"/>
              </a:gdLst>
              <a:ahLst/>
              <a:cxnLst>
                <a:cxn ang="0">
                  <a:pos x="T0" y="T1"/>
                </a:cxn>
                <a:cxn ang="0">
                  <a:pos x="T2" y="T3"/>
                </a:cxn>
                <a:cxn ang="0">
                  <a:pos x="T4" y="T5"/>
                </a:cxn>
                <a:cxn ang="0">
                  <a:pos x="T6" y="T7"/>
                </a:cxn>
                <a:cxn ang="0">
                  <a:pos x="T8" y="T9"/>
                </a:cxn>
                <a:cxn ang="0">
                  <a:pos x="T10" y="T11"/>
                </a:cxn>
              </a:cxnLst>
              <a:rect l="0" t="0" r="r" b="b"/>
              <a:pathLst>
                <a:path w="60" h="47">
                  <a:moveTo>
                    <a:pt x="60" y="26"/>
                  </a:moveTo>
                  <a:cubicBezTo>
                    <a:pt x="60" y="24"/>
                    <a:pt x="59" y="23"/>
                    <a:pt x="59" y="21"/>
                  </a:cubicBezTo>
                  <a:cubicBezTo>
                    <a:pt x="53" y="7"/>
                    <a:pt x="36" y="0"/>
                    <a:pt x="22" y="6"/>
                  </a:cubicBezTo>
                  <a:cubicBezTo>
                    <a:pt x="7" y="12"/>
                    <a:pt x="0" y="29"/>
                    <a:pt x="6" y="43"/>
                  </a:cubicBezTo>
                  <a:cubicBezTo>
                    <a:pt x="7" y="44"/>
                    <a:pt x="7" y="46"/>
                    <a:pt x="8" y="47"/>
                  </a:cubicBezTo>
                  <a:lnTo>
                    <a:pt x="60" y="26"/>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5" name="Freeform 42"/>
            <p:cNvSpPr>
              <a:spLocks/>
            </p:cNvSpPr>
            <p:nvPr/>
          </p:nvSpPr>
          <p:spPr bwMode="gray">
            <a:xfrm>
              <a:off x="8885537" y="4683445"/>
              <a:ext cx="58738" cy="38100"/>
            </a:xfrm>
            <a:custGeom>
              <a:avLst/>
              <a:gdLst>
                <a:gd name="T0" fmla="*/ 34 w 42"/>
                <a:gd name="T1" fmla="*/ 24 h 28"/>
                <a:gd name="T2" fmla="*/ 35 w 42"/>
                <a:gd name="T3" fmla="*/ 28 h 28"/>
                <a:gd name="T4" fmla="*/ 42 w 42"/>
                <a:gd name="T5" fmla="*/ 26 h 28"/>
                <a:gd name="T6" fmla="*/ 41 w 42"/>
                <a:gd name="T7" fmla="*/ 21 h 28"/>
                <a:gd name="T8" fmla="*/ 4 w 42"/>
                <a:gd name="T9" fmla="*/ 6 h 28"/>
                <a:gd name="T10" fmla="*/ 0 w 42"/>
                <a:gd name="T11" fmla="*/ 8 h 28"/>
                <a:gd name="T12" fmla="*/ 34 w 42"/>
                <a:gd name="T13" fmla="*/ 24 h 28"/>
              </a:gdLst>
              <a:ahLst/>
              <a:cxnLst>
                <a:cxn ang="0">
                  <a:pos x="T0" y="T1"/>
                </a:cxn>
                <a:cxn ang="0">
                  <a:pos x="T2" y="T3"/>
                </a:cxn>
                <a:cxn ang="0">
                  <a:pos x="T4" y="T5"/>
                </a:cxn>
                <a:cxn ang="0">
                  <a:pos x="T6" y="T7"/>
                </a:cxn>
                <a:cxn ang="0">
                  <a:pos x="T8" y="T9"/>
                </a:cxn>
                <a:cxn ang="0">
                  <a:pos x="T10" y="T11"/>
                </a:cxn>
                <a:cxn ang="0">
                  <a:pos x="T12" y="T13"/>
                </a:cxn>
              </a:cxnLst>
              <a:rect l="0" t="0" r="r" b="b"/>
              <a:pathLst>
                <a:path w="42" h="28">
                  <a:moveTo>
                    <a:pt x="34" y="24"/>
                  </a:moveTo>
                  <a:cubicBezTo>
                    <a:pt x="34" y="26"/>
                    <a:pt x="34" y="27"/>
                    <a:pt x="35" y="28"/>
                  </a:cubicBezTo>
                  <a:cubicBezTo>
                    <a:pt x="42" y="26"/>
                    <a:pt x="42" y="26"/>
                    <a:pt x="42" y="26"/>
                  </a:cubicBezTo>
                  <a:cubicBezTo>
                    <a:pt x="42" y="24"/>
                    <a:pt x="41" y="23"/>
                    <a:pt x="41" y="21"/>
                  </a:cubicBezTo>
                  <a:cubicBezTo>
                    <a:pt x="35" y="7"/>
                    <a:pt x="18" y="0"/>
                    <a:pt x="4" y="6"/>
                  </a:cubicBezTo>
                  <a:cubicBezTo>
                    <a:pt x="2" y="7"/>
                    <a:pt x="1" y="7"/>
                    <a:pt x="0" y="8"/>
                  </a:cubicBezTo>
                  <a:cubicBezTo>
                    <a:pt x="14" y="4"/>
                    <a:pt x="28" y="11"/>
                    <a:pt x="34" y="24"/>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6" name="Freeform 43"/>
            <p:cNvSpPr>
              <a:spLocks/>
            </p:cNvSpPr>
            <p:nvPr/>
          </p:nvSpPr>
          <p:spPr bwMode="gray">
            <a:xfrm>
              <a:off x="8864900" y="4692970"/>
              <a:ext cx="26988" cy="55562"/>
            </a:xfrm>
            <a:custGeom>
              <a:avLst/>
              <a:gdLst>
                <a:gd name="T0" fmla="*/ 20 w 20"/>
                <a:gd name="T1" fmla="*/ 0 h 40"/>
                <a:gd name="T2" fmla="*/ 16 w 20"/>
                <a:gd name="T3" fmla="*/ 1 h 40"/>
                <a:gd name="T4" fmla="*/ 3 w 20"/>
                <a:gd name="T5" fmla="*/ 30 h 40"/>
                <a:gd name="T6" fmla="*/ 3 w 20"/>
                <a:gd name="T7" fmla="*/ 30 h 40"/>
                <a:gd name="T8" fmla="*/ 3 w 20"/>
                <a:gd name="T9" fmla="*/ 31 h 40"/>
                <a:gd name="T10" fmla="*/ 4 w 20"/>
                <a:gd name="T11" fmla="*/ 36 h 40"/>
                <a:gd name="T12" fmla="*/ 6 w 20"/>
                <a:gd name="T13" fmla="*/ 40 h 40"/>
                <a:gd name="T14" fmla="*/ 10 w 20"/>
                <a:gd name="T15" fmla="*/ 38 h 40"/>
                <a:gd name="T16" fmla="*/ 13 w 20"/>
                <a:gd name="T17" fmla="*/ 37 h 40"/>
                <a:gd name="T18" fmla="*/ 11 w 20"/>
                <a:gd name="T19" fmla="*/ 33 h 40"/>
                <a:gd name="T20" fmla="*/ 20 w 20"/>
                <a:gd name="T21"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40">
                  <a:moveTo>
                    <a:pt x="20" y="0"/>
                  </a:moveTo>
                  <a:cubicBezTo>
                    <a:pt x="18" y="0"/>
                    <a:pt x="17" y="1"/>
                    <a:pt x="16" y="1"/>
                  </a:cubicBezTo>
                  <a:cubicBezTo>
                    <a:pt x="6" y="7"/>
                    <a:pt x="0" y="19"/>
                    <a:pt x="3" y="30"/>
                  </a:cubicBezTo>
                  <a:cubicBezTo>
                    <a:pt x="3" y="30"/>
                    <a:pt x="3" y="30"/>
                    <a:pt x="3" y="30"/>
                  </a:cubicBezTo>
                  <a:cubicBezTo>
                    <a:pt x="3" y="31"/>
                    <a:pt x="3" y="31"/>
                    <a:pt x="3" y="31"/>
                  </a:cubicBezTo>
                  <a:cubicBezTo>
                    <a:pt x="3" y="33"/>
                    <a:pt x="4" y="34"/>
                    <a:pt x="4" y="36"/>
                  </a:cubicBezTo>
                  <a:cubicBezTo>
                    <a:pt x="5" y="37"/>
                    <a:pt x="6" y="39"/>
                    <a:pt x="6" y="40"/>
                  </a:cubicBezTo>
                  <a:cubicBezTo>
                    <a:pt x="10" y="38"/>
                    <a:pt x="10" y="38"/>
                    <a:pt x="10" y="38"/>
                  </a:cubicBezTo>
                  <a:cubicBezTo>
                    <a:pt x="13" y="37"/>
                    <a:pt x="13" y="37"/>
                    <a:pt x="13" y="37"/>
                  </a:cubicBezTo>
                  <a:cubicBezTo>
                    <a:pt x="13" y="36"/>
                    <a:pt x="12" y="34"/>
                    <a:pt x="11" y="33"/>
                  </a:cubicBezTo>
                  <a:cubicBezTo>
                    <a:pt x="6" y="21"/>
                    <a:pt x="10" y="8"/>
                    <a:pt x="20" y="0"/>
                  </a:cubicBez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7" name="Freeform 44"/>
            <p:cNvSpPr>
              <a:spLocks/>
            </p:cNvSpPr>
            <p:nvPr/>
          </p:nvSpPr>
          <p:spPr bwMode="gray">
            <a:xfrm>
              <a:off x="8864900" y="4708845"/>
              <a:ext cx="84138" cy="39687"/>
            </a:xfrm>
            <a:custGeom>
              <a:avLst/>
              <a:gdLst>
                <a:gd name="T0" fmla="*/ 58 w 61"/>
                <a:gd name="T1" fmla="*/ 0 h 29"/>
                <a:gd name="T2" fmla="*/ 1 w 61"/>
                <a:gd name="T3" fmla="*/ 23 h 29"/>
                <a:gd name="T4" fmla="*/ 1 w 61"/>
                <a:gd name="T5" fmla="*/ 27 h 29"/>
                <a:gd name="T6" fmla="*/ 3 w 61"/>
                <a:gd name="T7" fmla="*/ 29 h 29"/>
                <a:gd name="T8" fmla="*/ 61 w 61"/>
                <a:gd name="T9" fmla="*/ 5 h 29"/>
                <a:gd name="T10" fmla="*/ 61 w 61"/>
                <a:gd name="T11" fmla="*/ 2 h 29"/>
                <a:gd name="T12" fmla="*/ 58 w 61"/>
                <a:gd name="T13" fmla="*/ 0 h 29"/>
              </a:gdLst>
              <a:ahLst/>
              <a:cxnLst>
                <a:cxn ang="0">
                  <a:pos x="T0" y="T1"/>
                </a:cxn>
                <a:cxn ang="0">
                  <a:pos x="T2" y="T3"/>
                </a:cxn>
                <a:cxn ang="0">
                  <a:pos x="T4" y="T5"/>
                </a:cxn>
                <a:cxn ang="0">
                  <a:pos x="T6" y="T7"/>
                </a:cxn>
                <a:cxn ang="0">
                  <a:pos x="T8" y="T9"/>
                </a:cxn>
                <a:cxn ang="0">
                  <a:pos x="T10" y="T11"/>
                </a:cxn>
                <a:cxn ang="0">
                  <a:pos x="T12" y="T13"/>
                </a:cxn>
              </a:cxnLst>
              <a:rect l="0" t="0" r="r" b="b"/>
              <a:pathLst>
                <a:path w="61" h="29">
                  <a:moveTo>
                    <a:pt x="58" y="0"/>
                  </a:moveTo>
                  <a:cubicBezTo>
                    <a:pt x="1" y="23"/>
                    <a:pt x="1" y="23"/>
                    <a:pt x="1" y="23"/>
                  </a:cubicBezTo>
                  <a:cubicBezTo>
                    <a:pt x="1" y="23"/>
                    <a:pt x="0" y="25"/>
                    <a:pt x="1" y="27"/>
                  </a:cubicBezTo>
                  <a:cubicBezTo>
                    <a:pt x="2" y="28"/>
                    <a:pt x="3" y="29"/>
                    <a:pt x="3" y="29"/>
                  </a:cubicBezTo>
                  <a:cubicBezTo>
                    <a:pt x="61" y="5"/>
                    <a:pt x="61" y="5"/>
                    <a:pt x="61" y="5"/>
                  </a:cubicBezTo>
                  <a:cubicBezTo>
                    <a:pt x="61" y="5"/>
                    <a:pt x="61" y="4"/>
                    <a:pt x="61" y="2"/>
                  </a:cubicBezTo>
                  <a:cubicBezTo>
                    <a:pt x="60" y="0"/>
                    <a:pt x="58" y="0"/>
                    <a:pt x="58" y="0"/>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8" name="Freeform 45"/>
            <p:cNvSpPr>
              <a:spLocks noEditPoints="1"/>
            </p:cNvSpPr>
            <p:nvPr/>
          </p:nvSpPr>
          <p:spPr bwMode="gray">
            <a:xfrm>
              <a:off x="8693450" y="5112070"/>
              <a:ext cx="246063" cy="301625"/>
            </a:xfrm>
            <a:custGeom>
              <a:avLst/>
              <a:gdLst>
                <a:gd name="T0" fmla="*/ 100 w 178"/>
                <a:gd name="T1" fmla="*/ 161 h 219"/>
                <a:gd name="T2" fmla="*/ 175 w 178"/>
                <a:gd name="T3" fmla="*/ 114 h 219"/>
                <a:gd name="T4" fmla="*/ 176 w 178"/>
                <a:gd name="T5" fmla="*/ 113 h 219"/>
                <a:gd name="T6" fmla="*/ 176 w 178"/>
                <a:gd name="T7" fmla="*/ 113 h 219"/>
                <a:gd name="T8" fmla="*/ 177 w 178"/>
                <a:gd name="T9" fmla="*/ 112 h 219"/>
                <a:gd name="T10" fmla="*/ 177 w 178"/>
                <a:gd name="T11" fmla="*/ 110 h 219"/>
                <a:gd name="T12" fmla="*/ 177 w 178"/>
                <a:gd name="T13" fmla="*/ 109 h 219"/>
                <a:gd name="T14" fmla="*/ 177 w 178"/>
                <a:gd name="T15" fmla="*/ 108 h 219"/>
                <a:gd name="T16" fmla="*/ 176 w 178"/>
                <a:gd name="T17" fmla="*/ 107 h 219"/>
                <a:gd name="T18" fmla="*/ 176 w 178"/>
                <a:gd name="T19" fmla="*/ 107 h 219"/>
                <a:gd name="T20" fmla="*/ 175 w 178"/>
                <a:gd name="T21" fmla="*/ 106 h 219"/>
                <a:gd name="T22" fmla="*/ 174 w 178"/>
                <a:gd name="T23" fmla="*/ 105 h 219"/>
                <a:gd name="T24" fmla="*/ 100 w 178"/>
                <a:gd name="T25" fmla="*/ 58 h 219"/>
                <a:gd name="T26" fmla="*/ 176 w 178"/>
                <a:gd name="T27" fmla="*/ 3 h 219"/>
                <a:gd name="T28" fmla="*/ 89 w 178"/>
                <a:gd name="T29" fmla="*/ 51 h 219"/>
                <a:gd name="T30" fmla="*/ 2 w 178"/>
                <a:gd name="T31" fmla="*/ 3 h 219"/>
                <a:gd name="T32" fmla="*/ 78 w 178"/>
                <a:gd name="T33" fmla="*/ 58 h 219"/>
                <a:gd name="T34" fmla="*/ 3 w 178"/>
                <a:gd name="T35" fmla="*/ 105 h 219"/>
                <a:gd name="T36" fmla="*/ 2 w 178"/>
                <a:gd name="T37" fmla="*/ 106 h 219"/>
                <a:gd name="T38" fmla="*/ 2 w 178"/>
                <a:gd name="T39" fmla="*/ 107 h 219"/>
                <a:gd name="T40" fmla="*/ 2 w 178"/>
                <a:gd name="T41" fmla="*/ 107 h 219"/>
                <a:gd name="T42" fmla="*/ 1 w 178"/>
                <a:gd name="T43" fmla="*/ 108 h 219"/>
                <a:gd name="T44" fmla="*/ 1 w 178"/>
                <a:gd name="T45" fmla="*/ 109 h 219"/>
                <a:gd name="T46" fmla="*/ 1 w 178"/>
                <a:gd name="T47" fmla="*/ 110 h 219"/>
                <a:gd name="T48" fmla="*/ 1 w 178"/>
                <a:gd name="T49" fmla="*/ 112 h 219"/>
                <a:gd name="T50" fmla="*/ 1 w 178"/>
                <a:gd name="T51" fmla="*/ 113 h 219"/>
                <a:gd name="T52" fmla="*/ 2 w 178"/>
                <a:gd name="T53" fmla="*/ 113 h 219"/>
                <a:gd name="T54" fmla="*/ 3 w 178"/>
                <a:gd name="T55" fmla="*/ 114 h 219"/>
                <a:gd name="T56" fmla="*/ 78 w 178"/>
                <a:gd name="T57" fmla="*/ 161 h 219"/>
                <a:gd name="T58" fmla="*/ 2 w 178"/>
                <a:gd name="T59" fmla="*/ 216 h 219"/>
                <a:gd name="T60" fmla="*/ 10 w 178"/>
                <a:gd name="T61" fmla="*/ 218 h 219"/>
                <a:gd name="T62" fmla="*/ 168 w 178"/>
                <a:gd name="T63" fmla="*/ 218 h 219"/>
                <a:gd name="T64" fmla="*/ 176 w 178"/>
                <a:gd name="T65" fmla="*/ 216 h 219"/>
                <a:gd name="T66" fmla="*/ 18 w 178"/>
                <a:gd name="T67" fmla="*/ 110 h 219"/>
                <a:gd name="T68" fmla="*/ 160 w 178"/>
                <a:gd name="T69" fmla="*/ 110 h 219"/>
                <a:gd name="T70" fmla="*/ 18 w 178"/>
                <a:gd name="T71" fmla="*/ 11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78" h="219">
                  <a:moveTo>
                    <a:pt x="174" y="208"/>
                  </a:moveTo>
                  <a:cubicBezTo>
                    <a:pt x="100" y="161"/>
                    <a:pt x="100" y="161"/>
                    <a:pt x="100" y="161"/>
                  </a:cubicBezTo>
                  <a:cubicBezTo>
                    <a:pt x="174" y="115"/>
                    <a:pt x="174" y="115"/>
                    <a:pt x="174" y="115"/>
                  </a:cubicBezTo>
                  <a:cubicBezTo>
                    <a:pt x="175" y="114"/>
                    <a:pt x="175" y="114"/>
                    <a:pt x="175" y="114"/>
                  </a:cubicBezTo>
                  <a:cubicBezTo>
                    <a:pt x="175" y="114"/>
                    <a:pt x="175" y="114"/>
                    <a:pt x="175" y="114"/>
                  </a:cubicBezTo>
                  <a:cubicBezTo>
                    <a:pt x="175" y="114"/>
                    <a:pt x="176" y="114"/>
                    <a:pt x="176" y="113"/>
                  </a:cubicBezTo>
                  <a:cubicBezTo>
                    <a:pt x="176" y="113"/>
                    <a:pt x="176" y="113"/>
                    <a:pt x="176" y="113"/>
                  </a:cubicBezTo>
                  <a:cubicBezTo>
                    <a:pt x="176" y="113"/>
                    <a:pt x="176" y="113"/>
                    <a:pt x="176" y="113"/>
                  </a:cubicBezTo>
                  <a:cubicBezTo>
                    <a:pt x="177" y="112"/>
                    <a:pt x="177" y="112"/>
                    <a:pt x="177" y="112"/>
                  </a:cubicBezTo>
                  <a:cubicBezTo>
                    <a:pt x="177" y="112"/>
                    <a:pt x="177" y="112"/>
                    <a:pt x="177" y="112"/>
                  </a:cubicBezTo>
                  <a:cubicBezTo>
                    <a:pt x="177" y="111"/>
                    <a:pt x="177" y="111"/>
                    <a:pt x="177" y="111"/>
                  </a:cubicBezTo>
                  <a:cubicBezTo>
                    <a:pt x="177" y="110"/>
                    <a:pt x="177" y="110"/>
                    <a:pt x="177" y="110"/>
                  </a:cubicBezTo>
                  <a:cubicBezTo>
                    <a:pt x="177" y="110"/>
                    <a:pt x="177" y="110"/>
                    <a:pt x="177" y="110"/>
                  </a:cubicBezTo>
                  <a:cubicBezTo>
                    <a:pt x="177" y="109"/>
                    <a:pt x="177" y="109"/>
                    <a:pt x="177" y="109"/>
                  </a:cubicBezTo>
                  <a:cubicBezTo>
                    <a:pt x="177" y="109"/>
                    <a:pt x="177" y="109"/>
                    <a:pt x="177" y="109"/>
                  </a:cubicBezTo>
                  <a:cubicBezTo>
                    <a:pt x="177" y="108"/>
                    <a:pt x="177" y="108"/>
                    <a:pt x="177" y="108"/>
                  </a:cubicBezTo>
                  <a:cubicBezTo>
                    <a:pt x="177" y="108"/>
                    <a:pt x="177" y="108"/>
                    <a:pt x="177" y="108"/>
                  </a:cubicBezTo>
                  <a:cubicBezTo>
                    <a:pt x="176" y="107"/>
                    <a:pt x="176" y="107"/>
                    <a:pt x="176" y="107"/>
                  </a:cubicBezTo>
                  <a:cubicBezTo>
                    <a:pt x="176" y="107"/>
                    <a:pt x="176" y="107"/>
                    <a:pt x="176" y="107"/>
                  </a:cubicBezTo>
                  <a:cubicBezTo>
                    <a:pt x="176" y="107"/>
                    <a:pt x="176" y="107"/>
                    <a:pt x="176" y="107"/>
                  </a:cubicBezTo>
                  <a:cubicBezTo>
                    <a:pt x="176" y="106"/>
                    <a:pt x="176" y="106"/>
                    <a:pt x="176" y="106"/>
                  </a:cubicBezTo>
                  <a:cubicBezTo>
                    <a:pt x="175" y="106"/>
                    <a:pt x="175" y="106"/>
                    <a:pt x="175" y="106"/>
                  </a:cubicBezTo>
                  <a:cubicBezTo>
                    <a:pt x="175" y="105"/>
                    <a:pt x="175" y="105"/>
                    <a:pt x="175" y="105"/>
                  </a:cubicBezTo>
                  <a:cubicBezTo>
                    <a:pt x="174" y="105"/>
                    <a:pt x="174" y="105"/>
                    <a:pt x="174" y="105"/>
                  </a:cubicBezTo>
                  <a:cubicBezTo>
                    <a:pt x="174" y="105"/>
                    <a:pt x="174" y="105"/>
                    <a:pt x="174" y="105"/>
                  </a:cubicBezTo>
                  <a:cubicBezTo>
                    <a:pt x="100" y="58"/>
                    <a:pt x="100" y="58"/>
                    <a:pt x="100" y="58"/>
                  </a:cubicBezTo>
                  <a:cubicBezTo>
                    <a:pt x="174" y="12"/>
                    <a:pt x="174" y="12"/>
                    <a:pt x="174" y="12"/>
                  </a:cubicBezTo>
                  <a:cubicBezTo>
                    <a:pt x="177" y="10"/>
                    <a:pt x="178" y="6"/>
                    <a:pt x="176" y="3"/>
                  </a:cubicBezTo>
                  <a:cubicBezTo>
                    <a:pt x="174" y="1"/>
                    <a:pt x="171" y="0"/>
                    <a:pt x="168" y="2"/>
                  </a:cubicBezTo>
                  <a:cubicBezTo>
                    <a:pt x="89" y="51"/>
                    <a:pt x="89" y="51"/>
                    <a:pt x="89" y="51"/>
                  </a:cubicBezTo>
                  <a:cubicBezTo>
                    <a:pt x="10" y="2"/>
                    <a:pt x="10" y="2"/>
                    <a:pt x="10" y="2"/>
                  </a:cubicBezTo>
                  <a:cubicBezTo>
                    <a:pt x="7" y="0"/>
                    <a:pt x="3" y="1"/>
                    <a:pt x="2" y="3"/>
                  </a:cubicBezTo>
                  <a:cubicBezTo>
                    <a:pt x="0" y="6"/>
                    <a:pt x="1" y="10"/>
                    <a:pt x="4" y="12"/>
                  </a:cubicBezTo>
                  <a:cubicBezTo>
                    <a:pt x="78" y="58"/>
                    <a:pt x="78" y="58"/>
                    <a:pt x="78" y="58"/>
                  </a:cubicBezTo>
                  <a:cubicBezTo>
                    <a:pt x="4" y="105"/>
                    <a:pt x="4" y="105"/>
                    <a:pt x="4" y="105"/>
                  </a:cubicBezTo>
                  <a:cubicBezTo>
                    <a:pt x="3" y="105"/>
                    <a:pt x="3" y="105"/>
                    <a:pt x="3" y="105"/>
                  </a:cubicBezTo>
                  <a:cubicBezTo>
                    <a:pt x="3" y="105"/>
                    <a:pt x="3" y="105"/>
                    <a:pt x="3" y="105"/>
                  </a:cubicBezTo>
                  <a:cubicBezTo>
                    <a:pt x="2" y="106"/>
                    <a:pt x="2" y="106"/>
                    <a:pt x="2" y="106"/>
                  </a:cubicBezTo>
                  <a:cubicBezTo>
                    <a:pt x="2" y="106"/>
                    <a:pt x="2" y="106"/>
                    <a:pt x="2" y="106"/>
                  </a:cubicBezTo>
                  <a:cubicBezTo>
                    <a:pt x="2" y="107"/>
                    <a:pt x="2" y="107"/>
                    <a:pt x="2" y="107"/>
                  </a:cubicBezTo>
                  <a:cubicBezTo>
                    <a:pt x="2" y="107"/>
                    <a:pt x="2" y="107"/>
                    <a:pt x="2" y="107"/>
                  </a:cubicBezTo>
                  <a:cubicBezTo>
                    <a:pt x="2" y="107"/>
                    <a:pt x="2" y="107"/>
                    <a:pt x="2" y="107"/>
                  </a:cubicBezTo>
                  <a:cubicBezTo>
                    <a:pt x="1" y="108"/>
                    <a:pt x="1" y="108"/>
                    <a:pt x="1" y="108"/>
                  </a:cubicBezTo>
                  <a:cubicBezTo>
                    <a:pt x="1" y="108"/>
                    <a:pt x="1" y="108"/>
                    <a:pt x="1" y="108"/>
                  </a:cubicBezTo>
                  <a:cubicBezTo>
                    <a:pt x="1" y="109"/>
                    <a:pt x="1" y="109"/>
                    <a:pt x="1" y="109"/>
                  </a:cubicBezTo>
                  <a:cubicBezTo>
                    <a:pt x="1" y="109"/>
                    <a:pt x="1" y="109"/>
                    <a:pt x="1" y="109"/>
                  </a:cubicBezTo>
                  <a:cubicBezTo>
                    <a:pt x="1" y="110"/>
                    <a:pt x="1" y="110"/>
                    <a:pt x="1" y="110"/>
                  </a:cubicBezTo>
                  <a:cubicBezTo>
                    <a:pt x="1" y="110"/>
                    <a:pt x="1" y="110"/>
                    <a:pt x="1" y="110"/>
                  </a:cubicBezTo>
                  <a:cubicBezTo>
                    <a:pt x="1" y="111"/>
                    <a:pt x="1" y="111"/>
                    <a:pt x="1" y="111"/>
                  </a:cubicBezTo>
                  <a:cubicBezTo>
                    <a:pt x="1" y="112"/>
                    <a:pt x="1" y="112"/>
                    <a:pt x="1" y="112"/>
                  </a:cubicBezTo>
                  <a:cubicBezTo>
                    <a:pt x="1" y="112"/>
                    <a:pt x="1" y="112"/>
                    <a:pt x="1" y="112"/>
                  </a:cubicBezTo>
                  <a:cubicBezTo>
                    <a:pt x="1" y="113"/>
                    <a:pt x="1" y="113"/>
                    <a:pt x="1" y="113"/>
                  </a:cubicBezTo>
                  <a:cubicBezTo>
                    <a:pt x="2" y="113"/>
                    <a:pt x="2" y="113"/>
                    <a:pt x="2" y="113"/>
                  </a:cubicBezTo>
                  <a:cubicBezTo>
                    <a:pt x="2" y="113"/>
                    <a:pt x="2" y="113"/>
                    <a:pt x="2" y="113"/>
                  </a:cubicBezTo>
                  <a:cubicBezTo>
                    <a:pt x="2" y="114"/>
                    <a:pt x="2" y="114"/>
                    <a:pt x="3" y="114"/>
                  </a:cubicBezTo>
                  <a:cubicBezTo>
                    <a:pt x="3" y="114"/>
                    <a:pt x="3" y="114"/>
                    <a:pt x="3" y="114"/>
                  </a:cubicBezTo>
                  <a:cubicBezTo>
                    <a:pt x="4" y="115"/>
                    <a:pt x="4" y="115"/>
                    <a:pt x="4" y="115"/>
                  </a:cubicBezTo>
                  <a:cubicBezTo>
                    <a:pt x="78" y="161"/>
                    <a:pt x="78" y="161"/>
                    <a:pt x="78" y="161"/>
                  </a:cubicBezTo>
                  <a:cubicBezTo>
                    <a:pt x="4" y="208"/>
                    <a:pt x="4" y="208"/>
                    <a:pt x="4" y="208"/>
                  </a:cubicBezTo>
                  <a:cubicBezTo>
                    <a:pt x="1" y="210"/>
                    <a:pt x="0" y="213"/>
                    <a:pt x="2" y="216"/>
                  </a:cubicBezTo>
                  <a:cubicBezTo>
                    <a:pt x="3" y="218"/>
                    <a:pt x="5" y="219"/>
                    <a:pt x="7" y="219"/>
                  </a:cubicBezTo>
                  <a:cubicBezTo>
                    <a:pt x="8" y="219"/>
                    <a:pt x="9" y="219"/>
                    <a:pt x="10" y="218"/>
                  </a:cubicBezTo>
                  <a:cubicBezTo>
                    <a:pt x="89" y="169"/>
                    <a:pt x="89" y="169"/>
                    <a:pt x="89" y="169"/>
                  </a:cubicBezTo>
                  <a:cubicBezTo>
                    <a:pt x="168" y="218"/>
                    <a:pt x="168" y="218"/>
                    <a:pt x="168" y="218"/>
                  </a:cubicBezTo>
                  <a:cubicBezTo>
                    <a:pt x="169" y="219"/>
                    <a:pt x="170" y="219"/>
                    <a:pt x="171" y="219"/>
                  </a:cubicBezTo>
                  <a:cubicBezTo>
                    <a:pt x="173" y="219"/>
                    <a:pt x="175" y="218"/>
                    <a:pt x="176" y="216"/>
                  </a:cubicBezTo>
                  <a:cubicBezTo>
                    <a:pt x="178" y="213"/>
                    <a:pt x="177" y="210"/>
                    <a:pt x="174" y="208"/>
                  </a:cubicBezTo>
                  <a:close/>
                  <a:moveTo>
                    <a:pt x="18" y="110"/>
                  </a:moveTo>
                  <a:cubicBezTo>
                    <a:pt x="89" y="65"/>
                    <a:pt x="89" y="65"/>
                    <a:pt x="89" y="65"/>
                  </a:cubicBezTo>
                  <a:cubicBezTo>
                    <a:pt x="160" y="110"/>
                    <a:pt x="160" y="110"/>
                    <a:pt x="160" y="110"/>
                  </a:cubicBezTo>
                  <a:cubicBezTo>
                    <a:pt x="89" y="154"/>
                    <a:pt x="89" y="154"/>
                    <a:pt x="89" y="154"/>
                  </a:cubicBezTo>
                  <a:lnTo>
                    <a:pt x="18" y="11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9" name="Freeform 46"/>
            <p:cNvSpPr>
              <a:spLocks/>
            </p:cNvSpPr>
            <p:nvPr/>
          </p:nvSpPr>
          <p:spPr bwMode="gray">
            <a:xfrm>
              <a:off x="8642650" y="5386708"/>
              <a:ext cx="346075" cy="112712"/>
            </a:xfrm>
            <a:custGeom>
              <a:avLst/>
              <a:gdLst>
                <a:gd name="T0" fmla="*/ 250 w 250"/>
                <a:gd name="T1" fmla="*/ 72 h 81"/>
                <a:gd name="T2" fmla="*/ 241 w 250"/>
                <a:gd name="T3" fmla="*/ 81 h 81"/>
                <a:gd name="T4" fmla="*/ 9 w 250"/>
                <a:gd name="T5" fmla="*/ 81 h 81"/>
                <a:gd name="T6" fmla="*/ 0 w 250"/>
                <a:gd name="T7" fmla="*/ 72 h 81"/>
                <a:gd name="T8" fmla="*/ 0 w 250"/>
                <a:gd name="T9" fmla="*/ 9 h 81"/>
                <a:gd name="T10" fmla="*/ 9 w 250"/>
                <a:gd name="T11" fmla="*/ 0 h 81"/>
                <a:gd name="T12" fmla="*/ 241 w 250"/>
                <a:gd name="T13" fmla="*/ 0 h 81"/>
                <a:gd name="T14" fmla="*/ 250 w 250"/>
                <a:gd name="T15" fmla="*/ 9 h 81"/>
                <a:gd name="T16" fmla="*/ 250 w 250"/>
                <a:gd name="T17" fmla="*/ 72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81">
                  <a:moveTo>
                    <a:pt x="250" y="72"/>
                  </a:moveTo>
                  <a:cubicBezTo>
                    <a:pt x="250" y="77"/>
                    <a:pt x="246" y="81"/>
                    <a:pt x="241" y="81"/>
                  </a:cubicBezTo>
                  <a:cubicBezTo>
                    <a:pt x="9" y="81"/>
                    <a:pt x="9" y="81"/>
                    <a:pt x="9" y="81"/>
                  </a:cubicBezTo>
                  <a:cubicBezTo>
                    <a:pt x="4" y="81"/>
                    <a:pt x="0" y="77"/>
                    <a:pt x="0" y="72"/>
                  </a:cubicBezTo>
                  <a:cubicBezTo>
                    <a:pt x="0" y="9"/>
                    <a:pt x="0" y="9"/>
                    <a:pt x="0" y="9"/>
                  </a:cubicBezTo>
                  <a:cubicBezTo>
                    <a:pt x="0" y="4"/>
                    <a:pt x="4" y="0"/>
                    <a:pt x="9" y="0"/>
                  </a:cubicBezTo>
                  <a:cubicBezTo>
                    <a:pt x="241" y="0"/>
                    <a:pt x="241" y="0"/>
                    <a:pt x="241" y="0"/>
                  </a:cubicBezTo>
                  <a:cubicBezTo>
                    <a:pt x="246" y="0"/>
                    <a:pt x="250" y="4"/>
                    <a:pt x="250" y="9"/>
                  </a:cubicBezTo>
                  <a:lnTo>
                    <a:pt x="250" y="7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0" name="Freeform 47"/>
            <p:cNvSpPr>
              <a:spLocks/>
            </p:cNvSpPr>
            <p:nvPr/>
          </p:nvSpPr>
          <p:spPr bwMode="gray">
            <a:xfrm>
              <a:off x="8642650" y="5405758"/>
              <a:ext cx="327025" cy="93662"/>
            </a:xfrm>
            <a:custGeom>
              <a:avLst/>
              <a:gdLst>
                <a:gd name="T0" fmla="*/ 22 w 236"/>
                <a:gd name="T1" fmla="*/ 55 h 68"/>
                <a:gd name="T2" fmla="*/ 14 w 236"/>
                <a:gd name="T3" fmla="*/ 46 h 68"/>
                <a:gd name="T4" fmla="*/ 14 w 236"/>
                <a:gd name="T5" fmla="*/ 0 h 68"/>
                <a:gd name="T6" fmla="*/ 0 w 236"/>
                <a:gd name="T7" fmla="*/ 0 h 68"/>
                <a:gd name="T8" fmla="*/ 0 w 236"/>
                <a:gd name="T9" fmla="*/ 59 h 68"/>
                <a:gd name="T10" fmla="*/ 9 w 236"/>
                <a:gd name="T11" fmla="*/ 68 h 68"/>
                <a:gd name="T12" fmla="*/ 236 w 236"/>
                <a:gd name="T13" fmla="*/ 68 h 68"/>
                <a:gd name="T14" fmla="*/ 236 w 236"/>
                <a:gd name="T15" fmla="*/ 55 h 68"/>
                <a:gd name="T16" fmla="*/ 22 w 236"/>
                <a:gd name="T17" fmla="*/ 55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68">
                  <a:moveTo>
                    <a:pt x="22" y="55"/>
                  </a:moveTo>
                  <a:cubicBezTo>
                    <a:pt x="17" y="55"/>
                    <a:pt x="14" y="51"/>
                    <a:pt x="14" y="46"/>
                  </a:cubicBezTo>
                  <a:cubicBezTo>
                    <a:pt x="14" y="0"/>
                    <a:pt x="14" y="0"/>
                    <a:pt x="14" y="0"/>
                  </a:cubicBezTo>
                  <a:cubicBezTo>
                    <a:pt x="0" y="0"/>
                    <a:pt x="0" y="0"/>
                    <a:pt x="0" y="0"/>
                  </a:cubicBezTo>
                  <a:cubicBezTo>
                    <a:pt x="0" y="59"/>
                    <a:pt x="0" y="59"/>
                    <a:pt x="0" y="59"/>
                  </a:cubicBezTo>
                  <a:cubicBezTo>
                    <a:pt x="0" y="64"/>
                    <a:pt x="4" y="68"/>
                    <a:pt x="9" y="68"/>
                  </a:cubicBezTo>
                  <a:cubicBezTo>
                    <a:pt x="236" y="68"/>
                    <a:pt x="236" y="68"/>
                    <a:pt x="236" y="68"/>
                  </a:cubicBezTo>
                  <a:cubicBezTo>
                    <a:pt x="236" y="55"/>
                    <a:pt x="236" y="55"/>
                    <a:pt x="236" y="55"/>
                  </a:cubicBezTo>
                  <a:lnTo>
                    <a:pt x="22" y="5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1" name="Freeform 48"/>
            <p:cNvSpPr>
              <a:spLocks/>
            </p:cNvSpPr>
            <p:nvPr/>
          </p:nvSpPr>
          <p:spPr bwMode="gray">
            <a:xfrm>
              <a:off x="8642650" y="5386708"/>
              <a:ext cx="346075" cy="112712"/>
            </a:xfrm>
            <a:custGeom>
              <a:avLst/>
              <a:gdLst>
                <a:gd name="T0" fmla="*/ 241 w 250"/>
                <a:gd name="T1" fmla="*/ 81 h 81"/>
                <a:gd name="T2" fmla="*/ 236 w 250"/>
                <a:gd name="T3" fmla="*/ 81 h 81"/>
                <a:gd name="T4" fmla="*/ 236 w 250"/>
                <a:gd name="T5" fmla="*/ 22 h 81"/>
                <a:gd name="T6" fmla="*/ 228 w 250"/>
                <a:gd name="T7" fmla="*/ 13 h 81"/>
                <a:gd name="T8" fmla="*/ 0 w 250"/>
                <a:gd name="T9" fmla="*/ 13 h 81"/>
                <a:gd name="T10" fmla="*/ 0 w 250"/>
                <a:gd name="T11" fmla="*/ 9 h 81"/>
                <a:gd name="T12" fmla="*/ 9 w 250"/>
                <a:gd name="T13" fmla="*/ 0 h 81"/>
                <a:gd name="T14" fmla="*/ 241 w 250"/>
                <a:gd name="T15" fmla="*/ 0 h 81"/>
                <a:gd name="T16" fmla="*/ 250 w 250"/>
                <a:gd name="T17" fmla="*/ 9 h 81"/>
                <a:gd name="T18" fmla="*/ 250 w 250"/>
                <a:gd name="T19" fmla="*/ 72 h 81"/>
                <a:gd name="T20" fmla="*/ 241 w 250"/>
                <a:gd name="T21" fmla="*/ 8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81">
                  <a:moveTo>
                    <a:pt x="241" y="81"/>
                  </a:moveTo>
                  <a:cubicBezTo>
                    <a:pt x="236" y="81"/>
                    <a:pt x="236" y="81"/>
                    <a:pt x="236" y="81"/>
                  </a:cubicBezTo>
                  <a:cubicBezTo>
                    <a:pt x="236" y="22"/>
                    <a:pt x="236" y="22"/>
                    <a:pt x="236" y="22"/>
                  </a:cubicBezTo>
                  <a:cubicBezTo>
                    <a:pt x="236" y="17"/>
                    <a:pt x="232" y="13"/>
                    <a:pt x="228" y="13"/>
                  </a:cubicBezTo>
                  <a:cubicBezTo>
                    <a:pt x="0" y="13"/>
                    <a:pt x="0" y="13"/>
                    <a:pt x="0" y="13"/>
                  </a:cubicBezTo>
                  <a:cubicBezTo>
                    <a:pt x="0" y="9"/>
                    <a:pt x="0" y="9"/>
                    <a:pt x="0" y="9"/>
                  </a:cubicBezTo>
                  <a:cubicBezTo>
                    <a:pt x="0" y="4"/>
                    <a:pt x="4" y="0"/>
                    <a:pt x="9" y="0"/>
                  </a:cubicBezTo>
                  <a:cubicBezTo>
                    <a:pt x="241" y="0"/>
                    <a:pt x="241" y="0"/>
                    <a:pt x="241" y="0"/>
                  </a:cubicBezTo>
                  <a:cubicBezTo>
                    <a:pt x="246" y="0"/>
                    <a:pt x="250" y="4"/>
                    <a:pt x="250" y="9"/>
                  </a:cubicBezTo>
                  <a:cubicBezTo>
                    <a:pt x="250" y="72"/>
                    <a:pt x="250" y="72"/>
                    <a:pt x="250" y="72"/>
                  </a:cubicBezTo>
                  <a:cubicBezTo>
                    <a:pt x="250" y="77"/>
                    <a:pt x="246" y="81"/>
                    <a:pt x="241" y="8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2" name="Oval 49"/>
            <p:cNvSpPr>
              <a:spLocks noChangeArrowheads="1"/>
            </p:cNvSpPr>
            <p:nvPr/>
          </p:nvSpPr>
          <p:spPr bwMode="gray">
            <a:xfrm>
              <a:off x="8674400"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3" name="Oval 50"/>
            <p:cNvSpPr>
              <a:spLocks noChangeArrowheads="1"/>
            </p:cNvSpPr>
            <p:nvPr/>
          </p:nvSpPr>
          <p:spPr bwMode="gray">
            <a:xfrm>
              <a:off x="8693450" y="5474020"/>
              <a:ext cx="49213"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4" name="Freeform 51"/>
            <p:cNvSpPr>
              <a:spLocks/>
            </p:cNvSpPr>
            <p:nvPr/>
          </p:nvSpPr>
          <p:spPr bwMode="gray">
            <a:xfrm>
              <a:off x="8693450"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5" name="Oval 52"/>
            <p:cNvSpPr>
              <a:spLocks noChangeArrowheads="1"/>
            </p:cNvSpPr>
            <p:nvPr/>
          </p:nvSpPr>
          <p:spPr bwMode="gray">
            <a:xfrm>
              <a:off x="8869662"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6" name="Oval 53"/>
            <p:cNvSpPr>
              <a:spLocks noChangeArrowheads="1"/>
            </p:cNvSpPr>
            <p:nvPr/>
          </p:nvSpPr>
          <p:spPr bwMode="gray">
            <a:xfrm>
              <a:off x="8887125" y="5474020"/>
              <a:ext cx="50800"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7" name="Freeform 54"/>
            <p:cNvSpPr>
              <a:spLocks/>
            </p:cNvSpPr>
            <p:nvPr/>
          </p:nvSpPr>
          <p:spPr bwMode="gray">
            <a:xfrm>
              <a:off x="8887125"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8" name="Freeform 55"/>
            <p:cNvSpPr>
              <a:spLocks noEditPoints="1"/>
            </p:cNvSpPr>
            <p:nvPr/>
          </p:nvSpPr>
          <p:spPr bwMode="gray">
            <a:xfrm>
              <a:off x="8631537" y="4907283"/>
              <a:ext cx="368300" cy="223837"/>
            </a:xfrm>
            <a:custGeom>
              <a:avLst/>
              <a:gdLst>
                <a:gd name="T0" fmla="*/ 258 w 266"/>
                <a:gd name="T1" fmla="*/ 0 h 163"/>
                <a:gd name="T2" fmla="*/ 8 w 266"/>
                <a:gd name="T3" fmla="*/ 0 h 163"/>
                <a:gd name="T4" fmla="*/ 0 w 266"/>
                <a:gd name="T5" fmla="*/ 8 h 163"/>
                <a:gd name="T6" fmla="*/ 8 w 266"/>
                <a:gd name="T7" fmla="*/ 16 h 163"/>
                <a:gd name="T8" fmla="*/ 23 w 266"/>
                <a:gd name="T9" fmla="*/ 16 h 163"/>
                <a:gd name="T10" fmla="*/ 23 w 266"/>
                <a:gd name="T11" fmla="*/ 102 h 163"/>
                <a:gd name="T12" fmla="*/ 17 w 266"/>
                <a:gd name="T13" fmla="*/ 102 h 163"/>
                <a:gd name="T14" fmla="*/ 8 w 266"/>
                <a:gd name="T15" fmla="*/ 111 h 163"/>
                <a:gd name="T16" fmla="*/ 8 w 266"/>
                <a:gd name="T17" fmla="*/ 155 h 163"/>
                <a:gd name="T18" fmla="*/ 17 w 266"/>
                <a:gd name="T19" fmla="*/ 163 h 163"/>
                <a:gd name="T20" fmla="*/ 249 w 266"/>
                <a:gd name="T21" fmla="*/ 163 h 163"/>
                <a:gd name="T22" fmla="*/ 258 w 266"/>
                <a:gd name="T23" fmla="*/ 155 h 163"/>
                <a:gd name="T24" fmla="*/ 258 w 266"/>
                <a:gd name="T25" fmla="*/ 111 h 163"/>
                <a:gd name="T26" fmla="*/ 249 w 266"/>
                <a:gd name="T27" fmla="*/ 102 h 163"/>
                <a:gd name="T28" fmla="*/ 243 w 266"/>
                <a:gd name="T29" fmla="*/ 102 h 163"/>
                <a:gd name="T30" fmla="*/ 243 w 266"/>
                <a:gd name="T31" fmla="*/ 16 h 163"/>
                <a:gd name="T32" fmla="*/ 258 w 266"/>
                <a:gd name="T33" fmla="*/ 16 h 163"/>
                <a:gd name="T34" fmla="*/ 266 w 266"/>
                <a:gd name="T35" fmla="*/ 8 h 163"/>
                <a:gd name="T36" fmla="*/ 258 w 266"/>
                <a:gd name="T37" fmla="*/ 0 h 163"/>
                <a:gd name="T38" fmla="*/ 189 w 266"/>
                <a:gd name="T39" fmla="*/ 16 h 163"/>
                <a:gd name="T40" fmla="*/ 189 w 266"/>
                <a:gd name="T41" fmla="*/ 102 h 163"/>
                <a:gd name="T42" fmla="*/ 160 w 266"/>
                <a:gd name="T43" fmla="*/ 102 h 163"/>
                <a:gd name="T44" fmla="*/ 160 w 266"/>
                <a:gd name="T45" fmla="*/ 16 h 163"/>
                <a:gd name="T46" fmla="*/ 189 w 266"/>
                <a:gd name="T47" fmla="*/ 16 h 163"/>
                <a:gd name="T48" fmla="*/ 148 w 266"/>
                <a:gd name="T49" fmla="*/ 16 h 163"/>
                <a:gd name="T50" fmla="*/ 148 w 266"/>
                <a:gd name="T51" fmla="*/ 102 h 163"/>
                <a:gd name="T52" fmla="*/ 118 w 266"/>
                <a:gd name="T53" fmla="*/ 102 h 163"/>
                <a:gd name="T54" fmla="*/ 118 w 266"/>
                <a:gd name="T55" fmla="*/ 16 h 163"/>
                <a:gd name="T56" fmla="*/ 148 w 266"/>
                <a:gd name="T57" fmla="*/ 16 h 163"/>
                <a:gd name="T58" fmla="*/ 106 w 266"/>
                <a:gd name="T59" fmla="*/ 16 h 163"/>
                <a:gd name="T60" fmla="*/ 106 w 266"/>
                <a:gd name="T61" fmla="*/ 102 h 163"/>
                <a:gd name="T62" fmla="*/ 77 w 266"/>
                <a:gd name="T63" fmla="*/ 102 h 163"/>
                <a:gd name="T64" fmla="*/ 77 w 266"/>
                <a:gd name="T65" fmla="*/ 16 h 163"/>
                <a:gd name="T66" fmla="*/ 106 w 266"/>
                <a:gd name="T67" fmla="*/ 16 h 163"/>
                <a:gd name="T68" fmla="*/ 35 w 266"/>
                <a:gd name="T69" fmla="*/ 16 h 163"/>
                <a:gd name="T70" fmla="*/ 65 w 266"/>
                <a:gd name="T71" fmla="*/ 16 h 163"/>
                <a:gd name="T72" fmla="*/ 65 w 266"/>
                <a:gd name="T73" fmla="*/ 102 h 163"/>
                <a:gd name="T74" fmla="*/ 35 w 266"/>
                <a:gd name="T75" fmla="*/ 102 h 163"/>
                <a:gd name="T76" fmla="*/ 35 w 266"/>
                <a:gd name="T77" fmla="*/ 16 h 163"/>
                <a:gd name="T78" fmla="*/ 201 w 266"/>
                <a:gd name="T79" fmla="*/ 102 h 163"/>
                <a:gd name="T80" fmla="*/ 201 w 266"/>
                <a:gd name="T81" fmla="*/ 16 h 163"/>
                <a:gd name="T82" fmla="*/ 231 w 266"/>
                <a:gd name="T83" fmla="*/ 16 h 163"/>
                <a:gd name="T84" fmla="*/ 231 w 266"/>
                <a:gd name="T85" fmla="*/ 102 h 163"/>
                <a:gd name="T86" fmla="*/ 201 w 266"/>
                <a:gd name="T87" fmla="*/ 102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6" h="163">
                  <a:moveTo>
                    <a:pt x="258" y="0"/>
                  </a:moveTo>
                  <a:cubicBezTo>
                    <a:pt x="8" y="0"/>
                    <a:pt x="8" y="0"/>
                    <a:pt x="8" y="0"/>
                  </a:cubicBezTo>
                  <a:cubicBezTo>
                    <a:pt x="4" y="0"/>
                    <a:pt x="0" y="4"/>
                    <a:pt x="0" y="8"/>
                  </a:cubicBezTo>
                  <a:cubicBezTo>
                    <a:pt x="0" y="13"/>
                    <a:pt x="4" y="16"/>
                    <a:pt x="8" y="16"/>
                  </a:cubicBezTo>
                  <a:cubicBezTo>
                    <a:pt x="23" y="16"/>
                    <a:pt x="23" y="16"/>
                    <a:pt x="23" y="16"/>
                  </a:cubicBezTo>
                  <a:cubicBezTo>
                    <a:pt x="23" y="102"/>
                    <a:pt x="23" y="102"/>
                    <a:pt x="23" y="102"/>
                  </a:cubicBezTo>
                  <a:cubicBezTo>
                    <a:pt x="17" y="102"/>
                    <a:pt x="17" y="102"/>
                    <a:pt x="17" y="102"/>
                  </a:cubicBezTo>
                  <a:cubicBezTo>
                    <a:pt x="12" y="102"/>
                    <a:pt x="8" y="106"/>
                    <a:pt x="8" y="111"/>
                  </a:cubicBezTo>
                  <a:cubicBezTo>
                    <a:pt x="8" y="155"/>
                    <a:pt x="8" y="155"/>
                    <a:pt x="8" y="155"/>
                  </a:cubicBezTo>
                  <a:cubicBezTo>
                    <a:pt x="8" y="160"/>
                    <a:pt x="12" y="163"/>
                    <a:pt x="17" y="163"/>
                  </a:cubicBezTo>
                  <a:cubicBezTo>
                    <a:pt x="249" y="163"/>
                    <a:pt x="249" y="163"/>
                    <a:pt x="249" y="163"/>
                  </a:cubicBezTo>
                  <a:cubicBezTo>
                    <a:pt x="254" y="163"/>
                    <a:pt x="258" y="160"/>
                    <a:pt x="258" y="155"/>
                  </a:cubicBezTo>
                  <a:cubicBezTo>
                    <a:pt x="258" y="111"/>
                    <a:pt x="258" y="111"/>
                    <a:pt x="258" y="111"/>
                  </a:cubicBezTo>
                  <a:cubicBezTo>
                    <a:pt x="258" y="106"/>
                    <a:pt x="254" y="102"/>
                    <a:pt x="249" y="102"/>
                  </a:cubicBezTo>
                  <a:cubicBezTo>
                    <a:pt x="243" y="102"/>
                    <a:pt x="243" y="102"/>
                    <a:pt x="243" y="102"/>
                  </a:cubicBezTo>
                  <a:cubicBezTo>
                    <a:pt x="243" y="16"/>
                    <a:pt x="243" y="16"/>
                    <a:pt x="243" y="16"/>
                  </a:cubicBezTo>
                  <a:cubicBezTo>
                    <a:pt x="258" y="16"/>
                    <a:pt x="258" y="16"/>
                    <a:pt x="258" y="16"/>
                  </a:cubicBezTo>
                  <a:cubicBezTo>
                    <a:pt x="262" y="16"/>
                    <a:pt x="266" y="13"/>
                    <a:pt x="266" y="8"/>
                  </a:cubicBezTo>
                  <a:cubicBezTo>
                    <a:pt x="266" y="4"/>
                    <a:pt x="262" y="0"/>
                    <a:pt x="258" y="0"/>
                  </a:cubicBezTo>
                  <a:close/>
                  <a:moveTo>
                    <a:pt x="189" y="16"/>
                  </a:moveTo>
                  <a:cubicBezTo>
                    <a:pt x="189" y="102"/>
                    <a:pt x="189" y="102"/>
                    <a:pt x="189" y="102"/>
                  </a:cubicBezTo>
                  <a:cubicBezTo>
                    <a:pt x="160" y="102"/>
                    <a:pt x="160" y="102"/>
                    <a:pt x="160" y="102"/>
                  </a:cubicBezTo>
                  <a:cubicBezTo>
                    <a:pt x="160" y="16"/>
                    <a:pt x="160" y="16"/>
                    <a:pt x="160" y="16"/>
                  </a:cubicBezTo>
                  <a:lnTo>
                    <a:pt x="189" y="16"/>
                  </a:lnTo>
                  <a:close/>
                  <a:moveTo>
                    <a:pt x="148" y="16"/>
                  </a:moveTo>
                  <a:cubicBezTo>
                    <a:pt x="148" y="102"/>
                    <a:pt x="148" y="102"/>
                    <a:pt x="148" y="102"/>
                  </a:cubicBezTo>
                  <a:cubicBezTo>
                    <a:pt x="118" y="102"/>
                    <a:pt x="118" y="102"/>
                    <a:pt x="118" y="102"/>
                  </a:cubicBezTo>
                  <a:cubicBezTo>
                    <a:pt x="118" y="16"/>
                    <a:pt x="118" y="16"/>
                    <a:pt x="118" y="16"/>
                  </a:cubicBezTo>
                  <a:lnTo>
                    <a:pt x="148" y="16"/>
                  </a:lnTo>
                  <a:close/>
                  <a:moveTo>
                    <a:pt x="106" y="16"/>
                  </a:moveTo>
                  <a:cubicBezTo>
                    <a:pt x="106" y="102"/>
                    <a:pt x="106" y="102"/>
                    <a:pt x="106" y="102"/>
                  </a:cubicBezTo>
                  <a:cubicBezTo>
                    <a:pt x="77" y="102"/>
                    <a:pt x="77" y="102"/>
                    <a:pt x="77" y="102"/>
                  </a:cubicBezTo>
                  <a:cubicBezTo>
                    <a:pt x="77" y="16"/>
                    <a:pt x="77" y="16"/>
                    <a:pt x="77" y="16"/>
                  </a:cubicBezTo>
                  <a:lnTo>
                    <a:pt x="106" y="16"/>
                  </a:lnTo>
                  <a:close/>
                  <a:moveTo>
                    <a:pt x="35" y="16"/>
                  </a:moveTo>
                  <a:cubicBezTo>
                    <a:pt x="65" y="16"/>
                    <a:pt x="65" y="16"/>
                    <a:pt x="65" y="16"/>
                  </a:cubicBezTo>
                  <a:cubicBezTo>
                    <a:pt x="65" y="102"/>
                    <a:pt x="65" y="102"/>
                    <a:pt x="65" y="102"/>
                  </a:cubicBezTo>
                  <a:cubicBezTo>
                    <a:pt x="35" y="102"/>
                    <a:pt x="35" y="102"/>
                    <a:pt x="35" y="102"/>
                  </a:cubicBezTo>
                  <a:lnTo>
                    <a:pt x="35" y="16"/>
                  </a:lnTo>
                  <a:close/>
                  <a:moveTo>
                    <a:pt x="201" y="102"/>
                  </a:moveTo>
                  <a:cubicBezTo>
                    <a:pt x="201" y="16"/>
                    <a:pt x="201" y="16"/>
                    <a:pt x="201" y="16"/>
                  </a:cubicBezTo>
                  <a:cubicBezTo>
                    <a:pt x="231" y="16"/>
                    <a:pt x="231" y="16"/>
                    <a:pt x="231" y="16"/>
                  </a:cubicBezTo>
                  <a:cubicBezTo>
                    <a:pt x="231" y="102"/>
                    <a:pt x="231" y="102"/>
                    <a:pt x="231" y="102"/>
                  </a:cubicBezTo>
                  <a:lnTo>
                    <a:pt x="201" y="10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9" name="Freeform 56"/>
            <p:cNvSpPr>
              <a:spLocks/>
            </p:cNvSpPr>
            <p:nvPr/>
          </p:nvSpPr>
          <p:spPr bwMode="gray">
            <a:xfrm>
              <a:off x="8642650" y="5067620"/>
              <a:ext cx="327025" cy="63500"/>
            </a:xfrm>
            <a:custGeom>
              <a:avLst/>
              <a:gdLst>
                <a:gd name="T0" fmla="*/ 22 w 236"/>
                <a:gd name="T1" fmla="*/ 34 h 47"/>
                <a:gd name="T2" fmla="*/ 14 w 236"/>
                <a:gd name="T3" fmla="*/ 25 h 47"/>
                <a:gd name="T4" fmla="*/ 14 w 236"/>
                <a:gd name="T5" fmla="*/ 0 h 47"/>
                <a:gd name="T6" fmla="*/ 0 w 236"/>
                <a:gd name="T7" fmla="*/ 0 h 47"/>
                <a:gd name="T8" fmla="*/ 0 w 236"/>
                <a:gd name="T9" fmla="*/ 39 h 47"/>
                <a:gd name="T10" fmla="*/ 9 w 236"/>
                <a:gd name="T11" fmla="*/ 47 h 47"/>
                <a:gd name="T12" fmla="*/ 236 w 236"/>
                <a:gd name="T13" fmla="*/ 47 h 47"/>
                <a:gd name="T14" fmla="*/ 236 w 236"/>
                <a:gd name="T15" fmla="*/ 34 h 47"/>
                <a:gd name="T16" fmla="*/ 22 w 236"/>
                <a:gd name="T17" fmla="*/ 3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47">
                  <a:moveTo>
                    <a:pt x="22" y="34"/>
                  </a:moveTo>
                  <a:cubicBezTo>
                    <a:pt x="17" y="34"/>
                    <a:pt x="14" y="30"/>
                    <a:pt x="14" y="25"/>
                  </a:cubicBezTo>
                  <a:cubicBezTo>
                    <a:pt x="14" y="0"/>
                    <a:pt x="14" y="0"/>
                    <a:pt x="14" y="0"/>
                  </a:cubicBezTo>
                  <a:cubicBezTo>
                    <a:pt x="0" y="0"/>
                    <a:pt x="0" y="0"/>
                    <a:pt x="0" y="0"/>
                  </a:cubicBezTo>
                  <a:cubicBezTo>
                    <a:pt x="0" y="39"/>
                    <a:pt x="0" y="39"/>
                    <a:pt x="0" y="39"/>
                  </a:cubicBezTo>
                  <a:cubicBezTo>
                    <a:pt x="0" y="44"/>
                    <a:pt x="4" y="47"/>
                    <a:pt x="9" y="47"/>
                  </a:cubicBezTo>
                  <a:cubicBezTo>
                    <a:pt x="236" y="47"/>
                    <a:pt x="236" y="47"/>
                    <a:pt x="236" y="47"/>
                  </a:cubicBezTo>
                  <a:cubicBezTo>
                    <a:pt x="236" y="34"/>
                    <a:pt x="236" y="34"/>
                    <a:pt x="236" y="34"/>
                  </a:cubicBezTo>
                  <a:lnTo>
                    <a:pt x="22" y="34"/>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0" name="Freeform 57"/>
            <p:cNvSpPr>
              <a:spLocks/>
            </p:cNvSpPr>
            <p:nvPr/>
          </p:nvSpPr>
          <p:spPr bwMode="gray">
            <a:xfrm>
              <a:off x="8642650" y="5046983"/>
              <a:ext cx="346075" cy="84137"/>
            </a:xfrm>
            <a:custGeom>
              <a:avLst/>
              <a:gdLst>
                <a:gd name="T0" fmla="*/ 241 w 250"/>
                <a:gd name="T1" fmla="*/ 61 h 61"/>
                <a:gd name="T2" fmla="*/ 236 w 250"/>
                <a:gd name="T3" fmla="*/ 61 h 61"/>
                <a:gd name="T4" fmla="*/ 236 w 250"/>
                <a:gd name="T5" fmla="*/ 22 h 61"/>
                <a:gd name="T6" fmla="*/ 228 w 250"/>
                <a:gd name="T7" fmla="*/ 14 h 61"/>
                <a:gd name="T8" fmla="*/ 0 w 250"/>
                <a:gd name="T9" fmla="*/ 14 h 61"/>
                <a:gd name="T10" fmla="*/ 0 w 250"/>
                <a:gd name="T11" fmla="*/ 9 h 61"/>
                <a:gd name="T12" fmla="*/ 9 w 250"/>
                <a:gd name="T13" fmla="*/ 0 h 61"/>
                <a:gd name="T14" fmla="*/ 241 w 250"/>
                <a:gd name="T15" fmla="*/ 0 h 61"/>
                <a:gd name="T16" fmla="*/ 250 w 250"/>
                <a:gd name="T17" fmla="*/ 9 h 61"/>
                <a:gd name="T18" fmla="*/ 250 w 250"/>
                <a:gd name="T19" fmla="*/ 53 h 61"/>
                <a:gd name="T20" fmla="*/ 241 w 250"/>
                <a:gd name="T21" fmla="*/ 6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61">
                  <a:moveTo>
                    <a:pt x="241" y="61"/>
                  </a:moveTo>
                  <a:cubicBezTo>
                    <a:pt x="236" y="61"/>
                    <a:pt x="236" y="61"/>
                    <a:pt x="236" y="61"/>
                  </a:cubicBezTo>
                  <a:cubicBezTo>
                    <a:pt x="236" y="22"/>
                    <a:pt x="236" y="22"/>
                    <a:pt x="236" y="22"/>
                  </a:cubicBezTo>
                  <a:cubicBezTo>
                    <a:pt x="236" y="18"/>
                    <a:pt x="232" y="14"/>
                    <a:pt x="228" y="14"/>
                  </a:cubicBezTo>
                  <a:cubicBezTo>
                    <a:pt x="0" y="14"/>
                    <a:pt x="0" y="14"/>
                    <a:pt x="0" y="14"/>
                  </a:cubicBezTo>
                  <a:cubicBezTo>
                    <a:pt x="0" y="9"/>
                    <a:pt x="0" y="9"/>
                    <a:pt x="0" y="9"/>
                  </a:cubicBezTo>
                  <a:cubicBezTo>
                    <a:pt x="0" y="4"/>
                    <a:pt x="4" y="0"/>
                    <a:pt x="9" y="0"/>
                  </a:cubicBezTo>
                  <a:cubicBezTo>
                    <a:pt x="241" y="0"/>
                    <a:pt x="241" y="0"/>
                    <a:pt x="241" y="0"/>
                  </a:cubicBezTo>
                  <a:cubicBezTo>
                    <a:pt x="246" y="0"/>
                    <a:pt x="250" y="4"/>
                    <a:pt x="250" y="9"/>
                  </a:cubicBezTo>
                  <a:cubicBezTo>
                    <a:pt x="250" y="53"/>
                    <a:pt x="250" y="53"/>
                    <a:pt x="250" y="53"/>
                  </a:cubicBezTo>
                  <a:cubicBezTo>
                    <a:pt x="250" y="58"/>
                    <a:pt x="246" y="61"/>
                    <a:pt x="241" y="6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1" name="Freeform 58"/>
            <p:cNvSpPr>
              <a:spLocks/>
            </p:cNvSpPr>
            <p:nvPr/>
          </p:nvSpPr>
          <p:spPr bwMode="gray">
            <a:xfrm>
              <a:off x="10792125" y="4919983"/>
              <a:ext cx="61913" cy="311150"/>
            </a:xfrm>
            <a:custGeom>
              <a:avLst/>
              <a:gdLst>
                <a:gd name="T0" fmla="*/ 39 w 45"/>
                <a:gd name="T1" fmla="*/ 180 h 226"/>
                <a:gd name="T2" fmla="*/ 33 w 45"/>
                <a:gd name="T3" fmla="*/ 180 h 226"/>
                <a:gd name="T4" fmla="*/ 33 w 45"/>
                <a:gd name="T5" fmla="*/ 0 h 226"/>
                <a:gd name="T6" fmla="*/ 12 w 45"/>
                <a:gd name="T7" fmla="*/ 0 h 226"/>
                <a:gd name="T8" fmla="*/ 12 w 45"/>
                <a:gd name="T9" fmla="*/ 180 h 226"/>
                <a:gd name="T10" fmla="*/ 5 w 45"/>
                <a:gd name="T11" fmla="*/ 180 h 226"/>
                <a:gd name="T12" fmla="*/ 0 w 45"/>
                <a:gd name="T13" fmla="*/ 186 h 226"/>
                <a:gd name="T14" fmla="*/ 0 w 45"/>
                <a:gd name="T15" fmla="*/ 226 h 226"/>
                <a:gd name="T16" fmla="*/ 45 w 45"/>
                <a:gd name="T17" fmla="*/ 226 h 226"/>
                <a:gd name="T18" fmla="*/ 45 w 45"/>
                <a:gd name="T19" fmla="*/ 186 h 226"/>
                <a:gd name="T20" fmla="*/ 39 w 45"/>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5" h="226">
                  <a:moveTo>
                    <a:pt x="39" y="180"/>
                  </a:moveTo>
                  <a:cubicBezTo>
                    <a:pt x="33" y="180"/>
                    <a:pt x="33" y="180"/>
                    <a:pt x="33" y="180"/>
                  </a:cubicBezTo>
                  <a:cubicBezTo>
                    <a:pt x="33" y="0"/>
                    <a:pt x="33" y="0"/>
                    <a:pt x="33" y="0"/>
                  </a:cubicBez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45" y="226"/>
                    <a:pt x="45" y="226"/>
                    <a:pt x="45" y="226"/>
                  </a:cubicBezTo>
                  <a:cubicBezTo>
                    <a:pt x="45" y="186"/>
                    <a:pt x="45" y="186"/>
                    <a:pt x="45" y="186"/>
                  </a:cubicBezTo>
                  <a:cubicBezTo>
                    <a:pt x="45" y="182"/>
                    <a:pt x="42" y="180"/>
                    <a:pt x="39" y="180"/>
                  </a:cubicBezTo>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2" name="Freeform 59"/>
            <p:cNvSpPr>
              <a:spLocks/>
            </p:cNvSpPr>
            <p:nvPr/>
          </p:nvSpPr>
          <p:spPr bwMode="gray">
            <a:xfrm>
              <a:off x="10827050" y="4919983"/>
              <a:ext cx="26988" cy="311150"/>
            </a:xfrm>
            <a:custGeom>
              <a:avLst/>
              <a:gdLst>
                <a:gd name="T0" fmla="*/ 14 w 20"/>
                <a:gd name="T1" fmla="*/ 180 h 226"/>
                <a:gd name="T2" fmla="*/ 8 w 20"/>
                <a:gd name="T3" fmla="*/ 180 h 226"/>
                <a:gd name="T4" fmla="*/ 8 w 20"/>
                <a:gd name="T5" fmla="*/ 0 h 226"/>
                <a:gd name="T6" fmla="*/ 0 w 20"/>
                <a:gd name="T7" fmla="*/ 0 h 226"/>
                <a:gd name="T8" fmla="*/ 0 w 20"/>
                <a:gd name="T9" fmla="*/ 180 h 226"/>
                <a:gd name="T10" fmla="*/ 6 w 20"/>
                <a:gd name="T11" fmla="*/ 180 h 226"/>
                <a:gd name="T12" fmla="*/ 12 w 20"/>
                <a:gd name="T13" fmla="*/ 186 h 226"/>
                <a:gd name="T14" fmla="*/ 12 w 20"/>
                <a:gd name="T15" fmla="*/ 226 h 226"/>
                <a:gd name="T16" fmla="*/ 20 w 20"/>
                <a:gd name="T17" fmla="*/ 226 h 226"/>
                <a:gd name="T18" fmla="*/ 20 w 20"/>
                <a:gd name="T19" fmla="*/ 186 h 226"/>
                <a:gd name="T20" fmla="*/ 14 w 20"/>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226">
                  <a:moveTo>
                    <a:pt x="14" y="180"/>
                  </a:moveTo>
                  <a:cubicBezTo>
                    <a:pt x="8" y="180"/>
                    <a:pt x="8" y="180"/>
                    <a:pt x="8" y="180"/>
                  </a:cubicBezTo>
                  <a:cubicBezTo>
                    <a:pt x="8" y="0"/>
                    <a:pt x="8" y="0"/>
                    <a:pt x="8" y="0"/>
                  </a:cubicBezTo>
                  <a:cubicBezTo>
                    <a:pt x="0" y="0"/>
                    <a:pt x="0" y="0"/>
                    <a:pt x="0" y="0"/>
                  </a:cubicBezTo>
                  <a:cubicBezTo>
                    <a:pt x="0" y="180"/>
                    <a:pt x="0" y="180"/>
                    <a:pt x="0" y="180"/>
                  </a:cubicBezTo>
                  <a:cubicBezTo>
                    <a:pt x="6" y="180"/>
                    <a:pt x="6" y="180"/>
                    <a:pt x="6" y="180"/>
                  </a:cubicBezTo>
                  <a:cubicBezTo>
                    <a:pt x="9" y="180"/>
                    <a:pt x="12" y="182"/>
                    <a:pt x="12" y="186"/>
                  </a:cubicBezTo>
                  <a:cubicBezTo>
                    <a:pt x="12" y="226"/>
                    <a:pt x="12" y="226"/>
                    <a:pt x="12" y="226"/>
                  </a:cubicBezTo>
                  <a:cubicBezTo>
                    <a:pt x="20" y="226"/>
                    <a:pt x="20" y="226"/>
                    <a:pt x="20" y="226"/>
                  </a:cubicBezTo>
                  <a:cubicBezTo>
                    <a:pt x="20" y="186"/>
                    <a:pt x="20" y="186"/>
                    <a:pt x="20" y="186"/>
                  </a:cubicBezTo>
                  <a:cubicBezTo>
                    <a:pt x="20" y="182"/>
                    <a:pt x="17" y="180"/>
                    <a:pt x="14" y="18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3" name="Freeform 60"/>
            <p:cNvSpPr>
              <a:spLocks/>
            </p:cNvSpPr>
            <p:nvPr/>
          </p:nvSpPr>
          <p:spPr bwMode="gray">
            <a:xfrm>
              <a:off x="10792125" y="4919983"/>
              <a:ext cx="25400" cy="311150"/>
            </a:xfrm>
            <a:custGeom>
              <a:avLst/>
              <a:gdLst>
                <a:gd name="T0" fmla="*/ 19 w 19"/>
                <a:gd name="T1" fmla="*/ 0 h 226"/>
                <a:gd name="T2" fmla="*/ 12 w 19"/>
                <a:gd name="T3" fmla="*/ 0 h 226"/>
                <a:gd name="T4" fmla="*/ 12 w 19"/>
                <a:gd name="T5" fmla="*/ 180 h 226"/>
                <a:gd name="T6" fmla="*/ 5 w 19"/>
                <a:gd name="T7" fmla="*/ 180 h 226"/>
                <a:gd name="T8" fmla="*/ 0 w 19"/>
                <a:gd name="T9" fmla="*/ 186 h 226"/>
                <a:gd name="T10" fmla="*/ 0 w 19"/>
                <a:gd name="T11" fmla="*/ 226 h 226"/>
                <a:gd name="T12" fmla="*/ 7 w 19"/>
                <a:gd name="T13" fmla="*/ 226 h 226"/>
                <a:gd name="T14" fmla="*/ 7 w 19"/>
                <a:gd name="T15" fmla="*/ 186 h 226"/>
                <a:gd name="T16" fmla="*/ 13 w 19"/>
                <a:gd name="T17" fmla="*/ 180 h 226"/>
                <a:gd name="T18" fmla="*/ 19 w 19"/>
                <a:gd name="T19" fmla="*/ 180 h 226"/>
                <a:gd name="T20" fmla="*/ 19 w 19"/>
                <a:gd name="T21" fmla="*/ 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 h="226">
                  <a:moveTo>
                    <a:pt x="19" y="0"/>
                  </a:move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7" y="226"/>
                    <a:pt x="7" y="226"/>
                    <a:pt x="7" y="226"/>
                  </a:cubicBezTo>
                  <a:cubicBezTo>
                    <a:pt x="7" y="186"/>
                    <a:pt x="7" y="186"/>
                    <a:pt x="7" y="186"/>
                  </a:cubicBezTo>
                  <a:cubicBezTo>
                    <a:pt x="7" y="182"/>
                    <a:pt x="10" y="180"/>
                    <a:pt x="13" y="180"/>
                  </a:cubicBezTo>
                  <a:cubicBezTo>
                    <a:pt x="19" y="180"/>
                    <a:pt x="19" y="180"/>
                    <a:pt x="19" y="180"/>
                  </a:cubicBezTo>
                  <a:cubicBezTo>
                    <a:pt x="19" y="0"/>
                    <a:pt x="19" y="0"/>
                    <a:pt x="19" y="0"/>
                  </a:cubicBezTo>
                </a:path>
              </a:pathLst>
            </a:custGeom>
            <a:solidFill>
              <a:srgbClr val="FFC7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4" name="Freeform 61"/>
            <p:cNvSpPr>
              <a:spLocks/>
            </p:cNvSpPr>
            <p:nvPr/>
          </p:nvSpPr>
          <p:spPr bwMode="gray">
            <a:xfrm>
              <a:off x="10068225" y="4172270"/>
              <a:ext cx="242888" cy="239712"/>
            </a:xfrm>
            <a:custGeom>
              <a:avLst/>
              <a:gdLst>
                <a:gd name="T0" fmla="*/ 153 w 153"/>
                <a:gd name="T1" fmla="*/ 98 h 151"/>
                <a:gd name="T2" fmla="*/ 100 w 153"/>
                <a:gd name="T3" fmla="*/ 151 h 151"/>
                <a:gd name="T4" fmla="*/ 0 w 153"/>
                <a:gd name="T5" fmla="*/ 52 h 151"/>
                <a:gd name="T6" fmla="*/ 53 w 153"/>
                <a:gd name="T7" fmla="*/ 0 h 151"/>
                <a:gd name="T8" fmla="*/ 153 w 153"/>
                <a:gd name="T9" fmla="*/ 98 h 151"/>
              </a:gdLst>
              <a:ahLst/>
              <a:cxnLst>
                <a:cxn ang="0">
                  <a:pos x="T0" y="T1"/>
                </a:cxn>
                <a:cxn ang="0">
                  <a:pos x="T2" y="T3"/>
                </a:cxn>
                <a:cxn ang="0">
                  <a:pos x="T4" y="T5"/>
                </a:cxn>
                <a:cxn ang="0">
                  <a:pos x="T6" y="T7"/>
                </a:cxn>
                <a:cxn ang="0">
                  <a:pos x="T8" y="T9"/>
                </a:cxn>
              </a:cxnLst>
              <a:rect l="0" t="0" r="r" b="b"/>
              <a:pathLst>
                <a:path w="153" h="151">
                  <a:moveTo>
                    <a:pt x="153" y="98"/>
                  </a:moveTo>
                  <a:lnTo>
                    <a:pt x="100" y="151"/>
                  </a:lnTo>
                  <a:lnTo>
                    <a:pt x="0" y="52"/>
                  </a:lnTo>
                  <a:lnTo>
                    <a:pt x="53" y="0"/>
                  </a:lnTo>
                  <a:lnTo>
                    <a:pt x="153" y="98"/>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5" name="Freeform 62"/>
            <p:cNvSpPr>
              <a:spLocks/>
            </p:cNvSpPr>
            <p:nvPr/>
          </p:nvSpPr>
          <p:spPr bwMode="gray">
            <a:xfrm>
              <a:off x="9560225" y="3665858"/>
              <a:ext cx="579438" cy="576262"/>
            </a:xfrm>
            <a:custGeom>
              <a:avLst/>
              <a:gdLst>
                <a:gd name="T0" fmla="*/ 415 w 419"/>
                <a:gd name="T1" fmla="*/ 379 h 419"/>
                <a:gd name="T2" fmla="*/ 415 w 419"/>
                <a:gd name="T3" fmla="*/ 392 h 419"/>
                <a:gd name="T4" fmla="*/ 392 w 419"/>
                <a:gd name="T5" fmla="*/ 415 h 419"/>
                <a:gd name="T6" fmla="*/ 380 w 419"/>
                <a:gd name="T7" fmla="*/ 415 h 419"/>
                <a:gd name="T8" fmla="*/ 3 w 419"/>
                <a:gd name="T9" fmla="*/ 39 h 419"/>
                <a:gd name="T10" fmla="*/ 3 w 419"/>
                <a:gd name="T11" fmla="*/ 27 h 419"/>
                <a:gd name="T12" fmla="*/ 27 w 419"/>
                <a:gd name="T13" fmla="*/ 3 h 419"/>
                <a:gd name="T14" fmla="*/ 39 w 419"/>
                <a:gd name="T15" fmla="*/ 3 h 419"/>
                <a:gd name="T16" fmla="*/ 415 w 419"/>
                <a:gd name="T17" fmla="*/ 379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19" h="419">
                  <a:moveTo>
                    <a:pt x="415" y="379"/>
                  </a:moveTo>
                  <a:cubicBezTo>
                    <a:pt x="419" y="383"/>
                    <a:pt x="419" y="388"/>
                    <a:pt x="415" y="392"/>
                  </a:cubicBezTo>
                  <a:cubicBezTo>
                    <a:pt x="392" y="415"/>
                    <a:pt x="392" y="415"/>
                    <a:pt x="392" y="415"/>
                  </a:cubicBezTo>
                  <a:cubicBezTo>
                    <a:pt x="388" y="419"/>
                    <a:pt x="383" y="419"/>
                    <a:pt x="380" y="415"/>
                  </a:cubicBezTo>
                  <a:cubicBezTo>
                    <a:pt x="3" y="39"/>
                    <a:pt x="3" y="39"/>
                    <a:pt x="3" y="39"/>
                  </a:cubicBezTo>
                  <a:cubicBezTo>
                    <a:pt x="0" y="35"/>
                    <a:pt x="0" y="30"/>
                    <a:pt x="3" y="27"/>
                  </a:cubicBezTo>
                  <a:cubicBezTo>
                    <a:pt x="27" y="3"/>
                    <a:pt x="27" y="3"/>
                    <a:pt x="27" y="3"/>
                  </a:cubicBezTo>
                  <a:cubicBezTo>
                    <a:pt x="30" y="0"/>
                    <a:pt x="36" y="0"/>
                    <a:pt x="39" y="3"/>
                  </a:cubicBezTo>
                  <a:lnTo>
                    <a:pt x="415" y="379"/>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6" name="Freeform 63"/>
            <p:cNvSpPr>
              <a:spLocks/>
            </p:cNvSpPr>
            <p:nvPr/>
          </p:nvSpPr>
          <p:spPr bwMode="gray">
            <a:xfrm>
              <a:off x="10185700" y="4288158"/>
              <a:ext cx="1066800" cy="1058862"/>
            </a:xfrm>
            <a:custGeom>
              <a:avLst/>
              <a:gdLst>
                <a:gd name="T0" fmla="*/ 672 w 672"/>
                <a:gd name="T1" fmla="*/ 594 h 667"/>
                <a:gd name="T2" fmla="*/ 597 w 672"/>
                <a:gd name="T3" fmla="*/ 667 h 667"/>
                <a:gd name="T4" fmla="*/ 0 w 672"/>
                <a:gd name="T5" fmla="*/ 74 h 667"/>
                <a:gd name="T6" fmla="*/ 74 w 672"/>
                <a:gd name="T7" fmla="*/ 0 h 667"/>
                <a:gd name="T8" fmla="*/ 672 w 672"/>
                <a:gd name="T9" fmla="*/ 594 h 667"/>
              </a:gdLst>
              <a:ahLst/>
              <a:cxnLst>
                <a:cxn ang="0">
                  <a:pos x="T0" y="T1"/>
                </a:cxn>
                <a:cxn ang="0">
                  <a:pos x="T2" y="T3"/>
                </a:cxn>
                <a:cxn ang="0">
                  <a:pos x="T4" y="T5"/>
                </a:cxn>
                <a:cxn ang="0">
                  <a:pos x="T6" y="T7"/>
                </a:cxn>
                <a:cxn ang="0">
                  <a:pos x="T8" y="T9"/>
                </a:cxn>
              </a:cxnLst>
              <a:rect l="0" t="0" r="r" b="b"/>
              <a:pathLst>
                <a:path w="672" h="667">
                  <a:moveTo>
                    <a:pt x="672" y="594"/>
                  </a:moveTo>
                  <a:lnTo>
                    <a:pt x="597" y="667"/>
                  </a:lnTo>
                  <a:lnTo>
                    <a:pt x="0" y="74"/>
                  </a:lnTo>
                  <a:lnTo>
                    <a:pt x="74" y="0"/>
                  </a:lnTo>
                  <a:lnTo>
                    <a:pt x="672" y="594"/>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7" name="Freeform 64"/>
            <p:cNvSpPr>
              <a:spLocks/>
            </p:cNvSpPr>
            <p:nvPr/>
          </p:nvSpPr>
          <p:spPr bwMode="gray">
            <a:xfrm>
              <a:off x="10055525" y="4159570"/>
              <a:ext cx="109538" cy="106362"/>
            </a:xfrm>
            <a:custGeom>
              <a:avLst/>
              <a:gdLst>
                <a:gd name="T0" fmla="*/ 9 w 79"/>
                <a:gd name="T1" fmla="*/ 77 h 77"/>
                <a:gd name="T2" fmla="*/ 4 w 79"/>
                <a:gd name="T3" fmla="*/ 75 h 77"/>
                <a:gd name="T4" fmla="*/ 4 w 79"/>
                <a:gd name="T5" fmla="*/ 64 h 77"/>
                <a:gd name="T6" fmla="*/ 64 w 79"/>
                <a:gd name="T7" fmla="*/ 3 h 77"/>
                <a:gd name="T8" fmla="*/ 75 w 79"/>
                <a:gd name="T9" fmla="*/ 3 h 77"/>
                <a:gd name="T10" fmla="*/ 75 w 79"/>
                <a:gd name="T11" fmla="*/ 15 h 77"/>
                <a:gd name="T12" fmla="*/ 15 w 79"/>
                <a:gd name="T13" fmla="*/ 75 h 77"/>
                <a:gd name="T14" fmla="*/ 9 w 79"/>
                <a:gd name="T15" fmla="*/ 77 h 7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77">
                  <a:moveTo>
                    <a:pt x="9" y="77"/>
                  </a:moveTo>
                  <a:cubicBezTo>
                    <a:pt x="7" y="77"/>
                    <a:pt x="5" y="77"/>
                    <a:pt x="4" y="75"/>
                  </a:cubicBezTo>
                  <a:cubicBezTo>
                    <a:pt x="0" y="72"/>
                    <a:pt x="0" y="67"/>
                    <a:pt x="4" y="64"/>
                  </a:cubicBezTo>
                  <a:cubicBezTo>
                    <a:pt x="64" y="3"/>
                    <a:pt x="64" y="3"/>
                    <a:pt x="64" y="3"/>
                  </a:cubicBezTo>
                  <a:cubicBezTo>
                    <a:pt x="67" y="0"/>
                    <a:pt x="72" y="0"/>
                    <a:pt x="75" y="3"/>
                  </a:cubicBezTo>
                  <a:cubicBezTo>
                    <a:pt x="79" y="6"/>
                    <a:pt x="79" y="12"/>
                    <a:pt x="75" y="15"/>
                  </a:cubicBezTo>
                  <a:cubicBezTo>
                    <a:pt x="15" y="75"/>
                    <a:pt x="15" y="75"/>
                    <a:pt x="15" y="75"/>
                  </a:cubicBezTo>
                  <a:cubicBezTo>
                    <a:pt x="13" y="77"/>
                    <a:pt x="11" y="77"/>
                    <a:pt x="9" y="7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8" name="Freeform 65"/>
            <p:cNvSpPr>
              <a:spLocks/>
            </p:cNvSpPr>
            <p:nvPr/>
          </p:nvSpPr>
          <p:spPr bwMode="gray">
            <a:xfrm>
              <a:off x="9787237" y="3891283"/>
              <a:ext cx="79375" cy="77787"/>
            </a:xfrm>
            <a:custGeom>
              <a:avLst/>
              <a:gdLst>
                <a:gd name="T0" fmla="*/ 9 w 58"/>
                <a:gd name="T1" fmla="*/ 57 h 57"/>
                <a:gd name="T2" fmla="*/ 3 w 58"/>
                <a:gd name="T3" fmla="*/ 55 h 57"/>
                <a:gd name="T4" fmla="*/ 3 w 58"/>
                <a:gd name="T5" fmla="*/ 44 h 57"/>
                <a:gd name="T6" fmla="*/ 44 w 58"/>
                <a:gd name="T7" fmla="*/ 3 h 57"/>
                <a:gd name="T8" fmla="*/ 55 w 58"/>
                <a:gd name="T9" fmla="*/ 3 h 57"/>
                <a:gd name="T10" fmla="*/ 55 w 58"/>
                <a:gd name="T11" fmla="*/ 14 h 57"/>
                <a:gd name="T12" fmla="*/ 15 w 58"/>
                <a:gd name="T13" fmla="*/ 55 h 57"/>
                <a:gd name="T14" fmla="*/ 9 w 58"/>
                <a:gd name="T15" fmla="*/ 57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8" h="57">
                  <a:moveTo>
                    <a:pt x="9" y="57"/>
                  </a:moveTo>
                  <a:cubicBezTo>
                    <a:pt x="7" y="57"/>
                    <a:pt x="5" y="56"/>
                    <a:pt x="3" y="55"/>
                  </a:cubicBezTo>
                  <a:cubicBezTo>
                    <a:pt x="0" y="52"/>
                    <a:pt x="0" y="47"/>
                    <a:pt x="3" y="44"/>
                  </a:cubicBezTo>
                  <a:cubicBezTo>
                    <a:pt x="44" y="3"/>
                    <a:pt x="44" y="3"/>
                    <a:pt x="44" y="3"/>
                  </a:cubicBezTo>
                  <a:cubicBezTo>
                    <a:pt x="47" y="0"/>
                    <a:pt x="52" y="0"/>
                    <a:pt x="55" y="3"/>
                  </a:cubicBezTo>
                  <a:cubicBezTo>
                    <a:pt x="58" y="6"/>
                    <a:pt x="58" y="11"/>
                    <a:pt x="55" y="14"/>
                  </a:cubicBezTo>
                  <a:cubicBezTo>
                    <a:pt x="15" y="55"/>
                    <a:pt x="15" y="55"/>
                    <a:pt x="15" y="55"/>
                  </a:cubicBezTo>
                  <a:cubicBezTo>
                    <a:pt x="13" y="56"/>
                    <a:pt x="11" y="57"/>
                    <a:pt x="9" y="5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9" name="Freeform 66"/>
            <p:cNvSpPr>
              <a:spLocks/>
            </p:cNvSpPr>
            <p:nvPr/>
          </p:nvSpPr>
          <p:spPr bwMode="gray">
            <a:xfrm>
              <a:off x="10168237" y="4270695"/>
              <a:ext cx="153988" cy="150812"/>
            </a:xfrm>
            <a:custGeom>
              <a:avLst/>
              <a:gdLst>
                <a:gd name="T0" fmla="*/ 9 w 111"/>
                <a:gd name="T1" fmla="*/ 110 h 110"/>
                <a:gd name="T2" fmla="*/ 3 w 111"/>
                <a:gd name="T3" fmla="*/ 108 h 110"/>
                <a:gd name="T4" fmla="*/ 3 w 111"/>
                <a:gd name="T5" fmla="*/ 96 h 110"/>
                <a:gd name="T6" fmla="*/ 96 w 111"/>
                <a:gd name="T7" fmla="*/ 3 h 110"/>
                <a:gd name="T8" fmla="*/ 108 w 111"/>
                <a:gd name="T9" fmla="*/ 3 h 110"/>
                <a:gd name="T10" fmla="*/ 108 w 111"/>
                <a:gd name="T11" fmla="*/ 15 h 110"/>
                <a:gd name="T12" fmla="*/ 15 w 111"/>
                <a:gd name="T13" fmla="*/ 108 h 110"/>
                <a:gd name="T14" fmla="*/ 9 w 111"/>
                <a:gd name="T15" fmla="*/ 110 h 11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1" h="110">
                  <a:moveTo>
                    <a:pt x="9" y="110"/>
                  </a:moveTo>
                  <a:cubicBezTo>
                    <a:pt x="7" y="110"/>
                    <a:pt x="5" y="109"/>
                    <a:pt x="3" y="108"/>
                  </a:cubicBezTo>
                  <a:cubicBezTo>
                    <a:pt x="0" y="104"/>
                    <a:pt x="0" y="99"/>
                    <a:pt x="3" y="96"/>
                  </a:cubicBezTo>
                  <a:cubicBezTo>
                    <a:pt x="96" y="3"/>
                    <a:pt x="96" y="3"/>
                    <a:pt x="96" y="3"/>
                  </a:cubicBezTo>
                  <a:cubicBezTo>
                    <a:pt x="100" y="0"/>
                    <a:pt x="105" y="0"/>
                    <a:pt x="108" y="3"/>
                  </a:cubicBezTo>
                  <a:cubicBezTo>
                    <a:pt x="111" y="6"/>
                    <a:pt x="111" y="11"/>
                    <a:pt x="108" y="15"/>
                  </a:cubicBezTo>
                  <a:cubicBezTo>
                    <a:pt x="15" y="108"/>
                    <a:pt x="15" y="108"/>
                    <a:pt x="15" y="108"/>
                  </a:cubicBezTo>
                  <a:cubicBezTo>
                    <a:pt x="13" y="109"/>
                    <a:pt x="11" y="110"/>
                    <a:pt x="9" y="11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0" name="Freeform 67"/>
            <p:cNvSpPr>
              <a:spLocks/>
            </p:cNvSpPr>
            <p:nvPr/>
          </p:nvSpPr>
          <p:spPr bwMode="gray">
            <a:xfrm>
              <a:off x="10269837" y="4296095"/>
              <a:ext cx="982663" cy="944562"/>
            </a:xfrm>
            <a:custGeom>
              <a:avLst/>
              <a:gdLst>
                <a:gd name="T0" fmla="*/ 619 w 619"/>
                <a:gd name="T1" fmla="*/ 589 h 595"/>
                <a:gd name="T2" fmla="*/ 613 w 619"/>
                <a:gd name="T3" fmla="*/ 595 h 595"/>
                <a:gd name="T4" fmla="*/ 0 w 619"/>
                <a:gd name="T5" fmla="*/ 26 h 595"/>
                <a:gd name="T6" fmla="*/ 27 w 619"/>
                <a:gd name="T7" fmla="*/ 0 h 595"/>
                <a:gd name="T8" fmla="*/ 619 w 619"/>
                <a:gd name="T9" fmla="*/ 589 h 595"/>
              </a:gdLst>
              <a:ahLst/>
              <a:cxnLst>
                <a:cxn ang="0">
                  <a:pos x="T0" y="T1"/>
                </a:cxn>
                <a:cxn ang="0">
                  <a:pos x="T2" y="T3"/>
                </a:cxn>
                <a:cxn ang="0">
                  <a:pos x="T4" y="T5"/>
                </a:cxn>
                <a:cxn ang="0">
                  <a:pos x="T6" y="T7"/>
                </a:cxn>
                <a:cxn ang="0">
                  <a:pos x="T8" y="T9"/>
                </a:cxn>
              </a:cxnLst>
              <a:rect l="0" t="0" r="r" b="b"/>
              <a:pathLst>
                <a:path w="619" h="595">
                  <a:moveTo>
                    <a:pt x="619" y="589"/>
                  </a:moveTo>
                  <a:lnTo>
                    <a:pt x="613" y="595"/>
                  </a:lnTo>
                  <a:lnTo>
                    <a:pt x="0" y="26"/>
                  </a:lnTo>
                  <a:lnTo>
                    <a:pt x="27" y="0"/>
                  </a:lnTo>
                  <a:lnTo>
                    <a:pt x="619" y="589"/>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1" name="Freeform 68"/>
            <p:cNvSpPr>
              <a:spLocks/>
            </p:cNvSpPr>
            <p:nvPr/>
          </p:nvSpPr>
          <p:spPr bwMode="gray">
            <a:xfrm>
              <a:off x="10193637" y="4370708"/>
              <a:ext cx="949325" cy="976312"/>
            </a:xfrm>
            <a:custGeom>
              <a:avLst/>
              <a:gdLst>
                <a:gd name="T0" fmla="*/ 592 w 598"/>
                <a:gd name="T1" fmla="*/ 615 h 615"/>
                <a:gd name="T2" fmla="*/ 598 w 598"/>
                <a:gd name="T3" fmla="*/ 610 h 615"/>
                <a:gd name="T4" fmla="*/ 27 w 598"/>
                <a:gd name="T5" fmla="*/ 0 h 615"/>
                <a:gd name="T6" fmla="*/ 0 w 598"/>
                <a:gd name="T7" fmla="*/ 27 h 615"/>
                <a:gd name="T8" fmla="*/ 592 w 598"/>
                <a:gd name="T9" fmla="*/ 615 h 615"/>
              </a:gdLst>
              <a:ahLst/>
              <a:cxnLst>
                <a:cxn ang="0">
                  <a:pos x="T0" y="T1"/>
                </a:cxn>
                <a:cxn ang="0">
                  <a:pos x="T2" y="T3"/>
                </a:cxn>
                <a:cxn ang="0">
                  <a:pos x="T4" y="T5"/>
                </a:cxn>
                <a:cxn ang="0">
                  <a:pos x="T6" y="T7"/>
                </a:cxn>
                <a:cxn ang="0">
                  <a:pos x="T8" y="T9"/>
                </a:cxn>
              </a:cxnLst>
              <a:rect l="0" t="0" r="r" b="b"/>
              <a:pathLst>
                <a:path w="598" h="615">
                  <a:moveTo>
                    <a:pt x="592" y="615"/>
                  </a:moveTo>
                  <a:lnTo>
                    <a:pt x="598" y="610"/>
                  </a:lnTo>
                  <a:lnTo>
                    <a:pt x="27" y="0"/>
                  </a:lnTo>
                  <a:lnTo>
                    <a:pt x="0" y="27"/>
                  </a:lnTo>
                  <a:lnTo>
                    <a:pt x="592" y="61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2" name="Freeform 69"/>
            <p:cNvSpPr>
              <a:spLocks/>
            </p:cNvSpPr>
            <p:nvPr/>
          </p:nvSpPr>
          <p:spPr bwMode="gray">
            <a:xfrm>
              <a:off x="10615912" y="5231133"/>
              <a:ext cx="665163" cy="93662"/>
            </a:xfrm>
            <a:custGeom>
              <a:avLst/>
              <a:gdLst>
                <a:gd name="T0" fmla="*/ 481 w 481"/>
                <a:gd name="T1" fmla="*/ 14 h 69"/>
                <a:gd name="T2" fmla="*/ 467 w 481"/>
                <a:gd name="T3" fmla="*/ 0 h 69"/>
                <a:gd name="T4" fmla="*/ 15 w 481"/>
                <a:gd name="T5" fmla="*/ 0 h 69"/>
                <a:gd name="T6" fmla="*/ 0 w 481"/>
                <a:gd name="T7" fmla="*/ 14 h 69"/>
                <a:gd name="T8" fmla="*/ 0 w 481"/>
                <a:gd name="T9" fmla="*/ 55 h 69"/>
                <a:gd name="T10" fmla="*/ 15 w 481"/>
                <a:gd name="T11" fmla="*/ 69 h 69"/>
                <a:gd name="T12" fmla="*/ 467 w 481"/>
                <a:gd name="T13" fmla="*/ 69 h 69"/>
                <a:gd name="T14" fmla="*/ 481 w 481"/>
                <a:gd name="T15" fmla="*/ 55 h 69"/>
                <a:gd name="T16" fmla="*/ 481 w 481"/>
                <a:gd name="T17" fmla="*/ 1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81" h="69">
                  <a:moveTo>
                    <a:pt x="481" y="14"/>
                  </a:moveTo>
                  <a:cubicBezTo>
                    <a:pt x="481" y="6"/>
                    <a:pt x="475" y="0"/>
                    <a:pt x="467" y="0"/>
                  </a:cubicBezTo>
                  <a:cubicBezTo>
                    <a:pt x="15" y="0"/>
                    <a:pt x="15" y="0"/>
                    <a:pt x="15" y="0"/>
                  </a:cubicBezTo>
                  <a:cubicBezTo>
                    <a:pt x="7" y="0"/>
                    <a:pt x="0" y="6"/>
                    <a:pt x="0" y="14"/>
                  </a:cubicBezTo>
                  <a:cubicBezTo>
                    <a:pt x="0" y="55"/>
                    <a:pt x="0" y="55"/>
                    <a:pt x="0" y="55"/>
                  </a:cubicBezTo>
                  <a:cubicBezTo>
                    <a:pt x="0" y="63"/>
                    <a:pt x="7" y="69"/>
                    <a:pt x="15" y="69"/>
                  </a:cubicBezTo>
                  <a:cubicBezTo>
                    <a:pt x="467" y="69"/>
                    <a:pt x="467" y="69"/>
                    <a:pt x="467" y="69"/>
                  </a:cubicBezTo>
                  <a:cubicBezTo>
                    <a:pt x="475" y="69"/>
                    <a:pt x="481" y="63"/>
                    <a:pt x="481" y="55"/>
                  </a:cubicBezTo>
                  <a:lnTo>
                    <a:pt x="481" y="1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3" name="Oval 70"/>
            <p:cNvSpPr>
              <a:spLocks noChangeArrowheads="1"/>
            </p:cNvSpPr>
            <p:nvPr/>
          </p:nvSpPr>
          <p:spPr bwMode="gray">
            <a:xfrm>
              <a:off x="103127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4" name="Oval 71"/>
            <p:cNvSpPr>
              <a:spLocks noChangeArrowheads="1"/>
            </p:cNvSpPr>
            <p:nvPr/>
          </p:nvSpPr>
          <p:spPr bwMode="gray">
            <a:xfrm>
              <a:off x="10695287"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5" name="Oval 72"/>
            <p:cNvSpPr>
              <a:spLocks noChangeArrowheads="1"/>
            </p:cNvSpPr>
            <p:nvPr/>
          </p:nvSpPr>
          <p:spPr bwMode="gray">
            <a:xfrm>
              <a:off x="109858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6" name="Freeform 73"/>
            <p:cNvSpPr>
              <a:spLocks/>
            </p:cNvSpPr>
            <p:nvPr/>
          </p:nvSpPr>
          <p:spPr bwMode="gray">
            <a:xfrm>
              <a:off x="10176175" y="5042220"/>
              <a:ext cx="341313" cy="404812"/>
            </a:xfrm>
            <a:custGeom>
              <a:avLst/>
              <a:gdLst>
                <a:gd name="T0" fmla="*/ 247 w 247"/>
                <a:gd name="T1" fmla="*/ 0 h 295"/>
                <a:gd name="T2" fmla="*/ 66 w 247"/>
                <a:gd name="T3" fmla="*/ 0 h 295"/>
                <a:gd name="T4" fmla="*/ 16 w 247"/>
                <a:gd name="T5" fmla="*/ 295 h 295"/>
                <a:gd name="T6" fmla="*/ 197 w 247"/>
                <a:gd name="T7" fmla="*/ 295 h 295"/>
                <a:gd name="T8" fmla="*/ 247 w 247"/>
                <a:gd name="T9" fmla="*/ 0 h 295"/>
              </a:gdLst>
              <a:ahLst/>
              <a:cxnLst>
                <a:cxn ang="0">
                  <a:pos x="T0" y="T1"/>
                </a:cxn>
                <a:cxn ang="0">
                  <a:pos x="T2" y="T3"/>
                </a:cxn>
                <a:cxn ang="0">
                  <a:pos x="T4" y="T5"/>
                </a:cxn>
                <a:cxn ang="0">
                  <a:pos x="T6" y="T7"/>
                </a:cxn>
                <a:cxn ang="0">
                  <a:pos x="T8" y="T9"/>
                </a:cxn>
              </a:cxnLst>
              <a:rect l="0" t="0" r="r" b="b"/>
              <a:pathLst>
                <a:path w="247" h="295">
                  <a:moveTo>
                    <a:pt x="247" y="0"/>
                  </a:moveTo>
                  <a:cubicBezTo>
                    <a:pt x="193" y="0"/>
                    <a:pt x="97" y="0"/>
                    <a:pt x="66" y="0"/>
                  </a:cubicBezTo>
                  <a:cubicBezTo>
                    <a:pt x="0" y="76"/>
                    <a:pt x="16" y="295"/>
                    <a:pt x="16" y="295"/>
                  </a:cubicBezTo>
                  <a:cubicBezTo>
                    <a:pt x="197" y="295"/>
                    <a:pt x="197" y="295"/>
                    <a:pt x="197" y="295"/>
                  </a:cubicBezTo>
                  <a:cubicBezTo>
                    <a:pt x="197" y="295"/>
                    <a:pt x="181" y="76"/>
                    <a:pt x="247" y="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7" name="Freeform 74"/>
            <p:cNvSpPr>
              <a:spLocks/>
            </p:cNvSpPr>
            <p:nvPr/>
          </p:nvSpPr>
          <p:spPr bwMode="gray">
            <a:xfrm>
              <a:off x="10727037" y="5324795"/>
              <a:ext cx="3175" cy="1587"/>
            </a:xfrm>
            <a:custGeom>
              <a:avLst/>
              <a:gdLst>
                <a:gd name="T0" fmla="*/ 0 w 2"/>
                <a:gd name="T1" fmla="*/ 1 h 1"/>
                <a:gd name="T2" fmla="*/ 2 w 2"/>
                <a:gd name="T3" fmla="*/ 0 h 1"/>
                <a:gd name="T4" fmla="*/ 0 w 2"/>
                <a:gd name="T5" fmla="*/ 0 h 1"/>
                <a:gd name="T6" fmla="*/ 0 w 2"/>
                <a:gd name="T7" fmla="*/ 1 h 1"/>
              </a:gdLst>
              <a:ahLst/>
              <a:cxnLst>
                <a:cxn ang="0">
                  <a:pos x="T0" y="T1"/>
                </a:cxn>
                <a:cxn ang="0">
                  <a:pos x="T2" y="T3"/>
                </a:cxn>
                <a:cxn ang="0">
                  <a:pos x="T4" y="T5"/>
                </a:cxn>
                <a:cxn ang="0">
                  <a:pos x="T6" y="T7"/>
                </a:cxn>
              </a:cxnLst>
              <a:rect l="0" t="0" r="r" b="b"/>
              <a:pathLst>
                <a:path w="2" h="1">
                  <a:moveTo>
                    <a:pt x="0" y="1"/>
                  </a:moveTo>
                  <a:cubicBezTo>
                    <a:pt x="1" y="0"/>
                    <a:pt x="2" y="0"/>
                    <a:pt x="2" y="0"/>
                  </a:cubicBezTo>
                  <a:cubicBezTo>
                    <a:pt x="0" y="0"/>
                    <a:pt x="0" y="0"/>
                    <a:pt x="0" y="0"/>
                  </a:cubicBezTo>
                  <a:lnTo>
                    <a:pt x="0" y="1"/>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8" name="Freeform 75"/>
            <p:cNvSpPr>
              <a:spLocks/>
            </p:cNvSpPr>
            <p:nvPr/>
          </p:nvSpPr>
          <p:spPr bwMode="gray">
            <a:xfrm>
              <a:off x="10512725" y="5324795"/>
              <a:ext cx="3175" cy="1587"/>
            </a:xfrm>
            <a:custGeom>
              <a:avLst/>
              <a:gdLst>
                <a:gd name="T0" fmla="*/ 0 w 3"/>
                <a:gd name="T1" fmla="*/ 1 h 1"/>
                <a:gd name="T2" fmla="*/ 3 w 3"/>
                <a:gd name="T3" fmla="*/ 0 h 1"/>
                <a:gd name="T4" fmla="*/ 0 w 3"/>
                <a:gd name="T5" fmla="*/ 0 h 1"/>
                <a:gd name="T6" fmla="*/ 0 w 3"/>
                <a:gd name="T7" fmla="*/ 1 h 1"/>
              </a:gdLst>
              <a:ahLst/>
              <a:cxnLst>
                <a:cxn ang="0">
                  <a:pos x="T0" y="T1"/>
                </a:cxn>
                <a:cxn ang="0">
                  <a:pos x="T2" y="T3"/>
                </a:cxn>
                <a:cxn ang="0">
                  <a:pos x="T4" y="T5"/>
                </a:cxn>
                <a:cxn ang="0">
                  <a:pos x="T6" y="T7"/>
                </a:cxn>
              </a:cxnLst>
              <a:rect l="0" t="0" r="r" b="b"/>
              <a:pathLst>
                <a:path w="3" h="1">
                  <a:moveTo>
                    <a:pt x="0" y="1"/>
                  </a:moveTo>
                  <a:cubicBezTo>
                    <a:pt x="1" y="0"/>
                    <a:pt x="2" y="0"/>
                    <a:pt x="3" y="0"/>
                  </a:cubicBezTo>
                  <a:cubicBezTo>
                    <a:pt x="0" y="0"/>
                    <a:pt x="0" y="0"/>
                    <a:pt x="0" y="0"/>
                  </a:cubicBezTo>
                  <a:lnTo>
                    <a:pt x="0" y="1"/>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9" name="Freeform 76"/>
            <p:cNvSpPr>
              <a:spLocks/>
            </p:cNvSpPr>
            <p:nvPr/>
          </p:nvSpPr>
          <p:spPr bwMode="gray">
            <a:xfrm>
              <a:off x="10176175" y="5042220"/>
              <a:ext cx="127000" cy="404812"/>
            </a:xfrm>
            <a:custGeom>
              <a:avLst/>
              <a:gdLst>
                <a:gd name="T0" fmla="*/ 92 w 92"/>
                <a:gd name="T1" fmla="*/ 0 h 295"/>
                <a:gd name="T2" fmla="*/ 66 w 92"/>
                <a:gd name="T3" fmla="*/ 0 h 295"/>
                <a:gd name="T4" fmla="*/ 16 w 92"/>
                <a:gd name="T5" fmla="*/ 295 h 295"/>
                <a:gd name="T6" fmla="*/ 42 w 92"/>
                <a:gd name="T7" fmla="*/ 295 h 295"/>
                <a:gd name="T8" fmla="*/ 92 w 92"/>
                <a:gd name="T9" fmla="*/ 0 h 295"/>
              </a:gdLst>
              <a:ahLst/>
              <a:cxnLst>
                <a:cxn ang="0">
                  <a:pos x="T0" y="T1"/>
                </a:cxn>
                <a:cxn ang="0">
                  <a:pos x="T2" y="T3"/>
                </a:cxn>
                <a:cxn ang="0">
                  <a:pos x="T4" y="T5"/>
                </a:cxn>
                <a:cxn ang="0">
                  <a:pos x="T6" y="T7"/>
                </a:cxn>
                <a:cxn ang="0">
                  <a:pos x="T8" y="T9"/>
                </a:cxn>
              </a:cxnLst>
              <a:rect l="0" t="0" r="r" b="b"/>
              <a:pathLst>
                <a:path w="92" h="295">
                  <a:moveTo>
                    <a:pt x="92" y="0"/>
                  </a:moveTo>
                  <a:cubicBezTo>
                    <a:pt x="82" y="0"/>
                    <a:pt x="73" y="0"/>
                    <a:pt x="66" y="0"/>
                  </a:cubicBezTo>
                  <a:cubicBezTo>
                    <a:pt x="0" y="76"/>
                    <a:pt x="16" y="295"/>
                    <a:pt x="16" y="295"/>
                  </a:cubicBezTo>
                  <a:cubicBezTo>
                    <a:pt x="42" y="295"/>
                    <a:pt x="42" y="295"/>
                    <a:pt x="42" y="295"/>
                  </a:cubicBezTo>
                  <a:cubicBezTo>
                    <a:pt x="42" y="295"/>
                    <a:pt x="26" y="76"/>
                    <a:pt x="92" y="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0" name="Rectangle 77"/>
            <p:cNvSpPr>
              <a:spLocks noChangeArrowheads="1"/>
            </p:cNvSpPr>
            <p:nvPr/>
          </p:nvSpPr>
          <p:spPr bwMode="gray">
            <a:xfrm>
              <a:off x="9574512" y="3729358"/>
              <a:ext cx="22225" cy="693737"/>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1" name="Freeform 78"/>
            <p:cNvSpPr>
              <a:spLocks/>
            </p:cNvSpPr>
            <p:nvPr/>
          </p:nvSpPr>
          <p:spPr bwMode="gray">
            <a:xfrm>
              <a:off x="10393662" y="5042220"/>
              <a:ext cx="906463" cy="404812"/>
            </a:xfrm>
            <a:custGeom>
              <a:avLst/>
              <a:gdLst>
                <a:gd name="T0" fmla="*/ 642 w 656"/>
                <a:gd name="T1" fmla="*/ 206 h 295"/>
                <a:gd name="T2" fmla="*/ 219 w 656"/>
                <a:gd name="T3" fmla="*/ 206 h 295"/>
                <a:gd name="T4" fmla="*/ 217 w 656"/>
                <a:gd name="T5" fmla="*/ 207 h 295"/>
                <a:gd name="T6" fmla="*/ 217 w 656"/>
                <a:gd name="T7" fmla="*/ 0 h 295"/>
                <a:gd name="T8" fmla="*/ 66 w 656"/>
                <a:gd name="T9" fmla="*/ 0 h 295"/>
                <a:gd name="T10" fmla="*/ 16 w 656"/>
                <a:gd name="T11" fmla="*/ 295 h 295"/>
                <a:gd name="T12" fmla="*/ 642 w 656"/>
                <a:gd name="T13" fmla="*/ 295 h 295"/>
                <a:gd name="T14" fmla="*/ 656 w 656"/>
                <a:gd name="T15" fmla="*/ 281 h 295"/>
                <a:gd name="T16" fmla="*/ 656 w 656"/>
                <a:gd name="T17" fmla="*/ 221 h 295"/>
                <a:gd name="T18" fmla="*/ 642 w 656"/>
                <a:gd name="T19" fmla="*/ 206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56" h="295">
                  <a:moveTo>
                    <a:pt x="642" y="206"/>
                  </a:moveTo>
                  <a:cubicBezTo>
                    <a:pt x="219" y="206"/>
                    <a:pt x="219" y="206"/>
                    <a:pt x="219" y="206"/>
                  </a:cubicBezTo>
                  <a:cubicBezTo>
                    <a:pt x="219" y="206"/>
                    <a:pt x="218" y="206"/>
                    <a:pt x="217" y="207"/>
                  </a:cubicBezTo>
                  <a:cubicBezTo>
                    <a:pt x="217" y="0"/>
                    <a:pt x="217" y="0"/>
                    <a:pt x="217" y="0"/>
                  </a:cubicBezTo>
                  <a:cubicBezTo>
                    <a:pt x="217" y="0"/>
                    <a:pt x="119" y="0"/>
                    <a:pt x="66" y="0"/>
                  </a:cubicBezTo>
                  <a:cubicBezTo>
                    <a:pt x="0" y="76"/>
                    <a:pt x="16" y="295"/>
                    <a:pt x="16" y="295"/>
                  </a:cubicBezTo>
                  <a:cubicBezTo>
                    <a:pt x="642" y="295"/>
                    <a:pt x="642" y="295"/>
                    <a:pt x="642" y="295"/>
                  </a:cubicBezTo>
                  <a:cubicBezTo>
                    <a:pt x="650" y="295"/>
                    <a:pt x="656" y="289"/>
                    <a:pt x="656" y="281"/>
                  </a:cubicBezTo>
                  <a:cubicBezTo>
                    <a:pt x="656" y="221"/>
                    <a:pt x="656" y="221"/>
                    <a:pt x="656" y="221"/>
                  </a:cubicBezTo>
                  <a:cubicBezTo>
                    <a:pt x="656" y="213"/>
                    <a:pt x="650" y="206"/>
                    <a:pt x="642" y="206"/>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2" name="Freeform 79"/>
            <p:cNvSpPr>
              <a:spLocks/>
            </p:cNvSpPr>
            <p:nvPr/>
          </p:nvSpPr>
          <p:spPr bwMode="gray">
            <a:xfrm>
              <a:off x="10393662" y="5042220"/>
              <a:ext cx="300038" cy="404812"/>
            </a:xfrm>
            <a:custGeom>
              <a:avLst/>
              <a:gdLst>
                <a:gd name="T0" fmla="*/ 81 w 217"/>
                <a:gd name="T1" fmla="*/ 15 h 295"/>
                <a:gd name="T2" fmla="*/ 217 w 217"/>
                <a:gd name="T3" fmla="*/ 15 h 295"/>
                <a:gd name="T4" fmla="*/ 217 w 217"/>
                <a:gd name="T5" fmla="*/ 0 h 295"/>
                <a:gd name="T6" fmla="*/ 66 w 217"/>
                <a:gd name="T7" fmla="*/ 0 h 295"/>
                <a:gd name="T8" fmla="*/ 16 w 217"/>
                <a:gd name="T9" fmla="*/ 295 h 295"/>
                <a:gd name="T10" fmla="*/ 30 w 217"/>
                <a:gd name="T11" fmla="*/ 295 h 295"/>
                <a:gd name="T12" fmla="*/ 81 w 217"/>
                <a:gd name="T13" fmla="*/ 15 h 295"/>
              </a:gdLst>
              <a:ahLst/>
              <a:cxnLst>
                <a:cxn ang="0">
                  <a:pos x="T0" y="T1"/>
                </a:cxn>
                <a:cxn ang="0">
                  <a:pos x="T2" y="T3"/>
                </a:cxn>
                <a:cxn ang="0">
                  <a:pos x="T4" y="T5"/>
                </a:cxn>
                <a:cxn ang="0">
                  <a:pos x="T6" y="T7"/>
                </a:cxn>
                <a:cxn ang="0">
                  <a:pos x="T8" y="T9"/>
                </a:cxn>
                <a:cxn ang="0">
                  <a:pos x="T10" y="T11"/>
                </a:cxn>
                <a:cxn ang="0">
                  <a:pos x="T12" y="T13"/>
                </a:cxn>
              </a:cxnLst>
              <a:rect l="0" t="0" r="r" b="b"/>
              <a:pathLst>
                <a:path w="217" h="295">
                  <a:moveTo>
                    <a:pt x="81" y="15"/>
                  </a:moveTo>
                  <a:cubicBezTo>
                    <a:pt x="122" y="15"/>
                    <a:pt x="188" y="15"/>
                    <a:pt x="217" y="15"/>
                  </a:cubicBezTo>
                  <a:cubicBezTo>
                    <a:pt x="217" y="0"/>
                    <a:pt x="217" y="0"/>
                    <a:pt x="217" y="0"/>
                  </a:cubicBezTo>
                  <a:cubicBezTo>
                    <a:pt x="217" y="0"/>
                    <a:pt x="119" y="0"/>
                    <a:pt x="66" y="0"/>
                  </a:cubicBezTo>
                  <a:cubicBezTo>
                    <a:pt x="0" y="76"/>
                    <a:pt x="16" y="295"/>
                    <a:pt x="16" y="295"/>
                  </a:cubicBezTo>
                  <a:cubicBezTo>
                    <a:pt x="30" y="295"/>
                    <a:pt x="30" y="295"/>
                    <a:pt x="30" y="295"/>
                  </a:cubicBezTo>
                  <a:cubicBezTo>
                    <a:pt x="28" y="244"/>
                    <a:pt x="25" y="79"/>
                    <a:pt x="81" y="15"/>
                  </a:cubicBezTo>
                  <a:close/>
                </a:path>
              </a:pathLst>
            </a:custGeom>
            <a:solidFill>
              <a:srgbClr val="FFCB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3" name="Freeform 80"/>
            <p:cNvSpPr>
              <a:spLocks/>
            </p:cNvSpPr>
            <p:nvPr/>
          </p:nvSpPr>
          <p:spPr bwMode="gray">
            <a:xfrm>
              <a:off x="10414300" y="54279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4" name="Freeform 81"/>
            <p:cNvSpPr>
              <a:spLocks/>
            </p:cNvSpPr>
            <p:nvPr/>
          </p:nvSpPr>
          <p:spPr bwMode="gray">
            <a:xfrm>
              <a:off x="10414300" y="5432745"/>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5" name="Freeform 82"/>
            <p:cNvSpPr>
              <a:spLocks/>
            </p:cNvSpPr>
            <p:nvPr/>
          </p:nvSpPr>
          <p:spPr bwMode="gray">
            <a:xfrm>
              <a:off x="10414300" y="54406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6" name="Freeform 83"/>
            <p:cNvSpPr>
              <a:spLocks/>
            </p:cNvSpPr>
            <p:nvPr/>
          </p:nvSpPr>
          <p:spPr bwMode="gray">
            <a:xfrm>
              <a:off x="10433350" y="5324795"/>
              <a:ext cx="866775" cy="122237"/>
            </a:xfrm>
            <a:custGeom>
              <a:avLst/>
              <a:gdLst>
                <a:gd name="T0" fmla="*/ 613 w 627"/>
                <a:gd name="T1" fmla="*/ 0 h 89"/>
                <a:gd name="T2" fmla="*/ 613 w 627"/>
                <a:gd name="T3" fmla="*/ 56 h 89"/>
                <a:gd name="T4" fmla="*/ 599 w 627"/>
                <a:gd name="T5" fmla="*/ 71 h 89"/>
                <a:gd name="T6" fmla="*/ 0 w 627"/>
                <a:gd name="T7" fmla="*/ 71 h 89"/>
                <a:gd name="T8" fmla="*/ 1 w 627"/>
                <a:gd name="T9" fmla="*/ 89 h 89"/>
                <a:gd name="T10" fmla="*/ 613 w 627"/>
                <a:gd name="T11" fmla="*/ 89 h 89"/>
                <a:gd name="T12" fmla="*/ 627 w 627"/>
                <a:gd name="T13" fmla="*/ 75 h 89"/>
                <a:gd name="T14" fmla="*/ 627 w 627"/>
                <a:gd name="T15" fmla="*/ 15 h 89"/>
                <a:gd name="T16" fmla="*/ 613 w 627"/>
                <a:gd name="T17"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7" h="89">
                  <a:moveTo>
                    <a:pt x="613" y="0"/>
                  </a:moveTo>
                  <a:cubicBezTo>
                    <a:pt x="613" y="56"/>
                    <a:pt x="613" y="56"/>
                    <a:pt x="613" y="56"/>
                  </a:cubicBezTo>
                  <a:cubicBezTo>
                    <a:pt x="613" y="64"/>
                    <a:pt x="607" y="71"/>
                    <a:pt x="599" y="71"/>
                  </a:cubicBezTo>
                  <a:cubicBezTo>
                    <a:pt x="0" y="71"/>
                    <a:pt x="0" y="71"/>
                    <a:pt x="0" y="71"/>
                  </a:cubicBezTo>
                  <a:cubicBezTo>
                    <a:pt x="0" y="78"/>
                    <a:pt x="1" y="84"/>
                    <a:pt x="1" y="89"/>
                  </a:cubicBezTo>
                  <a:cubicBezTo>
                    <a:pt x="613" y="89"/>
                    <a:pt x="613" y="89"/>
                    <a:pt x="613" y="89"/>
                  </a:cubicBezTo>
                  <a:cubicBezTo>
                    <a:pt x="621" y="89"/>
                    <a:pt x="627" y="83"/>
                    <a:pt x="627" y="75"/>
                  </a:cubicBezTo>
                  <a:cubicBezTo>
                    <a:pt x="627" y="15"/>
                    <a:pt x="627" y="15"/>
                    <a:pt x="627" y="15"/>
                  </a:cubicBezTo>
                  <a:cubicBezTo>
                    <a:pt x="627" y="7"/>
                    <a:pt x="621" y="1"/>
                    <a:pt x="613" y="0"/>
                  </a:cubicBezTo>
                  <a:close/>
                </a:path>
              </a:pathLst>
            </a:custGeom>
            <a:solidFill>
              <a:srgbClr val="DB9D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7" name="Freeform 84"/>
            <p:cNvSpPr>
              <a:spLocks/>
            </p:cNvSpPr>
            <p:nvPr/>
          </p:nvSpPr>
          <p:spPr bwMode="gray">
            <a:xfrm>
              <a:off x="10452400" y="5086670"/>
              <a:ext cx="203200" cy="238125"/>
            </a:xfrm>
            <a:custGeom>
              <a:avLst/>
              <a:gdLst>
                <a:gd name="T0" fmla="*/ 146 w 146"/>
                <a:gd name="T1" fmla="*/ 174 h 174"/>
                <a:gd name="T2" fmla="*/ 146 w 146"/>
                <a:gd name="T3" fmla="*/ 0 h 174"/>
                <a:gd name="T4" fmla="*/ 40 w 146"/>
                <a:gd name="T5" fmla="*/ 0 h 174"/>
                <a:gd name="T6" fmla="*/ 0 w 146"/>
                <a:gd name="T7" fmla="*/ 174 h 174"/>
                <a:gd name="T8" fmla="*/ 146 w 146"/>
                <a:gd name="T9" fmla="*/ 174 h 174"/>
              </a:gdLst>
              <a:ahLst/>
              <a:cxnLst>
                <a:cxn ang="0">
                  <a:pos x="T0" y="T1"/>
                </a:cxn>
                <a:cxn ang="0">
                  <a:pos x="T2" y="T3"/>
                </a:cxn>
                <a:cxn ang="0">
                  <a:pos x="T4" y="T5"/>
                </a:cxn>
                <a:cxn ang="0">
                  <a:pos x="T6" y="T7"/>
                </a:cxn>
                <a:cxn ang="0">
                  <a:pos x="T8" y="T9"/>
                </a:cxn>
              </a:cxnLst>
              <a:rect l="0" t="0" r="r" b="b"/>
              <a:pathLst>
                <a:path w="146" h="174">
                  <a:moveTo>
                    <a:pt x="146" y="174"/>
                  </a:moveTo>
                  <a:cubicBezTo>
                    <a:pt x="146" y="0"/>
                    <a:pt x="146" y="0"/>
                    <a:pt x="146" y="0"/>
                  </a:cubicBezTo>
                  <a:cubicBezTo>
                    <a:pt x="146" y="0"/>
                    <a:pt x="82" y="0"/>
                    <a:pt x="40" y="0"/>
                  </a:cubicBezTo>
                  <a:cubicBezTo>
                    <a:pt x="8" y="38"/>
                    <a:pt x="0" y="119"/>
                    <a:pt x="0" y="174"/>
                  </a:cubicBezTo>
                  <a:lnTo>
                    <a:pt x="146" y="17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8" name="Freeform 85"/>
            <p:cNvSpPr>
              <a:spLocks/>
            </p:cNvSpPr>
            <p:nvPr/>
          </p:nvSpPr>
          <p:spPr bwMode="gray">
            <a:xfrm>
              <a:off x="10452400" y="5086670"/>
              <a:ext cx="203200" cy="238125"/>
            </a:xfrm>
            <a:custGeom>
              <a:avLst/>
              <a:gdLst>
                <a:gd name="T0" fmla="*/ 146 w 146"/>
                <a:gd name="T1" fmla="*/ 174 h 174"/>
                <a:gd name="T2" fmla="*/ 40 w 146"/>
                <a:gd name="T3" fmla="*/ 0 h 174"/>
                <a:gd name="T4" fmla="*/ 0 w 146"/>
                <a:gd name="T5" fmla="*/ 174 h 174"/>
                <a:gd name="T6" fmla="*/ 146 w 146"/>
                <a:gd name="T7" fmla="*/ 174 h 174"/>
              </a:gdLst>
              <a:ahLst/>
              <a:cxnLst>
                <a:cxn ang="0">
                  <a:pos x="T0" y="T1"/>
                </a:cxn>
                <a:cxn ang="0">
                  <a:pos x="T2" y="T3"/>
                </a:cxn>
                <a:cxn ang="0">
                  <a:pos x="T4" y="T5"/>
                </a:cxn>
                <a:cxn ang="0">
                  <a:pos x="T6" y="T7"/>
                </a:cxn>
              </a:cxnLst>
              <a:rect l="0" t="0" r="r" b="b"/>
              <a:pathLst>
                <a:path w="146" h="174">
                  <a:moveTo>
                    <a:pt x="146" y="174"/>
                  </a:moveTo>
                  <a:cubicBezTo>
                    <a:pt x="146" y="174"/>
                    <a:pt x="84" y="73"/>
                    <a:pt x="40" y="0"/>
                  </a:cubicBezTo>
                  <a:cubicBezTo>
                    <a:pt x="8" y="38"/>
                    <a:pt x="0" y="119"/>
                    <a:pt x="0" y="174"/>
                  </a:cubicBezTo>
                  <a:lnTo>
                    <a:pt x="146" y="174"/>
                  </a:ln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9" name="Oval 86"/>
            <p:cNvSpPr>
              <a:spLocks noChangeArrowheads="1"/>
            </p:cNvSpPr>
            <p:nvPr/>
          </p:nvSpPr>
          <p:spPr bwMode="gray">
            <a:xfrm>
              <a:off x="10458750" y="5353370"/>
              <a:ext cx="188913"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0" name="Oval 87"/>
            <p:cNvSpPr>
              <a:spLocks noChangeArrowheads="1"/>
            </p:cNvSpPr>
            <p:nvPr/>
          </p:nvSpPr>
          <p:spPr bwMode="gray">
            <a:xfrm>
              <a:off x="10503200" y="5396233"/>
              <a:ext cx="100013"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1" name="Oval 88"/>
            <p:cNvSpPr>
              <a:spLocks noChangeArrowheads="1"/>
            </p:cNvSpPr>
            <p:nvPr/>
          </p:nvSpPr>
          <p:spPr bwMode="gray">
            <a:xfrm>
              <a:off x="11041362" y="5353370"/>
              <a:ext cx="192088"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2" name="Oval 89"/>
            <p:cNvSpPr>
              <a:spLocks noChangeArrowheads="1"/>
            </p:cNvSpPr>
            <p:nvPr/>
          </p:nvSpPr>
          <p:spPr bwMode="gray">
            <a:xfrm>
              <a:off x="1083975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3" name="Freeform 90"/>
            <p:cNvSpPr>
              <a:spLocks/>
            </p:cNvSpPr>
            <p:nvPr/>
          </p:nvSpPr>
          <p:spPr bwMode="gray">
            <a:xfrm>
              <a:off x="10503200" y="5412108"/>
              <a:ext cx="85725" cy="87312"/>
            </a:xfrm>
            <a:custGeom>
              <a:avLst/>
              <a:gdLst>
                <a:gd name="T0" fmla="*/ 37 w 62"/>
                <a:gd name="T1" fmla="*/ 63 h 63"/>
                <a:gd name="T2" fmla="*/ 62 w 62"/>
                <a:gd name="T3" fmla="*/ 52 h 63"/>
                <a:gd name="T4" fmla="*/ 10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0" y="0"/>
                    <a:pt x="10" y="0"/>
                    <a:pt x="10"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4" name="Freeform 91"/>
            <p:cNvSpPr>
              <a:spLocks/>
            </p:cNvSpPr>
            <p:nvPr/>
          </p:nvSpPr>
          <p:spPr bwMode="gray">
            <a:xfrm>
              <a:off x="10241262" y="5359720"/>
              <a:ext cx="120650" cy="15875"/>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9"/>
                    <a:pt x="0" y="6"/>
                  </a:cubicBezTo>
                  <a:cubicBezTo>
                    <a:pt x="0" y="3"/>
                    <a:pt x="2" y="0"/>
                    <a:pt x="6" y="0"/>
                  </a:cubicBezTo>
                  <a:cubicBezTo>
                    <a:pt x="81" y="0"/>
                    <a:pt x="81" y="0"/>
                    <a:pt x="81" y="0"/>
                  </a:cubicBezTo>
                  <a:cubicBezTo>
                    <a:pt x="84" y="0"/>
                    <a:pt x="87" y="3"/>
                    <a:pt x="87" y="6"/>
                  </a:cubicBezTo>
                  <a:cubicBezTo>
                    <a:pt x="87" y="9"/>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5" name="Freeform 92"/>
            <p:cNvSpPr>
              <a:spLocks/>
            </p:cNvSpPr>
            <p:nvPr/>
          </p:nvSpPr>
          <p:spPr bwMode="gray">
            <a:xfrm>
              <a:off x="10241262" y="5396233"/>
              <a:ext cx="120650" cy="17462"/>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10"/>
                    <a:pt x="0" y="6"/>
                  </a:cubicBezTo>
                  <a:cubicBezTo>
                    <a:pt x="0" y="3"/>
                    <a:pt x="2" y="0"/>
                    <a:pt x="6" y="0"/>
                  </a:cubicBezTo>
                  <a:cubicBezTo>
                    <a:pt x="81" y="0"/>
                    <a:pt x="81" y="0"/>
                    <a:pt x="81" y="0"/>
                  </a:cubicBezTo>
                  <a:cubicBezTo>
                    <a:pt x="84" y="0"/>
                    <a:pt x="87" y="3"/>
                    <a:pt x="87" y="6"/>
                  </a:cubicBezTo>
                  <a:cubicBezTo>
                    <a:pt x="87" y="10"/>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6" name="Freeform 93"/>
            <p:cNvSpPr>
              <a:spLocks/>
            </p:cNvSpPr>
            <p:nvPr/>
          </p:nvSpPr>
          <p:spPr bwMode="gray">
            <a:xfrm>
              <a:off x="10209512" y="5086670"/>
              <a:ext cx="227013" cy="239712"/>
            </a:xfrm>
            <a:custGeom>
              <a:avLst/>
              <a:gdLst>
                <a:gd name="T0" fmla="*/ 31 w 164"/>
                <a:gd name="T1" fmla="*/ 0 h 175"/>
                <a:gd name="T2" fmla="*/ 0 w 164"/>
                <a:gd name="T3" fmla="*/ 175 h 175"/>
                <a:gd name="T4" fmla="*/ 133 w 164"/>
                <a:gd name="T5" fmla="*/ 175 h 175"/>
                <a:gd name="T6" fmla="*/ 164 w 164"/>
                <a:gd name="T7" fmla="*/ 0 h 175"/>
                <a:gd name="T8" fmla="*/ 31 w 164"/>
                <a:gd name="T9" fmla="*/ 0 h 175"/>
              </a:gdLst>
              <a:ahLst/>
              <a:cxnLst>
                <a:cxn ang="0">
                  <a:pos x="T0" y="T1"/>
                </a:cxn>
                <a:cxn ang="0">
                  <a:pos x="T2" y="T3"/>
                </a:cxn>
                <a:cxn ang="0">
                  <a:pos x="T4" y="T5"/>
                </a:cxn>
                <a:cxn ang="0">
                  <a:pos x="T6" y="T7"/>
                </a:cxn>
                <a:cxn ang="0">
                  <a:pos x="T8" y="T9"/>
                </a:cxn>
              </a:cxnLst>
              <a:rect l="0" t="0" r="r" b="b"/>
              <a:pathLst>
                <a:path w="164" h="175">
                  <a:moveTo>
                    <a:pt x="31" y="0"/>
                  </a:moveTo>
                  <a:cubicBezTo>
                    <a:pt x="9" y="49"/>
                    <a:pt x="1" y="119"/>
                    <a:pt x="0" y="175"/>
                  </a:cubicBezTo>
                  <a:cubicBezTo>
                    <a:pt x="133" y="175"/>
                    <a:pt x="133" y="175"/>
                    <a:pt x="133" y="175"/>
                  </a:cubicBezTo>
                  <a:cubicBezTo>
                    <a:pt x="134" y="119"/>
                    <a:pt x="142" y="49"/>
                    <a:pt x="164" y="0"/>
                  </a:cubicBezTo>
                  <a:lnTo>
                    <a:pt x="31" y="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7" name="Freeform 94"/>
            <p:cNvSpPr>
              <a:spLocks/>
            </p:cNvSpPr>
            <p:nvPr/>
          </p:nvSpPr>
          <p:spPr bwMode="gray">
            <a:xfrm>
              <a:off x="10209512" y="5086670"/>
              <a:ext cx="185738" cy="239712"/>
            </a:xfrm>
            <a:custGeom>
              <a:avLst/>
              <a:gdLst>
                <a:gd name="T0" fmla="*/ 31 w 134"/>
                <a:gd name="T1" fmla="*/ 0 h 175"/>
                <a:gd name="T2" fmla="*/ 0 w 134"/>
                <a:gd name="T3" fmla="*/ 175 h 175"/>
                <a:gd name="T4" fmla="*/ 133 w 134"/>
                <a:gd name="T5" fmla="*/ 175 h 175"/>
                <a:gd name="T6" fmla="*/ 31 w 134"/>
                <a:gd name="T7" fmla="*/ 0 h 175"/>
              </a:gdLst>
              <a:ahLst/>
              <a:cxnLst>
                <a:cxn ang="0">
                  <a:pos x="T0" y="T1"/>
                </a:cxn>
                <a:cxn ang="0">
                  <a:pos x="T2" y="T3"/>
                </a:cxn>
                <a:cxn ang="0">
                  <a:pos x="T4" y="T5"/>
                </a:cxn>
                <a:cxn ang="0">
                  <a:pos x="T6" y="T7"/>
                </a:cxn>
              </a:cxnLst>
              <a:rect l="0" t="0" r="r" b="b"/>
              <a:pathLst>
                <a:path w="134" h="175">
                  <a:moveTo>
                    <a:pt x="31" y="0"/>
                  </a:moveTo>
                  <a:cubicBezTo>
                    <a:pt x="9" y="49"/>
                    <a:pt x="1" y="119"/>
                    <a:pt x="0" y="175"/>
                  </a:cubicBezTo>
                  <a:cubicBezTo>
                    <a:pt x="133" y="175"/>
                    <a:pt x="133" y="175"/>
                    <a:pt x="133" y="175"/>
                  </a:cubicBezTo>
                  <a:cubicBezTo>
                    <a:pt x="134" y="119"/>
                    <a:pt x="31" y="0"/>
                    <a:pt x="31" y="0"/>
                  </a:cubicBez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8" name="Freeform 95"/>
            <p:cNvSpPr>
              <a:spLocks noEditPoints="1"/>
            </p:cNvSpPr>
            <p:nvPr/>
          </p:nvSpPr>
          <p:spPr bwMode="gray">
            <a:xfrm>
              <a:off x="9257012" y="4496120"/>
              <a:ext cx="280988" cy="279400"/>
            </a:xfrm>
            <a:custGeom>
              <a:avLst/>
              <a:gdLst>
                <a:gd name="T0" fmla="*/ 203 w 203"/>
                <a:gd name="T1" fmla="*/ 93 h 203"/>
                <a:gd name="T2" fmla="*/ 187 w 203"/>
                <a:gd name="T3" fmla="*/ 77 h 203"/>
                <a:gd name="T4" fmla="*/ 192 w 203"/>
                <a:gd name="T5" fmla="*/ 54 h 203"/>
                <a:gd name="T6" fmla="*/ 170 w 203"/>
                <a:gd name="T7" fmla="*/ 46 h 203"/>
                <a:gd name="T8" fmla="*/ 167 w 203"/>
                <a:gd name="T9" fmla="*/ 23 h 203"/>
                <a:gd name="T10" fmla="*/ 144 w 203"/>
                <a:gd name="T11" fmla="*/ 25 h 203"/>
                <a:gd name="T12" fmla="*/ 132 w 203"/>
                <a:gd name="T13" fmla="*/ 4 h 203"/>
                <a:gd name="T14" fmla="*/ 111 w 203"/>
                <a:gd name="T15" fmla="*/ 15 h 203"/>
                <a:gd name="T16" fmla="*/ 92 w 203"/>
                <a:gd name="T17" fmla="*/ 0 h 203"/>
                <a:gd name="T18" fmla="*/ 77 w 203"/>
                <a:gd name="T19" fmla="*/ 18 h 203"/>
                <a:gd name="T20" fmla="*/ 54 w 203"/>
                <a:gd name="T21" fmla="*/ 11 h 203"/>
                <a:gd name="T22" fmla="*/ 47 w 203"/>
                <a:gd name="T23" fmla="*/ 33 h 203"/>
                <a:gd name="T24" fmla="*/ 23 w 203"/>
                <a:gd name="T25" fmla="*/ 36 h 203"/>
                <a:gd name="T26" fmla="*/ 24 w 203"/>
                <a:gd name="T27" fmla="*/ 59 h 203"/>
                <a:gd name="T28" fmla="*/ 4 w 203"/>
                <a:gd name="T29" fmla="*/ 71 h 203"/>
                <a:gd name="T30" fmla="*/ 14 w 203"/>
                <a:gd name="T31" fmla="*/ 93 h 203"/>
                <a:gd name="T32" fmla="*/ 0 w 203"/>
                <a:gd name="T33" fmla="*/ 112 h 203"/>
                <a:gd name="T34" fmla="*/ 16 w 203"/>
                <a:gd name="T35" fmla="*/ 127 h 203"/>
                <a:gd name="T36" fmla="*/ 11 w 203"/>
                <a:gd name="T37" fmla="*/ 149 h 203"/>
                <a:gd name="T38" fmla="*/ 32 w 203"/>
                <a:gd name="T39" fmla="*/ 158 h 203"/>
                <a:gd name="T40" fmla="*/ 36 w 203"/>
                <a:gd name="T41" fmla="*/ 180 h 203"/>
                <a:gd name="T42" fmla="*/ 59 w 203"/>
                <a:gd name="T43" fmla="*/ 180 h 203"/>
                <a:gd name="T44" fmla="*/ 71 w 203"/>
                <a:gd name="T45" fmla="*/ 199 h 203"/>
                <a:gd name="T46" fmla="*/ 92 w 203"/>
                <a:gd name="T47" fmla="*/ 191 h 203"/>
                <a:gd name="T48" fmla="*/ 111 w 203"/>
                <a:gd name="T49" fmla="*/ 203 h 203"/>
                <a:gd name="T50" fmla="*/ 127 w 203"/>
                <a:gd name="T51" fmla="*/ 188 h 203"/>
                <a:gd name="T52" fmla="*/ 149 w 203"/>
                <a:gd name="T53" fmla="*/ 192 h 203"/>
                <a:gd name="T54" fmla="*/ 158 w 203"/>
                <a:gd name="T55" fmla="*/ 171 h 203"/>
                <a:gd name="T56" fmla="*/ 180 w 203"/>
                <a:gd name="T57" fmla="*/ 167 h 203"/>
                <a:gd name="T58" fmla="*/ 180 w 203"/>
                <a:gd name="T59" fmla="*/ 144 h 203"/>
                <a:gd name="T60" fmla="*/ 199 w 203"/>
                <a:gd name="T61" fmla="*/ 132 h 203"/>
                <a:gd name="T62" fmla="*/ 190 w 203"/>
                <a:gd name="T63" fmla="*/ 112 h 203"/>
                <a:gd name="T64" fmla="*/ 57 w 203"/>
                <a:gd name="T65" fmla="*/ 58 h 203"/>
                <a:gd name="T66" fmla="*/ 93 w 203"/>
                <a:gd name="T67" fmla="*/ 73 h 203"/>
                <a:gd name="T68" fmla="*/ 39 w 203"/>
                <a:gd name="T69" fmla="*/ 95 h 203"/>
                <a:gd name="T70" fmla="*/ 93 w 203"/>
                <a:gd name="T71" fmla="*/ 166 h 203"/>
                <a:gd name="T72" fmla="*/ 39 w 203"/>
                <a:gd name="T73" fmla="*/ 111 h 203"/>
                <a:gd name="T74" fmla="*/ 93 w 203"/>
                <a:gd name="T75" fmla="*/ 133 h 203"/>
                <a:gd name="T76" fmla="*/ 89 w 203"/>
                <a:gd name="T77" fmla="*/ 102 h 203"/>
                <a:gd name="T78" fmla="*/ 114 w 203"/>
                <a:gd name="T79" fmla="*/ 102 h 203"/>
                <a:gd name="T80" fmla="*/ 89 w 203"/>
                <a:gd name="T81" fmla="*/ 102 h 203"/>
                <a:gd name="T82" fmla="*/ 110 w 203"/>
                <a:gd name="T83" fmla="*/ 166 h 203"/>
                <a:gd name="T84" fmla="*/ 124 w 203"/>
                <a:gd name="T85" fmla="*/ 125 h 203"/>
                <a:gd name="T86" fmla="*/ 165 w 203"/>
                <a:gd name="T87" fmla="*/ 111 h 203"/>
                <a:gd name="T88" fmla="*/ 132 w 203"/>
                <a:gd name="T89" fmla="*/ 95 h 203"/>
                <a:gd name="T90" fmla="*/ 110 w 203"/>
                <a:gd name="T91" fmla="*/ 40 h 203"/>
                <a:gd name="T92" fmla="*/ 165 w 203"/>
                <a:gd name="T93" fmla="*/ 95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03" h="203">
                  <a:moveTo>
                    <a:pt x="203" y="112"/>
                  </a:moveTo>
                  <a:cubicBezTo>
                    <a:pt x="203" y="93"/>
                    <a:pt x="203" y="93"/>
                    <a:pt x="203" y="93"/>
                  </a:cubicBezTo>
                  <a:cubicBezTo>
                    <a:pt x="190" y="93"/>
                    <a:pt x="190" y="93"/>
                    <a:pt x="190" y="93"/>
                  </a:cubicBezTo>
                  <a:cubicBezTo>
                    <a:pt x="189" y="88"/>
                    <a:pt x="188" y="82"/>
                    <a:pt x="187" y="77"/>
                  </a:cubicBezTo>
                  <a:cubicBezTo>
                    <a:pt x="199" y="72"/>
                    <a:pt x="199" y="72"/>
                    <a:pt x="199" y="72"/>
                  </a:cubicBezTo>
                  <a:cubicBezTo>
                    <a:pt x="192" y="54"/>
                    <a:pt x="192" y="54"/>
                    <a:pt x="192" y="54"/>
                  </a:cubicBezTo>
                  <a:cubicBezTo>
                    <a:pt x="179" y="60"/>
                    <a:pt x="179" y="60"/>
                    <a:pt x="179" y="60"/>
                  </a:cubicBezTo>
                  <a:cubicBezTo>
                    <a:pt x="177" y="55"/>
                    <a:pt x="174" y="51"/>
                    <a:pt x="170" y="46"/>
                  </a:cubicBezTo>
                  <a:cubicBezTo>
                    <a:pt x="180" y="36"/>
                    <a:pt x="180" y="36"/>
                    <a:pt x="180" y="36"/>
                  </a:cubicBezTo>
                  <a:cubicBezTo>
                    <a:pt x="167" y="23"/>
                    <a:pt x="167" y="23"/>
                    <a:pt x="167" y="23"/>
                  </a:cubicBezTo>
                  <a:cubicBezTo>
                    <a:pt x="157" y="33"/>
                    <a:pt x="157" y="33"/>
                    <a:pt x="157" y="33"/>
                  </a:cubicBezTo>
                  <a:cubicBezTo>
                    <a:pt x="153" y="30"/>
                    <a:pt x="148" y="27"/>
                    <a:pt x="144" y="25"/>
                  </a:cubicBezTo>
                  <a:cubicBezTo>
                    <a:pt x="149" y="11"/>
                    <a:pt x="149" y="11"/>
                    <a:pt x="149" y="11"/>
                  </a:cubicBezTo>
                  <a:cubicBezTo>
                    <a:pt x="132" y="4"/>
                    <a:pt x="132" y="4"/>
                    <a:pt x="132" y="4"/>
                  </a:cubicBezTo>
                  <a:cubicBezTo>
                    <a:pt x="127" y="18"/>
                    <a:pt x="127" y="18"/>
                    <a:pt x="127" y="18"/>
                  </a:cubicBezTo>
                  <a:cubicBezTo>
                    <a:pt x="122" y="16"/>
                    <a:pt x="116" y="15"/>
                    <a:pt x="111" y="15"/>
                  </a:cubicBezTo>
                  <a:cubicBezTo>
                    <a:pt x="111" y="0"/>
                    <a:pt x="111" y="0"/>
                    <a:pt x="111" y="0"/>
                  </a:cubicBezTo>
                  <a:cubicBezTo>
                    <a:pt x="92" y="0"/>
                    <a:pt x="92" y="0"/>
                    <a:pt x="92" y="0"/>
                  </a:cubicBezTo>
                  <a:cubicBezTo>
                    <a:pt x="92" y="15"/>
                    <a:pt x="92" y="15"/>
                    <a:pt x="92" y="15"/>
                  </a:cubicBezTo>
                  <a:cubicBezTo>
                    <a:pt x="87" y="15"/>
                    <a:pt x="82" y="16"/>
                    <a:pt x="77" y="18"/>
                  </a:cubicBezTo>
                  <a:cubicBezTo>
                    <a:pt x="72" y="4"/>
                    <a:pt x="72" y="4"/>
                    <a:pt x="72" y="4"/>
                  </a:cubicBezTo>
                  <a:cubicBezTo>
                    <a:pt x="54" y="11"/>
                    <a:pt x="54" y="11"/>
                    <a:pt x="54" y="11"/>
                  </a:cubicBezTo>
                  <a:cubicBezTo>
                    <a:pt x="60" y="25"/>
                    <a:pt x="60" y="25"/>
                    <a:pt x="60" y="25"/>
                  </a:cubicBezTo>
                  <a:cubicBezTo>
                    <a:pt x="55" y="27"/>
                    <a:pt x="51" y="30"/>
                    <a:pt x="47" y="33"/>
                  </a:cubicBezTo>
                  <a:cubicBezTo>
                    <a:pt x="36" y="23"/>
                    <a:pt x="36" y="23"/>
                    <a:pt x="36" y="23"/>
                  </a:cubicBezTo>
                  <a:cubicBezTo>
                    <a:pt x="23" y="36"/>
                    <a:pt x="23" y="36"/>
                    <a:pt x="23" y="36"/>
                  </a:cubicBezTo>
                  <a:cubicBezTo>
                    <a:pt x="33" y="46"/>
                    <a:pt x="33" y="46"/>
                    <a:pt x="33" y="46"/>
                  </a:cubicBezTo>
                  <a:cubicBezTo>
                    <a:pt x="30" y="51"/>
                    <a:pt x="27" y="55"/>
                    <a:pt x="24" y="59"/>
                  </a:cubicBezTo>
                  <a:cubicBezTo>
                    <a:pt x="11" y="54"/>
                    <a:pt x="11" y="54"/>
                    <a:pt x="11" y="54"/>
                  </a:cubicBezTo>
                  <a:cubicBezTo>
                    <a:pt x="4" y="71"/>
                    <a:pt x="4" y="71"/>
                    <a:pt x="4" y="71"/>
                  </a:cubicBezTo>
                  <a:cubicBezTo>
                    <a:pt x="17" y="77"/>
                    <a:pt x="17" y="77"/>
                    <a:pt x="17" y="77"/>
                  </a:cubicBezTo>
                  <a:cubicBezTo>
                    <a:pt x="15" y="82"/>
                    <a:pt x="14" y="88"/>
                    <a:pt x="14" y="93"/>
                  </a:cubicBezTo>
                  <a:cubicBezTo>
                    <a:pt x="0" y="93"/>
                    <a:pt x="0" y="93"/>
                    <a:pt x="0" y="93"/>
                  </a:cubicBezTo>
                  <a:cubicBezTo>
                    <a:pt x="0" y="112"/>
                    <a:pt x="0" y="112"/>
                    <a:pt x="0" y="112"/>
                  </a:cubicBezTo>
                  <a:cubicBezTo>
                    <a:pt x="14" y="112"/>
                    <a:pt x="14" y="112"/>
                    <a:pt x="14" y="112"/>
                  </a:cubicBezTo>
                  <a:cubicBezTo>
                    <a:pt x="14" y="117"/>
                    <a:pt x="15" y="122"/>
                    <a:pt x="16" y="127"/>
                  </a:cubicBezTo>
                  <a:cubicBezTo>
                    <a:pt x="4" y="132"/>
                    <a:pt x="4" y="132"/>
                    <a:pt x="4" y="132"/>
                  </a:cubicBezTo>
                  <a:cubicBezTo>
                    <a:pt x="11" y="149"/>
                    <a:pt x="11" y="149"/>
                    <a:pt x="11" y="149"/>
                  </a:cubicBezTo>
                  <a:cubicBezTo>
                    <a:pt x="23" y="144"/>
                    <a:pt x="23" y="144"/>
                    <a:pt x="23" y="144"/>
                  </a:cubicBezTo>
                  <a:cubicBezTo>
                    <a:pt x="26" y="149"/>
                    <a:pt x="29" y="154"/>
                    <a:pt x="32" y="158"/>
                  </a:cubicBezTo>
                  <a:cubicBezTo>
                    <a:pt x="23" y="167"/>
                    <a:pt x="23" y="167"/>
                    <a:pt x="23" y="167"/>
                  </a:cubicBezTo>
                  <a:cubicBezTo>
                    <a:pt x="36" y="180"/>
                    <a:pt x="36" y="180"/>
                    <a:pt x="36" y="180"/>
                  </a:cubicBezTo>
                  <a:cubicBezTo>
                    <a:pt x="45" y="171"/>
                    <a:pt x="45" y="171"/>
                    <a:pt x="45" y="171"/>
                  </a:cubicBezTo>
                  <a:cubicBezTo>
                    <a:pt x="50" y="175"/>
                    <a:pt x="54" y="178"/>
                    <a:pt x="59" y="180"/>
                  </a:cubicBezTo>
                  <a:cubicBezTo>
                    <a:pt x="54" y="192"/>
                    <a:pt x="54" y="192"/>
                    <a:pt x="54" y="192"/>
                  </a:cubicBezTo>
                  <a:cubicBezTo>
                    <a:pt x="71" y="199"/>
                    <a:pt x="71" y="199"/>
                    <a:pt x="71" y="199"/>
                  </a:cubicBezTo>
                  <a:cubicBezTo>
                    <a:pt x="76" y="188"/>
                    <a:pt x="76" y="188"/>
                    <a:pt x="76" y="188"/>
                  </a:cubicBezTo>
                  <a:cubicBezTo>
                    <a:pt x="81" y="189"/>
                    <a:pt x="87" y="190"/>
                    <a:pt x="92" y="191"/>
                  </a:cubicBezTo>
                  <a:cubicBezTo>
                    <a:pt x="92" y="203"/>
                    <a:pt x="92" y="203"/>
                    <a:pt x="92" y="203"/>
                  </a:cubicBezTo>
                  <a:cubicBezTo>
                    <a:pt x="111" y="203"/>
                    <a:pt x="111" y="203"/>
                    <a:pt x="111" y="203"/>
                  </a:cubicBezTo>
                  <a:cubicBezTo>
                    <a:pt x="111" y="191"/>
                    <a:pt x="111" y="191"/>
                    <a:pt x="111" y="191"/>
                  </a:cubicBezTo>
                  <a:cubicBezTo>
                    <a:pt x="117" y="190"/>
                    <a:pt x="122" y="189"/>
                    <a:pt x="127" y="188"/>
                  </a:cubicBezTo>
                  <a:cubicBezTo>
                    <a:pt x="132" y="199"/>
                    <a:pt x="132" y="199"/>
                    <a:pt x="132" y="199"/>
                  </a:cubicBezTo>
                  <a:cubicBezTo>
                    <a:pt x="149" y="192"/>
                    <a:pt x="149" y="192"/>
                    <a:pt x="149" y="192"/>
                  </a:cubicBezTo>
                  <a:cubicBezTo>
                    <a:pt x="144" y="181"/>
                    <a:pt x="144" y="181"/>
                    <a:pt x="144" y="181"/>
                  </a:cubicBezTo>
                  <a:cubicBezTo>
                    <a:pt x="149" y="178"/>
                    <a:pt x="154" y="175"/>
                    <a:pt x="158" y="171"/>
                  </a:cubicBezTo>
                  <a:cubicBezTo>
                    <a:pt x="167" y="180"/>
                    <a:pt x="167" y="180"/>
                    <a:pt x="167" y="180"/>
                  </a:cubicBezTo>
                  <a:cubicBezTo>
                    <a:pt x="180" y="167"/>
                    <a:pt x="180" y="167"/>
                    <a:pt x="180" y="167"/>
                  </a:cubicBezTo>
                  <a:cubicBezTo>
                    <a:pt x="171" y="158"/>
                    <a:pt x="171" y="158"/>
                    <a:pt x="171" y="158"/>
                  </a:cubicBezTo>
                  <a:cubicBezTo>
                    <a:pt x="175" y="154"/>
                    <a:pt x="178" y="149"/>
                    <a:pt x="180" y="144"/>
                  </a:cubicBezTo>
                  <a:cubicBezTo>
                    <a:pt x="192" y="149"/>
                    <a:pt x="192" y="149"/>
                    <a:pt x="192" y="149"/>
                  </a:cubicBezTo>
                  <a:cubicBezTo>
                    <a:pt x="199" y="132"/>
                    <a:pt x="199" y="132"/>
                    <a:pt x="199" y="132"/>
                  </a:cubicBezTo>
                  <a:cubicBezTo>
                    <a:pt x="187" y="127"/>
                    <a:pt x="187" y="127"/>
                    <a:pt x="187" y="127"/>
                  </a:cubicBezTo>
                  <a:cubicBezTo>
                    <a:pt x="188" y="122"/>
                    <a:pt x="189" y="117"/>
                    <a:pt x="190" y="112"/>
                  </a:cubicBezTo>
                  <a:lnTo>
                    <a:pt x="203" y="112"/>
                  </a:lnTo>
                  <a:close/>
                  <a:moveTo>
                    <a:pt x="57" y="58"/>
                  </a:moveTo>
                  <a:cubicBezTo>
                    <a:pt x="67" y="48"/>
                    <a:pt x="80" y="41"/>
                    <a:pt x="93" y="40"/>
                  </a:cubicBezTo>
                  <a:cubicBezTo>
                    <a:pt x="93" y="73"/>
                    <a:pt x="93" y="73"/>
                    <a:pt x="93" y="73"/>
                  </a:cubicBezTo>
                  <a:cubicBezTo>
                    <a:pt x="83" y="76"/>
                    <a:pt x="75" y="84"/>
                    <a:pt x="72" y="95"/>
                  </a:cubicBezTo>
                  <a:cubicBezTo>
                    <a:pt x="39" y="95"/>
                    <a:pt x="39" y="95"/>
                    <a:pt x="39" y="95"/>
                  </a:cubicBezTo>
                  <a:cubicBezTo>
                    <a:pt x="40" y="81"/>
                    <a:pt x="47" y="68"/>
                    <a:pt x="57" y="58"/>
                  </a:cubicBezTo>
                  <a:close/>
                  <a:moveTo>
                    <a:pt x="93" y="166"/>
                  </a:moveTo>
                  <a:cubicBezTo>
                    <a:pt x="80" y="164"/>
                    <a:pt x="67" y="158"/>
                    <a:pt x="57" y="148"/>
                  </a:cubicBezTo>
                  <a:cubicBezTo>
                    <a:pt x="47" y="138"/>
                    <a:pt x="40" y="125"/>
                    <a:pt x="39" y="111"/>
                  </a:cubicBezTo>
                  <a:cubicBezTo>
                    <a:pt x="72" y="111"/>
                    <a:pt x="72" y="111"/>
                    <a:pt x="72" y="111"/>
                  </a:cubicBezTo>
                  <a:cubicBezTo>
                    <a:pt x="75" y="122"/>
                    <a:pt x="83" y="130"/>
                    <a:pt x="93" y="133"/>
                  </a:cubicBezTo>
                  <a:lnTo>
                    <a:pt x="93" y="166"/>
                  </a:lnTo>
                  <a:close/>
                  <a:moveTo>
                    <a:pt x="89" y="102"/>
                  </a:moveTo>
                  <a:cubicBezTo>
                    <a:pt x="89" y="95"/>
                    <a:pt x="95" y="89"/>
                    <a:pt x="102" y="89"/>
                  </a:cubicBezTo>
                  <a:cubicBezTo>
                    <a:pt x="109" y="89"/>
                    <a:pt x="114" y="95"/>
                    <a:pt x="114" y="102"/>
                  </a:cubicBezTo>
                  <a:cubicBezTo>
                    <a:pt x="114" y="109"/>
                    <a:pt x="109" y="114"/>
                    <a:pt x="102" y="114"/>
                  </a:cubicBezTo>
                  <a:cubicBezTo>
                    <a:pt x="95" y="114"/>
                    <a:pt x="89" y="109"/>
                    <a:pt x="89" y="102"/>
                  </a:cubicBezTo>
                  <a:close/>
                  <a:moveTo>
                    <a:pt x="147" y="148"/>
                  </a:moveTo>
                  <a:cubicBezTo>
                    <a:pt x="137" y="158"/>
                    <a:pt x="124" y="164"/>
                    <a:pt x="110" y="166"/>
                  </a:cubicBezTo>
                  <a:cubicBezTo>
                    <a:pt x="110" y="133"/>
                    <a:pt x="110" y="133"/>
                    <a:pt x="110" y="133"/>
                  </a:cubicBezTo>
                  <a:cubicBezTo>
                    <a:pt x="115" y="131"/>
                    <a:pt x="120" y="129"/>
                    <a:pt x="124" y="125"/>
                  </a:cubicBezTo>
                  <a:cubicBezTo>
                    <a:pt x="128" y="121"/>
                    <a:pt x="130" y="116"/>
                    <a:pt x="132" y="111"/>
                  </a:cubicBezTo>
                  <a:cubicBezTo>
                    <a:pt x="165" y="111"/>
                    <a:pt x="165" y="111"/>
                    <a:pt x="165" y="111"/>
                  </a:cubicBezTo>
                  <a:cubicBezTo>
                    <a:pt x="163" y="125"/>
                    <a:pt x="157" y="138"/>
                    <a:pt x="147" y="148"/>
                  </a:cubicBezTo>
                  <a:close/>
                  <a:moveTo>
                    <a:pt x="132" y="95"/>
                  </a:moveTo>
                  <a:cubicBezTo>
                    <a:pt x="129" y="84"/>
                    <a:pt x="121" y="76"/>
                    <a:pt x="110" y="73"/>
                  </a:cubicBezTo>
                  <a:cubicBezTo>
                    <a:pt x="110" y="40"/>
                    <a:pt x="110" y="40"/>
                    <a:pt x="110" y="40"/>
                  </a:cubicBezTo>
                  <a:cubicBezTo>
                    <a:pt x="124" y="41"/>
                    <a:pt x="137" y="48"/>
                    <a:pt x="147" y="58"/>
                  </a:cubicBezTo>
                  <a:cubicBezTo>
                    <a:pt x="157" y="68"/>
                    <a:pt x="163" y="81"/>
                    <a:pt x="165" y="95"/>
                  </a:cubicBezTo>
                  <a:lnTo>
                    <a:pt x="132" y="95"/>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9" name="Freeform 96"/>
            <p:cNvSpPr>
              <a:spLocks noEditPoints="1"/>
            </p:cNvSpPr>
            <p:nvPr/>
          </p:nvSpPr>
          <p:spPr bwMode="gray">
            <a:xfrm>
              <a:off x="9109375" y="4723133"/>
              <a:ext cx="254000" cy="254000"/>
            </a:xfrm>
            <a:custGeom>
              <a:avLst/>
              <a:gdLst>
                <a:gd name="T0" fmla="*/ 184 w 184"/>
                <a:gd name="T1" fmla="*/ 112 h 185"/>
                <a:gd name="T2" fmla="*/ 161 w 184"/>
                <a:gd name="T3" fmla="*/ 89 h 185"/>
                <a:gd name="T4" fmla="*/ 181 w 184"/>
                <a:gd name="T5" fmla="*/ 63 h 185"/>
                <a:gd name="T6" fmla="*/ 150 w 184"/>
                <a:gd name="T7" fmla="*/ 55 h 185"/>
                <a:gd name="T8" fmla="*/ 155 w 184"/>
                <a:gd name="T9" fmla="*/ 22 h 185"/>
                <a:gd name="T10" fmla="*/ 123 w 184"/>
                <a:gd name="T11" fmla="*/ 31 h 185"/>
                <a:gd name="T12" fmla="*/ 111 w 184"/>
                <a:gd name="T13" fmla="*/ 0 h 185"/>
                <a:gd name="T14" fmla="*/ 88 w 184"/>
                <a:gd name="T15" fmla="*/ 23 h 185"/>
                <a:gd name="T16" fmla="*/ 63 w 184"/>
                <a:gd name="T17" fmla="*/ 3 h 185"/>
                <a:gd name="T18" fmla="*/ 54 w 184"/>
                <a:gd name="T19" fmla="*/ 34 h 185"/>
                <a:gd name="T20" fmla="*/ 22 w 184"/>
                <a:gd name="T21" fmla="*/ 29 h 185"/>
                <a:gd name="T22" fmla="*/ 30 w 184"/>
                <a:gd name="T23" fmla="*/ 61 h 185"/>
                <a:gd name="T24" fmla="*/ 0 w 184"/>
                <a:gd name="T25" fmla="*/ 73 h 185"/>
                <a:gd name="T26" fmla="*/ 23 w 184"/>
                <a:gd name="T27" fmla="*/ 96 h 185"/>
                <a:gd name="T28" fmla="*/ 2 w 184"/>
                <a:gd name="T29" fmla="*/ 121 h 185"/>
                <a:gd name="T30" fmla="*/ 34 w 184"/>
                <a:gd name="T31" fmla="*/ 130 h 185"/>
                <a:gd name="T32" fmla="*/ 29 w 184"/>
                <a:gd name="T33" fmla="*/ 162 h 185"/>
                <a:gd name="T34" fmla="*/ 60 w 184"/>
                <a:gd name="T35" fmla="*/ 154 h 185"/>
                <a:gd name="T36" fmla="*/ 72 w 184"/>
                <a:gd name="T37" fmla="*/ 185 h 185"/>
                <a:gd name="T38" fmla="*/ 95 w 184"/>
                <a:gd name="T39" fmla="*/ 161 h 185"/>
                <a:gd name="T40" fmla="*/ 121 w 184"/>
                <a:gd name="T41" fmla="*/ 182 h 185"/>
                <a:gd name="T42" fmla="*/ 129 w 184"/>
                <a:gd name="T43" fmla="*/ 150 h 185"/>
                <a:gd name="T44" fmla="*/ 162 w 184"/>
                <a:gd name="T45" fmla="*/ 156 h 185"/>
                <a:gd name="T46" fmla="*/ 153 w 184"/>
                <a:gd name="T47" fmla="*/ 124 h 185"/>
                <a:gd name="T48" fmla="*/ 184 w 184"/>
                <a:gd name="T49" fmla="*/ 112 h 185"/>
                <a:gd name="T50" fmla="*/ 92 w 184"/>
                <a:gd name="T51" fmla="*/ 115 h 185"/>
                <a:gd name="T52" fmla="*/ 69 w 184"/>
                <a:gd name="T53" fmla="*/ 92 h 185"/>
                <a:gd name="T54" fmla="*/ 92 w 184"/>
                <a:gd name="T55" fmla="*/ 70 h 185"/>
                <a:gd name="T56" fmla="*/ 114 w 184"/>
                <a:gd name="T57" fmla="*/ 92 h 185"/>
                <a:gd name="T58" fmla="*/ 92 w 184"/>
                <a:gd name="T59" fmla="*/ 115 h 1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4" h="185">
                  <a:moveTo>
                    <a:pt x="184" y="112"/>
                  </a:moveTo>
                  <a:cubicBezTo>
                    <a:pt x="161" y="89"/>
                    <a:pt x="161" y="89"/>
                    <a:pt x="161" y="89"/>
                  </a:cubicBezTo>
                  <a:cubicBezTo>
                    <a:pt x="181" y="63"/>
                    <a:pt x="181" y="63"/>
                    <a:pt x="181" y="63"/>
                  </a:cubicBezTo>
                  <a:cubicBezTo>
                    <a:pt x="150" y="55"/>
                    <a:pt x="150" y="55"/>
                    <a:pt x="150" y="55"/>
                  </a:cubicBezTo>
                  <a:cubicBezTo>
                    <a:pt x="155" y="22"/>
                    <a:pt x="155" y="22"/>
                    <a:pt x="155" y="22"/>
                  </a:cubicBezTo>
                  <a:cubicBezTo>
                    <a:pt x="123" y="31"/>
                    <a:pt x="123" y="31"/>
                    <a:pt x="123" y="31"/>
                  </a:cubicBezTo>
                  <a:cubicBezTo>
                    <a:pt x="111" y="0"/>
                    <a:pt x="111" y="0"/>
                    <a:pt x="111" y="0"/>
                  </a:cubicBezTo>
                  <a:cubicBezTo>
                    <a:pt x="88" y="23"/>
                    <a:pt x="88" y="23"/>
                    <a:pt x="88" y="23"/>
                  </a:cubicBezTo>
                  <a:cubicBezTo>
                    <a:pt x="63" y="3"/>
                    <a:pt x="63" y="3"/>
                    <a:pt x="63" y="3"/>
                  </a:cubicBezTo>
                  <a:cubicBezTo>
                    <a:pt x="54" y="34"/>
                    <a:pt x="54" y="34"/>
                    <a:pt x="54" y="34"/>
                  </a:cubicBezTo>
                  <a:cubicBezTo>
                    <a:pt x="22" y="29"/>
                    <a:pt x="22" y="29"/>
                    <a:pt x="22" y="29"/>
                  </a:cubicBezTo>
                  <a:cubicBezTo>
                    <a:pt x="30" y="61"/>
                    <a:pt x="30" y="61"/>
                    <a:pt x="30" y="61"/>
                  </a:cubicBezTo>
                  <a:cubicBezTo>
                    <a:pt x="0" y="73"/>
                    <a:pt x="0" y="73"/>
                    <a:pt x="0" y="73"/>
                  </a:cubicBezTo>
                  <a:cubicBezTo>
                    <a:pt x="23" y="96"/>
                    <a:pt x="23" y="96"/>
                    <a:pt x="23" y="96"/>
                  </a:cubicBezTo>
                  <a:cubicBezTo>
                    <a:pt x="2" y="121"/>
                    <a:pt x="2" y="121"/>
                    <a:pt x="2" y="121"/>
                  </a:cubicBezTo>
                  <a:cubicBezTo>
                    <a:pt x="34" y="130"/>
                    <a:pt x="34" y="130"/>
                    <a:pt x="34" y="130"/>
                  </a:cubicBezTo>
                  <a:cubicBezTo>
                    <a:pt x="29" y="162"/>
                    <a:pt x="29" y="162"/>
                    <a:pt x="29" y="162"/>
                  </a:cubicBezTo>
                  <a:cubicBezTo>
                    <a:pt x="60" y="154"/>
                    <a:pt x="60" y="154"/>
                    <a:pt x="60" y="154"/>
                  </a:cubicBezTo>
                  <a:cubicBezTo>
                    <a:pt x="72" y="185"/>
                    <a:pt x="72" y="185"/>
                    <a:pt x="72" y="185"/>
                  </a:cubicBezTo>
                  <a:cubicBezTo>
                    <a:pt x="95" y="161"/>
                    <a:pt x="95" y="161"/>
                    <a:pt x="95" y="161"/>
                  </a:cubicBezTo>
                  <a:cubicBezTo>
                    <a:pt x="121" y="182"/>
                    <a:pt x="121" y="182"/>
                    <a:pt x="121" y="182"/>
                  </a:cubicBezTo>
                  <a:cubicBezTo>
                    <a:pt x="129" y="150"/>
                    <a:pt x="129" y="150"/>
                    <a:pt x="129" y="150"/>
                  </a:cubicBezTo>
                  <a:cubicBezTo>
                    <a:pt x="162" y="156"/>
                    <a:pt x="162" y="156"/>
                    <a:pt x="162" y="156"/>
                  </a:cubicBezTo>
                  <a:cubicBezTo>
                    <a:pt x="153" y="124"/>
                    <a:pt x="153" y="124"/>
                    <a:pt x="153" y="124"/>
                  </a:cubicBezTo>
                  <a:lnTo>
                    <a:pt x="184" y="112"/>
                  </a:lnTo>
                  <a:close/>
                  <a:moveTo>
                    <a:pt x="92" y="115"/>
                  </a:moveTo>
                  <a:cubicBezTo>
                    <a:pt x="79" y="115"/>
                    <a:pt x="69" y="105"/>
                    <a:pt x="69" y="92"/>
                  </a:cubicBezTo>
                  <a:cubicBezTo>
                    <a:pt x="69" y="80"/>
                    <a:pt x="79" y="70"/>
                    <a:pt x="92" y="70"/>
                  </a:cubicBezTo>
                  <a:cubicBezTo>
                    <a:pt x="104" y="70"/>
                    <a:pt x="114" y="80"/>
                    <a:pt x="114" y="92"/>
                  </a:cubicBezTo>
                  <a:cubicBezTo>
                    <a:pt x="114" y="105"/>
                    <a:pt x="104" y="115"/>
                    <a:pt x="92"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0" name="Freeform 97"/>
            <p:cNvSpPr>
              <a:spLocks noEditPoints="1"/>
            </p:cNvSpPr>
            <p:nvPr/>
          </p:nvSpPr>
          <p:spPr bwMode="gray">
            <a:xfrm>
              <a:off x="9464975" y="4650108"/>
              <a:ext cx="358775" cy="355600"/>
            </a:xfrm>
            <a:custGeom>
              <a:avLst/>
              <a:gdLst>
                <a:gd name="T0" fmla="*/ 247 w 259"/>
                <a:gd name="T1" fmla="*/ 139 h 259"/>
                <a:gd name="T2" fmla="*/ 228 w 259"/>
                <a:gd name="T3" fmla="*/ 133 h 259"/>
                <a:gd name="T4" fmla="*/ 224 w 259"/>
                <a:gd name="T5" fmla="*/ 103 h 259"/>
                <a:gd name="T6" fmla="*/ 241 w 259"/>
                <a:gd name="T7" fmla="*/ 94 h 259"/>
                <a:gd name="T8" fmla="*/ 247 w 259"/>
                <a:gd name="T9" fmla="*/ 73 h 259"/>
                <a:gd name="T10" fmla="*/ 239 w 259"/>
                <a:gd name="T11" fmla="*/ 59 h 259"/>
                <a:gd name="T12" fmla="*/ 219 w 259"/>
                <a:gd name="T13" fmla="*/ 53 h 259"/>
                <a:gd name="T14" fmla="*/ 202 w 259"/>
                <a:gd name="T15" fmla="*/ 63 h 259"/>
                <a:gd name="T16" fmla="*/ 178 w 259"/>
                <a:gd name="T17" fmla="*/ 44 h 259"/>
                <a:gd name="T18" fmla="*/ 183 w 259"/>
                <a:gd name="T19" fmla="*/ 25 h 259"/>
                <a:gd name="T20" fmla="*/ 173 w 259"/>
                <a:gd name="T21" fmla="*/ 7 h 259"/>
                <a:gd name="T22" fmla="*/ 157 w 259"/>
                <a:gd name="T23" fmla="*/ 2 h 259"/>
                <a:gd name="T24" fmla="*/ 138 w 259"/>
                <a:gd name="T25" fmla="*/ 12 h 259"/>
                <a:gd name="T26" fmla="*/ 133 w 259"/>
                <a:gd name="T27" fmla="*/ 31 h 259"/>
                <a:gd name="T28" fmla="*/ 103 w 259"/>
                <a:gd name="T29" fmla="*/ 35 h 259"/>
                <a:gd name="T30" fmla="*/ 93 w 259"/>
                <a:gd name="T31" fmla="*/ 18 h 259"/>
                <a:gd name="T32" fmla="*/ 73 w 259"/>
                <a:gd name="T33" fmla="*/ 12 h 259"/>
                <a:gd name="T34" fmla="*/ 59 w 259"/>
                <a:gd name="T35" fmla="*/ 20 h 259"/>
                <a:gd name="T36" fmla="*/ 53 w 259"/>
                <a:gd name="T37" fmla="*/ 40 h 259"/>
                <a:gd name="T38" fmla="*/ 63 w 259"/>
                <a:gd name="T39" fmla="*/ 58 h 259"/>
                <a:gd name="T40" fmla="*/ 44 w 259"/>
                <a:gd name="T41" fmla="*/ 81 h 259"/>
                <a:gd name="T42" fmla="*/ 25 w 259"/>
                <a:gd name="T43" fmla="*/ 76 h 259"/>
                <a:gd name="T44" fmla="*/ 7 w 259"/>
                <a:gd name="T45" fmla="*/ 86 h 259"/>
                <a:gd name="T46" fmla="*/ 2 w 259"/>
                <a:gd name="T47" fmla="*/ 103 h 259"/>
                <a:gd name="T48" fmla="*/ 12 w 259"/>
                <a:gd name="T49" fmla="*/ 121 h 259"/>
                <a:gd name="T50" fmla="*/ 31 w 259"/>
                <a:gd name="T51" fmla="*/ 126 h 259"/>
                <a:gd name="T52" fmla="*/ 35 w 259"/>
                <a:gd name="T53" fmla="*/ 156 h 259"/>
                <a:gd name="T54" fmla="*/ 18 w 259"/>
                <a:gd name="T55" fmla="*/ 166 h 259"/>
                <a:gd name="T56" fmla="*/ 12 w 259"/>
                <a:gd name="T57" fmla="*/ 186 h 259"/>
                <a:gd name="T58" fmla="*/ 20 w 259"/>
                <a:gd name="T59" fmla="*/ 201 h 259"/>
                <a:gd name="T60" fmla="*/ 40 w 259"/>
                <a:gd name="T61" fmla="*/ 206 h 259"/>
                <a:gd name="T62" fmla="*/ 58 w 259"/>
                <a:gd name="T63" fmla="*/ 197 h 259"/>
                <a:gd name="T64" fmla="*/ 81 w 259"/>
                <a:gd name="T65" fmla="*/ 215 h 259"/>
                <a:gd name="T66" fmla="*/ 76 w 259"/>
                <a:gd name="T67" fmla="*/ 234 h 259"/>
                <a:gd name="T68" fmla="*/ 86 w 259"/>
                <a:gd name="T69" fmla="*/ 253 h 259"/>
                <a:gd name="T70" fmla="*/ 102 w 259"/>
                <a:gd name="T71" fmla="*/ 257 h 259"/>
                <a:gd name="T72" fmla="*/ 121 w 259"/>
                <a:gd name="T73" fmla="*/ 247 h 259"/>
                <a:gd name="T74" fmla="*/ 126 w 259"/>
                <a:gd name="T75" fmla="*/ 228 h 259"/>
                <a:gd name="T76" fmla="*/ 156 w 259"/>
                <a:gd name="T77" fmla="*/ 224 h 259"/>
                <a:gd name="T78" fmla="*/ 166 w 259"/>
                <a:gd name="T79" fmla="*/ 242 h 259"/>
                <a:gd name="T80" fmla="*/ 186 w 259"/>
                <a:gd name="T81" fmla="*/ 247 h 259"/>
                <a:gd name="T82" fmla="*/ 200 w 259"/>
                <a:gd name="T83" fmla="*/ 239 h 259"/>
                <a:gd name="T84" fmla="*/ 206 w 259"/>
                <a:gd name="T85" fmla="*/ 219 h 259"/>
                <a:gd name="T86" fmla="*/ 197 w 259"/>
                <a:gd name="T87" fmla="*/ 202 h 259"/>
                <a:gd name="T88" fmla="*/ 215 w 259"/>
                <a:gd name="T89" fmla="*/ 178 h 259"/>
                <a:gd name="T90" fmla="*/ 234 w 259"/>
                <a:gd name="T91" fmla="*/ 183 h 259"/>
                <a:gd name="T92" fmla="*/ 252 w 259"/>
                <a:gd name="T93" fmla="*/ 173 h 259"/>
                <a:gd name="T94" fmla="*/ 257 w 259"/>
                <a:gd name="T95" fmla="*/ 157 h 259"/>
                <a:gd name="T96" fmla="*/ 247 w 259"/>
                <a:gd name="T97" fmla="*/ 139 h 259"/>
                <a:gd name="T98" fmla="*/ 116 w 259"/>
                <a:gd name="T99" fmla="*/ 178 h 259"/>
                <a:gd name="T100" fmla="*/ 82 w 259"/>
                <a:gd name="T101" fmla="*/ 116 h 259"/>
                <a:gd name="T102" fmla="*/ 143 w 259"/>
                <a:gd name="T103" fmla="*/ 82 h 259"/>
                <a:gd name="T104" fmla="*/ 177 w 259"/>
                <a:gd name="T105" fmla="*/ 143 h 259"/>
                <a:gd name="T106" fmla="*/ 116 w 259"/>
                <a:gd name="T107" fmla="*/ 178 h 2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59" h="259">
                  <a:moveTo>
                    <a:pt x="247" y="139"/>
                  </a:moveTo>
                  <a:cubicBezTo>
                    <a:pt x="228" y="133"/>
                    <a:pt x="228" y="133"/>
                    <a:pt x="228" y="133"/>
                  </a:cubicBezTo>
                  <a:cubicBezTo>
                    <a:pt x="228" y="123"/>
                    <a:pt x="227" y="113"/>
                    <a:pt x="224" y="103"/>
                  </a:cubicBezTo>
                  <a:cubicBezTo>
                    <a:pt x="241" y="94"/>
                    <a:pt x="241" y="94"/>
                    <a:pt x="241" y="94"/>
                  </a:cubicBezTo>
                  <a:cubicBezTo>
                    <a:pt x="249" y="90"/>
                    <a:pt x="251" y="81"/>
                    <a:pt x="247" y="73"/>
                  </a:cubicBezTo>
                  <a:cubicBezTo>
                    <a:pt x="239" y="59"/>
                    <a:pt x="239" y="59"/>
                    <a:pt x="239" y="59"/>
                  </a:cubicBezTo>
                  <a:cubicBezTo>
                    <a:pt x="235" y="52"/>
                    <a:pt x="226" y="49"/>
                    <a:pt x="219" y="53"/>
                  </a:cubicBezTo>
                  <a:cubicBezTo>
                    <a:pt x="202" y="63"/>
                    <a:pt x="202" y="63"/>
                    <a:pt x="202" y="63"/>
                  </a:cubicBezTo>
                  <a:cubicBezTo>
                    <a:pt x="195" y="55"/>
                    <a:pt x="187" y="49"/>
                    <a:pt x="178" y="44"/>
                  </a:cubicBezTo>
                  <a:cubicBezTo>
                    <a:pt x="183" y="25"/>
                    <a:pt x="183" y="25"/>
                    <a:pt x="183" y="25"/>
                  </a:cubicBezTo>
                  <a:cubicBezTo>
                    <a:pt x="185" y="17"/>
                    <a:pt x="181" y="9"/>
                    <a:pt x="173" y="7"/>
                  </a:cubicBezTo>
                  <a:cubicBezTo>
                    <a:pt x="157" y="2"/>
                    <a:pt x="157" y="2"/>
                    <a:pt x="157" y="2"/>
                  </a:cubicBezTo>
                  <a:cubicBezTo>
                    <a:pt x="149" y="0"/>
                    <a:pt x="141" y="5"/>
                    <a:pt x="138" y="12"/>
                  </a:cubicBezTo>
                  <a:cubicBezTo>
                    <a:pt x="133" y="31"/>
                    <a:pt x="133" y="31"/>
                    <a:pt x="133" y="31"/>
                  </a:cubicBezTo>
                  <a:cubicBezTo>
                    <a:pt x="123" y="31"/>
                    <a:pt x="113" y="32"/>
                    <a:pt x="103" y="35"/>
                  </a:cubicBezTo>
                  <a:cubicBezTo>
                    <a:pt x="93" y="18"/>
                    <a:pt x="93" y="18"/>
                    <a:pt x="93" y="18"/>
                  </a:cubicBezTo>
                  <a:cubicBezTo>
                    <a:pt x="90" y="11"/>
                    <a:pt x="80" y="8"/>
                    <a:pt x="73" y="12"/>
                  </a:cubicBezTo>
                  <a:cubicBezTo>
                    <a:pt x="59" y="20"/>
                    <a:pt x="59" y="20"/>
                    <a:pt x="59" y="20"/>
                  </a:cubicBezTo>
                  <a:cubicBezTo>
                    <a:pt x="51" y="24"/>
                    <a:pt x="49" y="33"/>
                    <a:pt x="53" y="40"/>
                  </a:cubicBezTo>
                  <a:cubicBezTo>
                    <a:pt x="63" y="58"/>
                    <a:pt x="63" y="58"/>
                    <a:pt x="63" y="58"/>
                  </a:cubicBezTo>
                  <a:cubicBezTo>
                    <a:pt x="55" y="64"/>
                    <a:pt x="49" y="72"/>
                    <a:pt x="44" y="81"/>
                  </a:cubicBezTo>
                  <a:cubicBezTo>
                    <a:pt x="25" y="76"/>
                    <a:pt x="25" y="76"/>
                    <a:pt x="25" y="76"/>
                  </a:cubicBezTo>
                  <a:cubicBezTo>
                    <a:pt x="17" y="74"/>
                    <a:pt x="9" y="78"/>
                    <a:pt x="7" y="86"/>
                  </a:cubicBezTo>
                  <a:cubicBezTo>
                    <a:pt x="2" y="103"/>
                    <a:pt x="2" y="103"/>
                    <a:pt x="2" y="103"/>
                  </a:cubicBezTo>
                  <a:cubicBezTo>
                    <a:pt x="0" y="110"/>
                    <a:pt x="4" y="119"/>
                    <a:pt x="12" y="121"/>
                  </a:cubicBezTo>
                  <a:cubicBezTo>
                    <a:pt x="31" y="126"/>
                    <a:pt x="31" y="126"/>
                    <a:pt x="31" y="126"/>
                  </a:cubicBezTo>
                  <a:cubicBezTo>
                    <a:pt x="31" y="136"/>
                    <a:pt x="32" y="146"/>
                    <a:pt x="35" y="156"/>
                  </a:cubicBezTo>
                  <a:cubicBezTo>
                    <a:pt x="18" y="166"/>
                    <a:pt x="18" y="166"/>
                    <a:pt x="18" y="166"/>
                  </a:cubicBezTo>
                  <a:cubicBezTo>
                    <a:pt x="11" y="170"/>
                    <a:pt x="8" y="179"/>
                    <a:pt x="12" y="186"/>
                  </a:cubicBezTo>
                  <a:cubicBezTo>
                    <a:pt x="20" y="201"/>
                    <a:pt x="20" y="201"/>
                    <a:pt x="20" y="201"/>
                  </a:cubicBezTo>
                  <a:cubicBezTo>
                    <a:pt x="24" y="208"/>
                    <a:pt x="33" y="210"/>
                    <a:pt x="40" y="206"/>
                  </a:cubicBezTo>
                  <a:cubicBezTo>
                    <a:pt x="58" y="197"/>
                    <a:pt x="58" y="197"/>
                    <a:pt x="58" y="197"/>
                  </a:cubicBezTo>
                  <a:cubicBezTo>
                    <a:pt x="64" y="204"/>
                    <a:pt x="72" y="210"/>
                    <a:pt x="81" y="215"/>
                  </a:cubicBezTo>
                  <a:cubicBezTo>
                    <a:pt x="76" y="234"/>
                    <a:pt x="76" y="234"/>
                    <a:pt x="76" y="234"/>
                  </a:cubicBezTo>
                  <a:cubicBezTo>
                    <a:pt x="74" y="242"/>
                    <a:pt x="78" y="250"/>
                    <a:pt x="86" y="253"/>
                  </a:cubicBezTo>
                  <a:cubicBezTo>
                    <a:pt x="102" y="257"/>
                    <a:pt x="102" y="257"/>
                    <a:pt x="102" y="257"/>
                  </a:cubicBezTo>
                  <a:cubicBezTo>
                    <a:pt x="110" y="259"/>
                    <a:pt x="118" y="255"/>
                    <a:pt x="121" y="247"/>
                  </a:cubicBezTo>
                  <a:cubicBezTo>
                    <a:pt x="126" y="228"/>
                    <a:pt x="126" y="228"/>
                    <a:pt x="126" y="228"/>
                  </a:cubicBezTo>
                  <a:cubicBezTo>
                    <a:pt x="136" y="228"/>
                    <a:pt x="146" y="227"/>
                    <a:pt x="156" y="224"/>
                  </a:cubicBezTo>
                  <a:cubicBezTo>
                    <a:pt x="166" y="242"/>
                    <a:pt x="166" y="242"/>
                    <a:pt x="166" y="242"/>
                  </a:cubicBezTo>
                  <a:cubicBezTo>
                    <a:pt x="170" y="249"/>
                    <a:pt x="179" y="251"/>
                    <a:pt x="186" y="247"/>
                  </a:cubicBezTo>
                  <a:cubicBezTo>
                    <a:pt x="200" y="239"/>
                    <a:pt x="200" y="239"/>
                    <a:pt x="200" y="239"/>
                  </a:cubicBezTo>
                  <a:cubicBezTo>
                    <a:pt x="208" y="235"/>
                    <a:pt x="210" y="226"/>
                    <a:pt x="206" y="219"/>
                  </a:cubicBezTo>
                  <a:cubicBezTo>
                    <a:pt x="197" y="202"/>
                    <a:pt x="197" y="202"/>
                    <a:pt x="197" y="202"/>
                  </a:cubicBezTo>
                  <a:cubicBezTo>
                    <a:pt x="204" y="195"/>
                    <a:pt x="210" y="187"/>
                    <a:pt x="215" y="178"/>
                  </a:cubicBezTo>
                  <a:cubicBezTo>
                    <a:pt x="234" y="183"/>
                    <a:pt x="234" y="183"/>
                    <a:pt x="234" y="183"/>
                  </a:cubicBezTo>
                  <a:cubicBezTo>
                    <a:pt x="242" y="185"/>
                    <a:pt x="250" y="181"/>
                    <a:pt x="252" y="173"/>
                  </a:cubicBezTo>
                  <a:cubicBezTo>
                    <a:pt x="257" y="157"/>
                    <a:pt x="257" y="157"/>
                    <a:pt x="257" y="157"/>
                  </a:cubicBezTo>
                  <a:cubicBezTo>
                    <a:pt x="259" y="149"/>
                    <a:pt x="255" y="141"/>
                    <a:pt x="247" y="139"/>
                  </a:cubicBezTo>
                  <a:close/>
                  <a:moveTo>
                    <a:pt x="116" y="178"/>
                  </a:moveTo>
                  <a:cubicBezTo>
                    <a:pt x="90" y="170"/>
                    <a:pt x="74" y="143"/>
                    <a:pt x="82" y="116"/>
                  </a:cubicBezTo>
                  <a:cubicBezTo>
                    <a:pt x="89" y="90"/>
                    <a:pt x="117" y="74"/>
                    <a:pt x="143" y="82"/>
                  </a:cubicBezTo>
                  <a:cubicBezTo>
                    <a:pt x="169" y="89"/>
                    <a:pt x="185" y="117"/>
                    <a:pt x="177" y="143"/>
                  </a:cubicBezTo>
                  <a:cubicBezTo>
                    <a:pt x="170" y="170"/>
                    <a:pt x="142" y="185"/>
                    <a:pt x="116" y="178"/>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1" name="Freeform 98"/>
            <p:cNvSpPr>
              <a:spLocks noEditPoints="1"/>
            </p:cNvSpPr>
            <p:nvPr/>
          </p:nvSpPr>
          <p:spPr bwMode="gray">
            <a:xfrm>
              <a:off x="9818987" y="4658045"/>
              <a:ext cx="227013" cy="228600"/>
            </a:xfrm>
            <a:custGeom>
              <a:avLst/>
              <a:gdLst>
                <a:gd name="T0" fmla="*/ 165 w 165"/>
                <a:gd name="T1" fmla="*/ 75 h 166"/>
                <a:gd name="T2" fmla="*/ 165 w 165"/>
                <a:gd name="T3" fmla="*/ 75 h 166"/>
                <a:gd name="T4" fmla="*/ 151 w 165"/>
                <a:gd name="T5" fmla="*/ 63 h 166"/>
                <a:gd name="T6" fmla="*/ 156 w 165"/>
                <a:gd name="T7" fmla="*/ 44 h 166"/>
                <a:gd name="T8" fmla="*/ 138 w 165"/>
                <a:gd name="T9" fmla="*/ 38 h 166"/>
                <a:gd name="T10" fmla="*/ 136 w 165"/>
                <a:gd name="T11" fmla="*/ 19 h 166"/>
                <a:gd name="T12" fmla="*/ 117 w 165"/>
                <a:gd name="T13" fmla="*/ 20 h 166"/>
                <a:gd name="T14" fmla="*/ 107 w 165"/>
                <a:gd name="T15" fmla="*/ 3 h 166"/>
                <a:gd name="T16" fmla="*/ 90 w 165"/>
                <a:gd name="T17" fmla="*/ 12 h 166"/>
                <a:gd name="T18" fmla="*/ 90 w 165"/>
                <a:gd name="T19" fmla="*/ 0 h 166"/>
                <a:gd name="T20" fmla="*/ 75 w 165"/>
                <a:gd name="T21" fmla="*/ 0 h 166"/>
                <a:gd name="T22" fmla="*/ 62 w 165"/>
                <a:gd name="T23" fmla="*/ 14 h 166"/>
                <a:gd name="T24" fmla="*/ 44 w 165"/>
                <a:gd name="T25" fmla="*/ 9 h 166"/>
                <a:gd name="T26" fmla="*/ 36 w 165"/>
                <a:gd name="T27" fmla="*/ 27 h 166"/>
                <a:gd name="T28" fmla="*/ 18 w 165"/>
                <a:gd name="T29" fmla="*/ 30 h 166"/>
                <a:gd name="T30" fmla="*/ 19 w 165"/>
                <a:gd name="T31" fmla="*/ 48 h 166"/>
                <a:gd name="T32" fmla="*/ 3 w 165"/>
                <a:gd name="T33" fmla="*/ 58 h 166"/>
                <a:gd name="T34" fmla="*/ 10 w 165"/>
                <a:gd name="T35" fmla="*/ 75 h 166"/>
                <a:gd name="T36" fmla="*/ 0 w 165"/>
                <a:gd name="T37" fmla="*/ 75 h 166"/>
                <a:gd name="T38" fmla="*/ 0 w 165"/>
                <a:gd name="T39" fmla="*/ 80 h 166"/>
                <a:gd name="T40" fmla="*/ 0 w 165"/>
                <a:gd name="T41" fmla="*/ 90 h 166"/>
                <a:gd name="T42" fmla="*/ 10 w 165"/>
                <a:gd name="T43" fmla="*/ 90 h 166"/>
                <a:gd name="T44" fmla="*/ 3 w 165"/>
                <a:gd name="T45" fmla="*/ 107 h 166"/>
                <a:gd name="T46" fmla="*/ 18 w 165"/>
                <a:gd name="T47" fmla="*/ 118 h 166"/>
                <a:gd name="T48" fmla="*/ 18 w 165"/>
                <a:gd name="T49" fmla="*/ 136 h 166"/>
                <a:gd name="T50" fmla="*/ 36 w 165"/>
                <a:gd name="T51" fmla="*/ 140 h 166"/>
                <a:gd name="T52" fmla="*/ 44 w 165"/>
                <a:gd name="T53" fmla="*/ 156 h 166"/>
                <a:gd name="T54" fmla="*/ 62 w 165"/>
                <a:gd name="T55" fmla="*/ 153 h 166"/>
                <a:gd name="T56" fmla="*/ 75 w 165"/>
                <a:gd name="T57" fmla="*/ 166 h 166"/>
                <a:gd name="T58" fmla="*/ 90 w 165"/>
                <a:gd name="T59" fmla="*/ 166 h 166"/>
                <a:gd name="T60" fmla="*/ 90 w 165"/>
                <a:gd name="T61" fmla="*/ 155 h 166"/>
                <a:gd name="T62" fmla="*/ 107 w 165"/>
                <a:gd name="T63" fmla="*/ 162 h 166"/>
                <a:gd name="T64" fmla="*/ 117 w 165"/>
                <a:gd name="T65" fmla="*/ 146 h 166"/>
                <a:gd name="T66" fmla="*/ 135 w 165"/>
                <a:gd name="T67" fmla="*/ 147 h 166"/>
                <a:gd name="T68" fmla="*/ 138 w 165"/>
                <a:gd name="T69" fmla="*/ 129 h 166"/>
                <a:gd name="T70" fmla="*/ 156 w 165"/>
                <a:gd name="T71" fmla="*/ 122 h 166"/>
                <a:gd name="T72" fmla="*/ 151 w 165"/>
                <a:gd name="T73" fmla="*/ 103 h 166"/>
                <a:gd name="T74" fmla="*/ 165 w 165"/>
                <a:gd name="T75" fmla="*/ 90 h 166"/>
                <a:gd name="T76" fmla="*/ 133 w 165"/>
                <a:gd name="T77" fmla="*/ 75 h 166"/>
                <a:gd name="T78" fmla="*/ 104 w 165"/>
                <a:gd name="T79" fmla="*/ 71 h 166"/>
                <a:gd name="T80" fmla="*/ 113 w 165"/>
                <a:gd name="T81" fmla="*/ 42 h 166"/>
                <a:gd name="T82" fmla="*/ 90 w 165"/>
                <a:gd name="T83" fmla="*/ 59 h 166"/>
                <a:gd name="T84" fmla="*/ 113 w 165"/>
                <a:gd name="T85" fmla="*/ 42 h 166"/>
                <a:gd name="T86" fmla="*/ 75 w 165"/>
                <a:gd name="T87" fmla="*/ 90 h 166"/>
                <a:gd name="T88" fmla="*/ 90 w 165"/>
                <a:gd name="T89" fmla="*/ 76 h 166"/>
                <a:gd name="T90" fmla="*/ 75 w 165"/>
                <a:gd name="T91" fmla="*/ 32 h 166"/>
                <a:gd name="T92" fmla="*/ 69 w 165"/>
                <a:gd name="T93" fmla="*/ 61 h 166"/>
                <a:gd name="T94" fmla="*/ 75 w 165"/>
                <a:gd name="T95" fmla="*/ 32 h 166"/>
                <a:gd name="T96" fmla="*/ 60 w 165"/>
                <a:gd name="T97" fmla="*/ 71 h 166"/>
                <a:gd name="T98" fmla="*/ 31 w 165"/>
                <a:gd name="T99" fmla="*/ 75 h 166"/>
                <a:gd name="T100" fmla="*/ 41 w 165"/>
                <a:gd name="T101" fmla="*/ 115 h 166"/>
                <a:gd name="T102" fmla="*/ 57 w 165"/>
                <a:gd name="T103" fmla="*/ 90 h 166"/>
                <a:gd name="T104" fmla="*/ 41 w 165"/>
                <a:gd name="T105" fmla="*/ 115 h 166"/>
                <a:gd name="T106" fmla="*/ 69 w 165"/>
                <a:gd name="T107" fmla="*/ 106 h 166"/>
                <a:gd name="T108" fmla="*/ 75 w 165"/>
                <a:gd name="T109" fmla="*/ 135 h 166"/>
                <a:gd name="T110" fmla="*/ 90 w 165"/>
                <a:gd name="T111" fmla="*/ 135 h 166"/>
                <a:gd name="T112" fmla="*/ 94 w 165"/>
                <a:gd name="T113" fmla="*/ 106 h 166"/>
                <a:gd name="T114" fmla="*/ 90 w 165"/>
                <a:gd name="T115" fmla="*/ 135 h 166"/>
                <a:gd name="T116" fmla="*/ 104 w 165"/>
                <a:gd name="T117" fmla="*/ 96 h 166"/>
                <a:gd name="T118" fmla="*/ 133 w 165"/>
                <a:gd name="T119" fmla="*/ 90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65" h="166">
                  <a:moveTo>
                    <a:pt x="165" y="90"/>
                  </a:moveTo>
                  <a:cubicBezTo>
                    <a:pt x="165" y="75"/>
                    <a:pt x="165" y="75"/>
                    <a:pt x="165" y="75"/>
                  </a:cubicBezTo>
                  <a:cubicBezTo>
                    <a:pt x="165" y="75"/>
                    <a:pt x="165" y="75"/>
                    <a:pt x="165" y="75"/>
                  </a:cubicBezTo>
                  <a:cubicBezTo>
                    <a:pt x="165" y="75"/>
                    <a:pt x="165" y="75"/>
                    <a:pt x="165" y="75"/>
                  </a:cubicBezTo>
                  <a:cubicBezTo>
                    <a:pt x="154" y="75"/>
                    <a:pt x="154" y="75"/>
                    <a:pt x="154" y="75"/>
                  </a:cubicBezTo>
                  <a:cubicBezTo>
                    <a:pt x="153" y="71"/>
                    <a:pt x="152" y="67"/>
                    <a:pt x="151" y="63"/>
                  </a:cubicBezTo>
                  <a:cubicBezTo>
                    <a:pt x="162" y="58"/>
                    <a:pt x="162" y="58"/>
                    <a:pt x="162" y="58"/>
                  </a:cubicBezTo>
                  <a:cubicBezTo>
                    <a:pt x="156" y="44"/>
                    <a:pt x="156" y="44"/>
                    <a:pt x="156" y="44"/>
                  </a:cubicBezTo>
                  <a:cubicBezTo>
                    <a:pt x="145" y="49"/>
                    <a:pt x="145" y="49"/>
                    <a:pt x="145" y="49"/>
                  </a:cubicBezTo>
                  <a:cubicBezTo>
                    <a:pt x="143" y="45"/>
                    <a:pt x="141" y="41"/>
                    <a:pt x="138" y="38"/>
                  </a:cubicBezTo>
                  <a:cubicBezTo>
                    <a:pt x="146" y="30"/>
                    <a:pt x="146" y="30"/>
                    <a:pt x="146" y="30"/>
                  </a:cubicBezTo>
                  <a:cubicBezTo>
                    <a:pt x="136" y="19"/>
                    <a:pt x="136" y="19"/>
                    <a:pt x="136" y="19"/>
                  </a:cubicBezTo>
                  <a:cubicBezTo>
                    <a:pt x="127" y="27"/>
                    <a:pt x="127" y="27"/>
                    <a:pt x="127" y="27"/>
                  </a:cubicBezTo>
                  <a:cubicBezTo>
                    <a:pt x="124" y="25"/>
                    <a:pt x="120" y="22"/>
                    <a:pt x="117" y="20"/>
                  </a:cubicBezTo>
                  <a:cubicBezTo>
                    <a:pt x="121" y="9"/>
                    <a:pt x="121" y="9"/>
                    <a:pt x="121" y="9"/>
                  </a:cubicBezTo>
                  <a:cubicBezTo>
                    <a:pt x="107" y="3"/>
                    <a:pt x="107" y="3"/>
                    <a:pt x="107" y="3"/>
                  </a:cubicBezTo>
                  <a:cubicBezTo>
                    <a:pt x="103" y="14"/>
                    <a:pt x="103" y="14"/>
                    <a:pt x="103" y="14"/>
                  </a:cubicBezTo>
                  <a:cubicBezTo>
                    <a:pt x="99" y="13"/>
                    <a:pt x="94" y="12"/>
                    <a:pt x="90" y="12"/>
                  </a:cubicBezTo>
                  <a:cubicBezTo>
                    <a:pt x="90" y="0"/>
                    <a:pt x="90" y="0"/>
                    <a:pt x="90" y="0"/>
                  </a:cubicBezTo>
                  <a:cubicBezTo>
                    <a:pt x="90" y="0"/>
                    <a:pt x="90" y="0"/>
                    <a:pt x="90" y="0"/>
                  </a:cubicBezTo>
                  <a:cubicBezTo>
                    <a:pt x="75" y="0"/>
                    <a:pt x="75" y="0"/>
                    <a:pt x="75" y="0"/>
                  </a:cubicBezTo>
                  <a:cubicBezTo>
                    <a:pt x="75" y="0"/>
                    <a:pt x="75" y="0"/>
                    <a:pt x="75" y="0"/>
                  </a:cubicBezTo>
                  <a:cubicBezTo>
                    <a:pt x="75" y="12"/>
                    <a:pt x="75" y="12"/>
                    <a:pt x="75" y="12"/>
                  </a:cubicBezTo>
                  <a:cubicBezTo>
                    <a:pt x="71" y="12"/>
                    <a:pt x="66" y="13"/>
                    <a:pt x="62" y="14"/>
                  </a:cubicBezTo>
                  <a:cubicBezTo>
                    <a:pt x="58" y="3"/>
                    <a:pt x="58" y="3"/>
                    <a:pt x="58" y="3"/>
                  </a:cubicBezTo>
                  <a:cubicBezTo>
                    <a:pt x="44" y="9"/>
                    <a:pt x="44" y="9"/>
                    <a:pt x="44" y="9"/>
                  </a:cubicBezTo>
                  <a:cubicBezTo>
                    <a:pt x="48" y="20"/>
                    <a:pt x="48" y="20"/>
                    <a:pt x="48" y="20"/>
                  </a:cubicBezTo>
                  <a:cubicBezTo>
                    <a:pt x="44" y="22"/>
                    <a:pt x="40" y="24"/>
                    <a:pt x="36" y="27"/>
                  </a:cubicBezTo>
                  <a:cubicBezTo>
                    <a:pt x="29" y="19"/>
                    <a:pt x="29" y="19"/>
                    <a:pt x="29" y="19"/>
                  </a:cubicBezTo>
                  <a:cubicBezTo>
                    <a:pt x="18" y="30"/>
                    <a:pt x="18" y="30"/>
                    <a:pt x="18" y="30"/>
                  </a:cubicBezTo>
                  <a:cubicBezTo>
                    <a:pt x="26" y="38"/>
                    <a:pt x="26" y="38"/>
                    <a:pt x="26" y="38"/>
                  </a:cubicBezTo>
                  <a:cubicBezTo>
                    <a:pt x="23" y="41"/>
                    <a:pt x="21" y="45"/>
                    <a:pt x="19" y="48"/>
                  </a:cubicBezTo>
                  <a:cubicBezTo>
                    <a:pt x="9" y="44"/>
                    <a:pt x="9" y="44"/>
                    <a:pt x="9" y="44"/>
                  </a:cubicBezTo>
                  <a:cubicBezTo>
                    <a:pt x="3" y="58"/>
                    <a:pt x="3" y="58"/>
                    <a:pt x="3" y="58"/>
                  </a:cubicBezTo>
                  <a:cubicBezTo>
                    <a:pt x="13" y="62"/>
                    <a:pt x="13" y="62"/>
                    <a:pt x="13" y="62"/>
                  </a:cubicBezTo>
                  <a:cubicBezTo>
                    <a:pt x="11" y="66"/>
                    <a:pt x="11" y="71"/>
                    <a:pt x="10" y="75"/>
                  </a:cubicBezTo>
                  <a:cubicBezTo>
                    <a:pt x="0" y="75"/>
                    <a:pt x="0" y="75"/>
                    <a:pt x="0" y="75"/>
                  </a:cubicBezTo>
                  <a:cubicBezTo>
                    <a:pt x="0" y="75"/>
                    <a:pt x="0" y="75"/>
                    <a:pt x="0" y="75"/>
                  </a:cubicBezTo>
                  <a:cubicBezTo>
                    <a:pt x="0" y="75"/>
                    <a:pt x="0" y="75"/>
                    <a:pt x="0" y="75"/>
                  </a:cubicBezTo>
                  <a:cubicBezTo>
                    <a:pt x="0" y="80"/>
                    <a:pt x="0" y="80"/>
                    <a:pt x="0" y="80"/>
                  </a:cubicBezTo>
                  <a:cubicBezTo>
                    <a:pt x="0" y="90"/>
                    <a:pt x="0" y="90"/>
                    <a:pt x="0" y="90"/>
                  </a:cubicBezTo>
                  <a:cubicBezTo>
                    <a:pt x="0" y="90"/>
                    <a:pt x="0" y="90"/>
                    <a:pt x="0" y="90"/>
                  </a:cubicBezTo>
                  <a:cubicBezTo>
                    <a:pt x="0" y="90"/>
                    <a:pt x="0" y="90"/>
                    <a:pt x="0" y="90"/>
                  </a:cubicBezTo>
                  <a:cubicBezTo>
                    <a:pt x="10" y="90"/>
                    <a:pt x="10" y="90"/>
                    <a:pt x="10" y="90"/>
                  </a:cubicBezTo>
                  <a:cubicBezTo>
                    <a:pt x="10" y="95"/>
                    <a:pt x="11" y="99"/>
                    <a:pt x="12" y="103"/>
                  </a:cubicBezTo>
                  <a:cubicBezTo>
                    <a:pt x="3" y="107"/>
                    <a:pt x="3" y="107"/>
                    <a:pt x="3" y="107"/>
                  </a:cubicBezTo>
                  <a:cubicBezTo>
                    <a:pt x="9" y="121"/>
                    <a:pt x="9" y="121"/>
                    <a:pt x="9" y="121"/>
                  </a:cubicBezTo>
                  <a:cubicBezTo>
                    <a:pt x="18" y="118"/>
                    <a:pt x="18" y="118"/>
                    <a:pt x="18" y="118"/>
                  </a:cubicBezTo>
                  <a:cubicBezTo>
                    <a:pt x="20" y="122"/>
                    <a:pt x="23" y="125"/>
                    <a:pt x="26" y="129"/>
                  </a:cubicBezTo>
                  <a:cubicBezTo>
                    <a:pt x="18" y="136"/>
                    <a:pt x="18" y="136"/>
                    <a:pt x="18" y="136"/>
                  </a:cubicBezTo>
                  <a:cubicBezTo>
                    <a:pt x="29" y="147"/>
                    <a:pt x="29" y="147"/>
                    <a:pt x="29" y="147"/>
                  </a:cubicBezTo>
                  <a:cubicBezTo>
                    <a:pt x="36" y="140"/>
                    <a:pt x="36" y="140"/>
                    <a:pt x="36" y="140"/>
                  </a:cubicBezTo>
                  <a:cubicBezTo>
                    <a:pt x="40" y="142"/>
                    <a:pt x="44" y="145"/>
                    <a:pt x="48" y="147"/>
                  </a:cubicBezTo>
                  <a:cubicBezTo>
                    <a:pt x="44" y="156"/>
                    <a:pt x="44" y="156"/>
                    <a:pt x="44" y="156"/>
                  </a:cubicBezTo>
                  <a:cubicBezTo>
                    <a:pt x="58" y="162"/>
                    <a:pt x="58" y="162"/>
                    <a:pt x="58" y="162"/>
                  </a:cubicBezTo>
                  <a:cubicBezTo>
                    <a:pt x="62" y="153"/>
                    <a:pt x="62" y="153"/>
                    <a:pt x="62" y="153"/>
                  </a:cubicBezTo>
                  <a:cubicBezTo>
                    <a:pt x="66" y="154"/>
                    <a:pt x="70" y="155"/>
                    <a:pt x="75" y="155"/>
                  </a:cubicBezTo>
                  <a:cubicBezTo>
                    <a:pt x="75" y="166"/>
                    <a:pt x="75" y="166"/>
                    <a:pt x="75" y="166"/>
                  </a:cubicBezTo>
                  <a:cubicBezTo>
                    <a:pt x="90" y="166"/>
                    <a:pt x="90" y="166"/>
                    <a:pt x="90" y="166"/>
                  </a:cubicBezTo>
                  <a:cubicBezTo>
                    <a:pt x="90" y="166"/>
                    <a:pt x="90" y="166"/>
                    <a:pt x="90" y="166"/>
                  </a:cubicBezTo>
                  <a:cubicBezTo>
                    <a:pt x="90" y="166"/>
                    <a:pt x="90" y="166"/>
                    <a:pt x="90" y="166"/>
                  </a:cubicBezTo>
                  <a:cubicBezTo>
                    <a:pt x="90" y="155"/>
                    <a:pt x="90" y="155"/>
                    <a:pt x="90" y="155"/>
                  </a:cubicBezTo>
                  <a:cubicBezTo>
                    <a:pt x="94" y="155"/>
                    <a:pt x="99" y="154"/>
                    <a:pt x="103" y="152"/>
                  </a:cubicBezTo>
                  <a:cubicBezTo>
                    <a:pt x="107" y="162"/>
                    <a:pt x="107" y="162"/>
                    <a:pt x="107" y="162"/>
                  </a:cubicBezTo>
                  <a:cubicBezTo>
                    <a:pt x="121" y="156"/>
                    <a:pt x="121" y="156"/>
                    <a:pt x="121" y="156"/>
                  </a:cubicBezTo>
                  <a:cubicBezTo>
                    <a:pt x="117" y="146"/>
                    <a:pt x="117" y="146"/>
                    <a:pt x="117" y="146"/>
                  </a:cubicBezTo>
                  <a:cubicBezTo>
                    <a:pt x="121" y="144"/>
                    <a:pt x="124" y="142"/>
                    <a:pt x="127" y="140"/>
                  </a:cubicBezTo>
                  <a:cubicBezTo>
                    <a:pt x="135" y="147"/>
                    <a:pt x="135" y="147"/>
                    <a:pt x="135" y="147"/>
                  </a:cubicBezTo>
                  <a:cubicBezTo>
                    <a:pt x="146" y="137"/>
                    <a:pt x="146" y="137"/>
                    <a:pt x="146" y="137"/>
                  </a:cubicBezTo>
                  <a:cubicBezTo>
                    <a:pt x="138" y="129"/>
                    <a:pt x="138" y="129"/>
                    <a:pt x="138" y="129"/>
                  </a:cubicBezTo>
                  <a:cubicBezTo>
                    <a:pt x="141" y="125"/>
                    <a:pt x="143" y="121"/>
                    <a:pt x="146" y="117"/>
                  </a:cubicBezTo>
                  <a:cubicBezTo>
                    <a:pt x="156" y="122"/>
                    <a:pt x="156" y="122"/>
                    <a:pt x="156" y="122"/>
                  </a:cubicBezTo>
                  <a:cubicBezTo>
                    <a:pt x="162" y="108"/>
                    <a:pt x="162" y="108"/>
                    <a:pt x="162" y="108"/>
                  </a:cubicBezTo>
                  <a:cubicBezTo>
                    <a:pt x="151" y="103"/>
                    <a:pt x="151" y="103"/>
                    <a:pt x="151" y="103"/>
                  </a:cubicBezTo>
                  <a:cubicBezTo>
                    <a:pt x="152" y="99"/>
                    <a:pt x="153" y="95"/>
                    <a:pt x="154" y="90"/>
                  </a:cubicBezTo>
                  <a:lnTo>
                    <a:pt x="165" y="90"/>
                  </a:lnTo>
                  <a:close/>
                  <a:moveTo>
                    <a:pt x="123" y="52"/>
                  </a:moveTo>
                  <a:cubicBezTo>
                    <a:pt x="128" y="59"/>
                    <a:pt x="132" y="67"/>
                    <a:pt x="133" y="75"/>
                  </a:cubicBezTo>
                  <a:cubicBezTo>
                    <a:pt x="106" y="75"/>
                    <a:pt x="106" y="75"/>
                    <a:pt x="106" y="75"/>
                  </a:cubicBezTo>
                  <a:cubicBezTo>
                    <a:pt x="105" y="74"/>
                    <a:pt x="105" y="72"/>
                    <a:pt x="104" y="71"/>
                  </a:cubicBezTo>
                  <a:lnTo>
                    <a:pt x="123" y="52"/>
                  </a:lnTo>
                  <a:close/>
                  <a:moveTo>
                    <a:pt x="113" y="42"/>
                  </a:moveTo>
                  <a:cubicBezTo>
                    <a:pt x="94" y="61"/>
                    <a:pt x="94" y="61"/>
                    <a:pt x="94" y="61"/>
                  </a:cubicBezTo>
                  <a:cubicBezTo>
                    <a:pt x="93" y="61"/>
                    <a:pt x="92" y="60"/>
                    <a:pt x="90" y="59"/>
                  </a:cubicBezTo>
                  <a:cubicBezTo>
                    <a:pt x="90" y="32"/>
                    <a:pt x="90" y="32"/>
                    <a:pt x="90" y="32"/>
                  </a:cubicBezTo>
                  <a:cubicBezTo>
                    <a:pt x="99" y="34"/>
                    <a:pt x="107" y="37"/>
                    <a:pt x="113" y="42"/>
                  </a:cubicBezTo>
                  <a:close/>
                  <a:moveTo>
                    <a:pt x="90" y="90"/>
                  </a:moveTo>
                  <a:cubicBezTo>
                    <a:pt x="86" y="94"/>
                    <a:pt x="79" y="94"/>
                    <a:pt x="75" y="90"/>
                  </a:cubicBezTo>
                  <a:cubicBezTo>
                    <a:pt x="71" y="86"/>
                    <a:pt x="71" y="80"/>
                    <a:pt x="75" y="76"/>
                  </a:cubicBezTo>
                  <a:cubicBezTo>
                    <a:pt x="79" y="72"/>
                    <a:pt x="86" y="72"/>
                    <a:pt x="90" y="76"/>
                  </a:cubicBezTo>
                  <a:cubicBezTo>
                    <a:pt x="94" y="80"/>
                    <a:pt x="94" y="86"/>
                    <a:pt x="90" y="90"/>
                  </a:cubicBezTo>
                  <a:close/>
                  <a:moveTo>
                    <a:pt x="75" y="32"/>
                  </a:moveTo>
                  <a:cubicBezTo>
                    <a:pt x="75" y="59"/>
                    <a:pt x="75" y="59"/>
                    <a:pt x="75" y="59"/>
                  </a:cubicBezTo>
                  <a:cubicBezTo>
                    <a:pt x="73" y="60"/>
                    <a:pt x="71" y="60"/>
                    <a:pt x="69" y="61"/>
                  </a:cubicBezTo>
                  <a:cubicBezTo>
                    <a:pt x="50" y="42"/>
                    <a:pt x="50" y="42"/>
                    <a:pt x="50" y="42"/>
                  </a:cubicBezTo>
                  <a:cubicBezTo>
                    <a:pt x="57" y="37"/>
                    <a:pt x="66" y="33"/>
                    <a:pt x="75" y="32"/>
                  </a:cubicBezTo>
                  <a:close/>
                  <a:moveTo>
                    <a:pt x="41" y="52"/>
                  </a:moveTo>
                  <a:cubicBezTo>
                    <a:pt x="60" y="71"/>
                    <a:pt x="60" y="71"/>
                    <a:pt x="60" y="71"/>
                  </a:cubicBezTo>
                  <a:cubicBezTo>
                    <a:pt x="59" y="72"/>
                    <a:pt x="58" y="74"/>
                    <a:pt x="58" y="75"/>
                  </a:cubicBezTo>
                  <a:cubicBezTo>
                    <a:pt x="31" y="75"/>
                    <a:pt x="31" y="75"/>
                    <a:pt x="31" y="75"/>
                  </a:cubicBezTo>
                  <a:cubicBezTo>
                    <a:pt x="32" y="67"/>
                    <a:pt x="35" y="59"/>
                    <a:pt x="41" y="52"/>
                  </a:cubicBezTo>
                  <a:close/>
                  <a:moveTo>
                    <a:pt x="41" y="115"/>
                  </a:moveTo>
                  <a:cubicBezTo>
                    <a:pt x="35" y="108"/>
                    <a:pt x="32" y="99"/>
                    <a:pt x="30" y="90"/>
                  </a:cubicBezTo>
                  <a:cubicBezTo>
                    <a:pt x="57" y="90"/>
                    <a:pt x="57" y="90"/>
                    <a:pt x="57" y="90"/>
                  </a:cubicBezTo>
                  <a:cubicBezTo>
                    <a:pt x="58" y="92"/>
                    <a:pt x="59" y="94"/>
                    <a:pt x="60" y="96"/>
                  </a:cubicBezTo>
                  <a:lnTo>
                    <a:pt x="41" y="115"/>
                  </a:lnTo>
                  <a:close/>
                  <a:moveTo>
                    <a:pt x="50" y="125"/>
                  </a:moveTo>
                  <a:cubicBezTo>
                    <a:pt x="69" y="106"/>
                    <a:pt x="69" y="106"/>
                    <a:pt x="69" y="106"/>
                  </a:cubicBezTo>
                  <a:cubicBezTo>
                    <a:pt x="71" y="107"/>
                    <a:pt x="73" y="107"/>
                    <a:pt x="75" y="108"/>
                  </a:cubicBezTo>
                  <a:cubicBezTo>
                    <a:pt x="75" y="135"/>
                    <a:pt x="75" y="135"/>
                    <a:pt x="75" y="135"/>
                  </a:cubicBezTo>
                  <a:cubicBezTo>
                    <a:pt x="66" y="134"/>
                    <a:pt x="57" y="130"/>
                    <a:pt x="50" y="125"/>
                  </a:cubicBezTo>
                  <a:close/>
                  <a:moveTo>
                    <a:pt x="90" y="135"/>
                  </a:moveTo>
                  <a:cubicBezTo>
                    <a:pt x="90" y="107"/>
                    <a:pt x="90" y="107"/>
                    <a:pt x="90" y="107"/>
                  </a:cubicBezTo>
                  <a:cubicBezTo>
                    <a:pt x="92" y="107"/>
                    <a:pt x="93" y="106"/>
                    <a:pt x="94" y="106"/>
                  </a:cubicBezTo>
                  <a:cubicBezTo>
                    <a:pt x="113" y="125"/>
                    <a:pt x="113" y="125"/>
                    <a:pt x="113" y="125"/>
                  </a:cubicBezTo>
                  <a:cubicBezTo>
                    <a:pt x="107" y="130"/>
                    <a:pt x="99" y="133"/>
                    <a:pt x="90" y="135"/>
                  </a:cubicBezTo>
                  <a:close/>
                  <a:moveTo>
                    <a:pt x="123" y="115"/>
                  </a:moveTo>
                  <a:cubicBezTo>
                    <a:pt x="104" y="96"/>
                    <a:pt x="104" y="96"/>
                    <a:pt x="104" y="96"/>
                  </a:cubicBezTo>
                  <a:cubicBezTo>
                    <a:pt x="105" y="94"/>
                    <a:pt x="106" y="92"/>
                    <a:pt x="106" y="90"/>
                  </a:cubicBezTo>
                  <a:cubicBezTo>
                    <a:pt x="133" y="90"/>
                    <a:pt x="133" y="90"/>
                    <a:pt x="133" y="90"/>
                  </a:cubicBezTo>
                  <a:cubicBezTo>
                    <a:pt x="132" y="99"/>
                    <a:pt x="129" y="108"/>
                    <a:pt x="123"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2" name="Freeform 99"/>
            <p:cNvSpPr>
              <a:spLocks/>
            </p:cNvSpPr>
            <p:nvPr/>
          </p:nvSpPr>
          <p:spPr bwMode="gray">
            <a:xfrm>
              <a:off x="9061750" y="4907283"/>
              <a:ext cx="1035050" cy="211137"/>
            </a:xfrm>
            <a:custGeom>
              <a:avLst/>
              <a:gdLst>
                <a:gd name="T0" fmla="*/ 3 w 748"/>
                <a:gd name="T1" fmla="*/ 0 h 153"/>
                <a:gd name="T2" fmla="*/ 0 w 748"/>
                <a:gd name="T3" fmla="*/ 26 h 153"/>
                <a:gd name="T4" fmla="*/ 127 w 748"/>
                <a:gd name="T5" fmla="*/ 153 h 153"/>
                <a:gd name="T6" fmla="*/ 621 w 748"/>
                <a:gd name="T7" fmla="*/ 153 h 153"/>
                <a:gd name="T8" fmla="*/ 748 w 748"/>
                <a:gd name="T9" fmla="*/ 26 h 153"/>
                <a:gd name="T10" fmla="*/ 745 w 748"/>
                <a:gd name="T11" fmla="*/ 0 h 153"/>
                <a:gd name="T12" fmla="*/ 3 w 748"/>
                <a:gd name="T13" fmla="*/ 0 h 153"/>
              </a:gdLst>
              <a:ahLst/>
              <a:cxnLst>
                <a:cxn ang="0">
                  <a:pos x="T0" y="T1"/>
                </a:cxn>
                <a:cxn ang="0">
                  <a:pos x="T2" y="T3"/>
                </a:cxn>
                <a:cxn ang="0">
                  <a:pos x="T4" y="T5"/>
                </a:cxn>
                <a:cxn ang="0">
                  <a:pos x="T6" y="T7"/>
                </a:cxn>
                <a:cxn ang="0">
                  <a:pos x="T8" y="T9"/>
                </a:cxn>
                <a:cxn ang="0">
                  <a:pos x="T10" y="T11"/>
                </a:cxn>
                <a:cxn ang="0">
                  <a:pos x="T12" y="T13"/>
                </a:cxn>
              </a:cxnLst>
              <a:rect l="0" t="0" r="r" b="b"/>
              <a:pathLst>
                <a:path w="748" h="153">
                  <a:moveTo>
                    <a:pt x="3" y="0"/>
                  </a:moveTo>
                  <a:cubicBezTo>
                    <a:pt x="1" y="9"/>
                    <a:pt x="0" y="17"/>
                    <a:pt x="0" y="26"/>
                  </a:cubicBezTo>
                  <a:cubicBezTo>
                    <a:pt x="0" y="96"/>
                    <a:pt x="57" y="153"/>
                    <a:pt x="127" y="153"/>
                  </a:cubicBezTo>
                  <a:cubicBezTo>
                    <a:pt x="621" y="153"/>
                    <a:pt x="621" y="153"/>
                    <a:pt x="621" y="153"/>
                  </a:cubicBezTo>
                  <a:cubicBezTo>
                    <a:pt x="691" y="153"/>
                    <a:pt x="748" y="96"/>
                    <a:pt x="748" y="26"/>
                  </a:cubicBezTo>
                  <a:cubicBezTo>
                    <a:pt x="748" y="17"/>
                    <a:pt x="747" y="9"/>
                    <a:pt x="745" y="0"/>
                  </a:cubicBezTo>
                  <a:lnTo>
                    <a:pt x="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3" name="Freeform 100"/>
            <p:cNvSpPr>
              <a:spLocks/>
            </p:cNvSpPr>
            <p:nvPr/>
          </p:nvSpPr>
          <p:spPr bwMode="gray">
            <a:xfrm>
              <a:off x="9101437" y="4907283"/>
              <a:ext cx="995363" cy="211137"/>
            </a:xfrm>
            <a:custGeom>
              <a:avLst/>
              <a:gdLst>
                <a:gd name="T0" fmla="*/ 716 w 719"/>
                <a:gd name="T1" fmla="*/ 0 h 153"/>
                <a:gd name="T2" fmla="*/ 700 w 719"/>
                <a:gd name="T3" fmla="*/ 0 h 153"/>
                <a:gd name="T4" fmla="*/ 701 w 719"/>
                <a:gd name="T5" fmla="*/ 8 h 153"/>
                <a:gd name="T6" fmla="*/ 573 w 719"/>
                <a:gd name="T7" fmla="*/ 135 h 153"/>
                <a:gd name="T8" fmla="*/ 80 w 719"/>
                <a:gd name="T9" fmla="*/ 135 h 153"/>
                <a:gd name="T10" fmla="*/ 0 w 719"/>
                <a:gd name="T11" fmla="*/ 106 h 153"/>
                <a:gd name="T12" fmla="*/ 98 w 719"/>
                <a:gd name="T13" fmla="*/ 153 h 153"/>
                <a:gd name="T14" fmla="*/ 592 w 719"/>
                <a:gd name="T15" fmla="*/ 153 h 153"/>
                <a:gd name="T16" fmla="*/ 719 w 719"/>
                <a:gd name="T17" fmla="*/ 26 h 153"/>
                <a:gd name="T18" fmla="*/ 716 w 719"/>
                <a:gd name="T19" fmla="*/ 0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9" h="153">
                  <a:moveTo>
                    <a:pt x="716" y="0"/>
                  </a:moveTo>
                  <a:cubicBezTo>
                    <a:pt x="700" y="0"/>
                    <a:pt x="700" y="0"/>
                    <a:pt x="700" y="0"/>
                  </a:cubicBezTo>
                  <a:cubicBezTo>
                    <a:pt x="701" y="3"/>
                    <a:pt x="701" y="5"/>
                    <a:pt x="701" y="8"/>
                  </a:cubicBezTo>
                  <a:cubicBezTo>
                    <a:pt x="701" y="78"/>
                    <a:pt x="644" y="135"/>
                    <a:pt x="573" y="135"/>
                  </a:cubicBezTo>
                  <a:cubicBezTo>
                    <a:pt x="80" y="135"/>
                    <a:pt x="80" y="135"/>
                    <a:pt x="80" y="135"/>
                  </a:cubicBezTo>
                  <a:cubicBezTo>
                    <a:pt x="50" y="135"/>
                    <a:pt x="22" y="124"/>
                    <a:pt x="0" y="106"/>
                  </a:cubicBezTo>
                  <a:cubicBezTo>
                    <a:pt x="23" y="135"/>
                    <a:pt x="59" y="153"/>
                    <a:pt x="98" y="153"/>
                  </a:cubicBezTo>
                  <a:cubicBezTo>
                    <a:pt x="592" y="153"/>
                    <a:pt x="592" y="153"/>
                    <a:pt x="592" y="153"/>
                  </a:cubicBezTo>
                  <a:cubicBezTo>
                    <a:pt x="662" y="153"/>
                    <a:pt x="719" y="96"/>
                    <a:pt x="719" y="26"/>
                  </a:cubicBezTo>
                  <a:cubicBezTo>
                    <a:pt x="719" y="17"/>
                    <a:pt x="718" y="9"/>
                    <a:pt x="716" y="0"/>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4" name="Freeform 101"/>
            <p:cNvSpPr>
              <a:spLocks/>
            </p:cNvSpPr>
            <p:nvPr/>
          </p:nvSpPr>
          <p:spPr bwMode="gray">
            <a:xfrm>
              <a:off x="9064925" y="4192908"/>
              <a:ext cx="1028700" cy="377825"/>
            </a:xfrm>
            <a:custGeom>
              <a:avLst/>
              <a:gdLst>
                <a:gd name="T0" fmla="*/ 744 w 744"/>
                <a:gd name="T1" fmla="*/ 274 h 274"/>
                <a:gd name="T2" fmla="*/ 621 w 744"/>
                <a:gd name="T3" fmla="*/ 173 h 274"/>
                <a:gd name="T4" fmla="*/ 581 w 744"/>
                <a:gd name="T5" fmla="*/ 179 h 274"/>
                <a:gd name="T6" fmla="*/ 457 w 744"/>
                <a:gd name="T7" fmla="*/ 68 h 274"/>
                <a:gd name="T8" fmla="*/ 372 w 744"/>
                <a:gd name="T9" fmla="*/ 101 h 274"/>
                <a:gd name="T10" fmla="*/ 249 w 744"/>
                <a:gd name="T11" fmla="*/ 0 h 274"/>
                <a:gd name="T12" fmla="*/ 123 w 744"/>
                <a:gd name="T13" fmla="*/ 125 h 274"/>
                <a:gd name="T14" fmla="*/ 133 w 744"/>
                <a:gd name="T15" fmla="*/ 173 h 274"/>
                <a:gd name="T16" fmla="*/ 123 w 744"/>
                <a:gd name="T17" fmla="*/ 173 h 274"/>
                <a:gd name="T18" fmla="*/ 0 w 744"/>
                <a:gd name="T19" fmla="*/ 274 h 274"/>
                <a:gd name="T20" fmla="*/ 744 w 744"/>
                <a:gd name="T21"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44" h="274">
                  <a:moveTo>
                    <a:pt x="744" y="274"/>
                  </a:moveTo>
                  <a:cubicBezTo>
                    <a:pt x="733" y="217"/>
                    <a:pt x="682" y="173"/>
                    <a:pt x="621" y="173"/>
                  </a:cubicBezTo>
                  <a:cubicBezTo>
                    <a:pt x="607" y="173"/>
                    <a:pt x="594" y="175"/>
                    <a:pt x="581" y="179"/>
                  </a:cubicBezTo>
                  <a:cubicBezTo>
                    <a:pt x="574" y="117"/>
                    <a:pt x="521" y="68"/>
                    <a:pt x="457" y="68"/>
                  </a:cubicBezTo>
                  <a:cubicBezTo>
                    <a:pt x="424" y="68"/>
                    <a:pt x="394" y="81"/>
                    <a:pt x="372" y="101"/>
                  </a:cubicBezTo>
                  <a:cubicBezTo>
                    <a:pt x="361" y="44"/>
                    <a:pt x="310" y="0"/>
                    <a:pt x="249" y="0"/>
                  </a:cubicBezTo>
                  <a:cubicBezTo>
                    <a:pt x="179" y="0"/>
                    <a:pt x="123" y="56"/>
                    <a:pt x="123" y="125"/>
                  </a:cubicBezTo>
                  <a:cubicBezTo>
                    <a:pt x="123" y="142"/>
                    <a:pt x="127" y="159"/>
                    <a:pt x="133" y="173"/>
                  </a:cubicBezTo>
                  <a:cubicBezTo>
                    <a:pt x="130" y="173"/>
                    <a:pt x="127" y="173"/>
                    <a:pt x="123" y="173"/>
                  </a:cubicBezTo>
                  <a:cubicBezTo>
                    <a:pt x="62" y="173"/>
                    <a:pt x="12" y="217"/>
                    <a:pt x="0" y="274"/>
                  </a:cubicBezTo>
                  <a:lnTo>
                    <a:pt x="744" y="27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5" name="Freeform 102"/>
            <p:cNvSpPr>
              <a:spLocks/>
            </p:cNvSpPr>
            <p:nvPr/>
          </p:nvSpPr>
          <p:spPr bwMode="gray">
            <a:xfrm>
              <a:off x="9268125" y="4192908"/>
              <a:ext cx="825500" cy="377825"/>
            </a:xfrm>
            <a:custGeom>
              <a:avLst/>
              <a:gdLst>
                <a:gd name="T0" fmla="*/ 80 w 597"/>
                <a:gd name="T1" fmla="*/ 23 h 274"/>
                <a:gd name="T2" fmla="*/ 203 w 597"/>
                <a:gd name="T3" fmla="*/ 125 h 274"/>
                <a:gd name="T4" fmla="*/ 288 w 597"/>
                <a:gd name="T5" fmla="*/ 91 h 274"/>
                <a:gd name="T6" fmla="*/ 413 w 597"/>
                <a:gd name="T7" fmla="*/ 203 h 274"/>
                <a:gd name="T8" fmla="*/ 452 w 597"/>
                <a:gd name="T9" fmla="*/ 196 h 274"/>
                <a:gd name="T10" fmla="*/ 568 w 597"/>
                <a:gd name="T11" fmla="*/ 274 h 274"/>
                <a:gd name="T12" fmla="*/ 597 w 597"/>
                <a:gd name="T13" fmla="*/ 274 h 274"/>
                <a:gd name="T14" fmla="*/ 474 w 597"/>
                <a:gd name="T15" fmla="*/ 173 h 274"/>
                <a:gd name="T16" fmla="*/ 434 w 597"/>
                <a:gd name="T17" fmla="*/ 179 h 274"/>
                <a:gd name="T18" fmla="*/ 310 w 597"/>
                <a:gd name="T19" fmla="*/ 68 h 274"/>
                <a:gd name="T20" fmla="*/ 225 w 597"/>
                <a:gd name="T21" fmla="*/ 101 h 274"/>
                <a:gd name="T22" fmla="*/ 102 w 597"/>
                <a:gd name="T23" fmla="*/ 0 h 274"/>
                <a:gd name="T24" fmla="*/ 0 w 597"/>
                <a:gd name="T25" fmla="*/ 52 h 274"/>
                <a:gd name="T26" fmla="*/ 80 w 597"/>
                <a:gd name="T27" fmla="*/ 23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7" h="274">
                  <a:moveTo>
                    <a:pt x="80" y="23"/>
                  </a:moveTo>
                  <a:cubicBezTo>
                    <a:pt x="141" y="23"/>
                    <a:pt x="192" y="67"/>
                    <a:pt x="203" y="125"/>
                  </a:cubicBezTo>
                  <a:cubicBezTo>
                    <a:pt x="225" y="104"/>
                    <a:pt x="255" y="91"/>
                    <a:pt x="288" y="91"/>
                  </a:cubicBezTo>
                  <a:cubicBezTo>
                    <a:pt x="353" y="91"/>
                    <a:pt x="406" y="140"/>
                    <a:pt x="413" y="203"/>
                  </a:cubicBezTo>
                  <a:cubicBezTo>
                    <a:pt x="425" y="199"/>
                    <a:pt x="438" y="196"/>
                    <a:pt x="452" y="196"/>
                  </a:cubicBezTo>
                  <a:cubicBezTo>
                    <a:pt x="505" y="196"/>
                    <a:pt x="549" y="229"/>
                    <a:pt x="568" y="274"/>
                  </a:cubicBezTo>
                  <a:cubicBezTo>
                    <a:pt x="597" y="274"/>
                    <a:pt x="597" y="274"/>
                    <a:pt x="597" y="274"/>
                  </a:cubicBezTo>
                  <a:cubicBezTo>
                    <a:pt x="586" y="217"/>
                    <a:pt x="535" y="173"/>
                    <a:pt x="474" y="173"/>
                  </a:cubicBezTo>
                  <a:cubicBezTo>
                    <a:pt x="460" y="173"/>
                    <a:pt x="447" y="175"/>
                    <a:pt x="434" y="179"/>
                  </a:cubicBezTo>
                  <a:cubicBezTo>
                    <a:pt x="427" y="117"/>
                    <a:pt x="374" y="68"/>
                    <a:pt x="310" y="68"/>
                  </a:cubicBezTo>
                  <a:cubicBezTo>
                    <a:pt x="277" y="68"/>
                    <a:pt x="247" y="81"/>
                    <a:pt x="225" y="101"/>
                  </a:cubicBezTo>
                  <a:cubicBezTo>
                    <a:pt x="214" y="44"/>
                    <a:pt x="163" y="0"/>
                    <a:pt x="102" y="0"/>
                  </a:cubicBezTo>
                  <a:cubicBezTo>
                    <a:pt x="60" y="0"/>
                    <a:pt x="23" y="20"/>
                    <a:pt x="0" y="52"/>
                  </a:cubicBezTo>
                  <a:cubicBezTo>
                    <a:pt x="22" y="34"/>
                    <a:pt x="49" y="23"/>
                    <a:pt x="80" y="23"/>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6" name="Oval 103"/>
            <p:cNvSpPr>
              <a:spLocks noChangeArrowheads="1"/>
            </p:cNvSpPr>
            <p:nvPr/>
          </p:nvSpPr>
          <p:spPr bwMode="gray">
            <a:xfrm>
              <a:off x="11085812" y="5396233"/>
              <a:ext cx="103188"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7" name="Oval 104"/>
            <p:cNvSpPr>
              <a:spLocks noChangeArrowheads="1"/>
            </p:cNvSpPr>
            <p:nvPr/>
          </p:nvSpPr>
          <p:spPr bwMode="gray">
            <a:xfrm>
              <a:off x="10884200" y="5396233"/>
              <a:ext cx="101600"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8" name="Freeform 105"/>
            <p:cNvSpPr>
              <a:spLocks/>
            </p:cNvSpPr>
            <p:nvPr/>
          </p:nvSpPr>
          <p:spPr bwMode="gray">
            <a:xfrm>
              <a:off x="10884200" y="5412108"/>
              <a:ext cx="85725" cy="87312"/>
            </a:xfrm>
            <a:custGeom>
              <a:avLst/>
              <a:gdLst>
                <a:gd name="T0" fmla="*/ 37 w 62"/>
                <a:gd name="T1" fmla="*/ 63 h 63"/>
                <a:gd name="T2" fmla="*/ 62 w 62"/>
                <a:gd name="T3" fmla="*/ 52 h 63"/>
                <a:gd name="T4" fmla="*/ 11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1" y="0"/>
                    <a:pt x="11" y="0"/>
                    <a:pt x="11"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9" name="Freeform 106"/>
            <p:cNvSpPr>
              <a:spLocks/>
            </p:cNvSpPr>
            <p:nvPr/>
          </p:nvSpPr>
          <p:spPr bwMode="gray">
            <a:xfrm>
              <a:off x="11085812" y="5412108"/>
              <a:ext cx="87313" cy="87312"/>
            </a:xfrm>
            <a:custGeom>
              <a:avLst/>
              <a:gdLst>
                <a:gd name="T0" fmla="*/ 37 w 63"/>
                <a:gd name="T1" fmla="*/ 63 h 63"/>
                <a:gd name="T2" fmla="*/ 63 w 63"/>
                <a:gd name="T3" fmla="*/ 52 h 63"/>
                <a:gd name="T4" fmla="*/ 11 w 63"/>
                <a:gd name="T5" fmla="*/ 0 h 63"/>
                <a:gd name="T6" fmla="*/ 0 w 63"/>
                <a:gd name="T7" fmla="*/ 26 h 63"/>
                <a:gd name="T8" fmla="*/ 37 w 63"/>
                <a:gd name="T9" fmla="*/ 63 h 63"/>
              </a:gdLst>
              <a:ahLst/>
              <a:cxnLst>
                <a:cxn ang="0">
                  <a:pos x="T0" y="T1"/>
                </a:cxn>
                <a:cxn ang="0">
                  <a:pos x="T2" y="T3"/>
                </a:cxn>
                <a:cxn ang="0">
                  <a:pos x="T4" y="T5"/>
                </a:cxn>
                <a:cxn ang="0">
                  <a:pos x="T6" y="T7"/>
                </a:cxn>
                <a:cxn ang="0">
                  <a:pos x="T8" y="T9"/>
                </a:cxn>
              </a:cxnLst>
              <a:rect l="0" t="0" r="r" b="b"/>
              <a:pathLst>
                <a:path w="63" h="63">
                  <a:moveTo>
                    <a:pt x="37" y="63"/>
                  </a:moveTo>
                  <a:cubicBezTo>
                    <a:pt x="47" y="63"/>
                    <a:pt x="56" y="59"/>
                    <a:pt x="63" y="52"/>
                  </a:cubicBezTo>
                  <a:cubicBezTo>
                    <a:pt x="11" y="0"/>
                    <a:pt x="11" y="0"/>
                    <a:pt x="11" y="0"/>
                  </a:cubicBezTo>
                  <a:cubicBezTo>
                    <a:pt x="4" y="7"/>
                    <a:pt x="0" y="16"/>
                    <a:pt x="0" y="26"/>
                  </a:cubicBezTo>
                  <a:cubicBezTo>
                    <a:pt x="0" y="46"/>
                    <a:pt x="17"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38035929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p:cSld name="Title square photo">
    <p:bg>
      <p:bgRef idx="1001">
        <a:schemeClr val="bg1"/>
      </p:bgRef>
    </p:bg>
    <p:spTree>
      <p:nvGrpSpPr>
        <p:cNvPr id="1" name=""/>
        <p:cNvGrpSpPr/>
        <p:nvPr/>
      </p:nvGrpSpPr>
      <p:grpSpPr>
        <a:xfrm>
          <a:off x="0" y="0"/>
          <a:ext cx="0" cy="0"/>
          <a:chOff x="0" y="0"/>
          <a:chExt cx="0" cy="0"/>
        </a:xfrm>
      </p:grpSpPr>
      <p:sp>
        <p:nvSpPr>
          <p:cNvPr id="8" name="Rectangle 7"/>
          <p:cNvSpPr/>
          <p:nvPr/>
        </p:nvSpPr>
        <p:spPr bwMode="gray">
          <a:xfrm>
            <a:off x="5441951" y="0"/>
            <a:ext cx="6994525" cy="6950075"/>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423" fontAlgn="base">
              <a:lnSpc>
                <a:spcPct val="90000"/>
              </a:lnSpc>
              <a:spcBef>
                <a:spcPct val="0"/>
              </a:spcBef>
              <a:spcAft>
                <a:spcPct val="0"/>
              </a:spcAft>
            </a:pPr>
            <a:endParaRPr lang="en-US" sz="2385" kern="0" err="1">
              <a:gradFill>
                <a:gsLst>
                  <a:gs pos="0">
                    <a:srgbClr val="FFFFFF"/>
                  </a:gs>
                  <a:gs pos="100000">
                    <a:srgbClr val="FFFFFF"/>
                  </a:gs>
                </a:gsLst>
                <a:lin ang="5400000" scaled="0"/>
              </a:gradFill>
              <a:ea typeface="Segoe UI" pitchFamily="34" charset="0"/>
              <a:cs typeface="Segoe UI" pitchFamily="34" charset="0"/>
              <a:sym typeface="Arial"/>
            </a:endParaRPr>
          </a:p>
        </p:txBody>
      </p:sp>
      <p:sp>
        <p:nvSpPr>
          <p:cNvPr id="106" name="Freeform: Shape 105"/>
          <p:cNvSpPr>
            <a:spLocks/>
          </p:cNvSpPr>
          <p:nvPr/>
        </p:nvSpPr>
        <p:spPr bwMode="gray">
          <a:xfrm>
            <a:off x="5441951" y="4224308"/>
            <a:ext cx="6994525" cy="2725767"/>
          </a:xfrm>
          <a:custGeom>
            <a:avLst/>
            <a:gdLst>
              <a:gd name="connsiteX0" fmla="*/ 237491 w 7007806"/>
              <a:gd name="connsiteY0" fmla="*/ 0 h 2048448"/>
              <a:gd name="connsiteX1" fmla="*/ 966532 w 7007806"/>
              <a:gd name="connsiteY1" fmla="*/ 0 h 2048448"/>
              <a:gd name="connsiteX2" fmla="*/ 966532 w 7007806"/>
              <a:gd name="connsiteY2" fmla="*/ 578198 h 2048448"/>
              <a:gd name="connsiteX3" fmla="*/ 1425492 w 7007806"/>
              <a:gd name="connsiteY3" fmla="*/ 606386 h 2048448"/>
              <a:gd name="connsiteX4" fmla="*/ 1677037 w 7007806"/>
              <a:gd name="connsiteY4" fmla="*/ 606386 h 2048448"/>
              <a:gd name="connsiteX5" fmla="*/ 1677037 w 7007806"/>
              <a:gd name="connsiteY5" fmla="*/ 483901 h 2048448"/>
              <a:gd name="connsiteX6" fmla="*/ 1686642 w 7007806"/>
              <a:gd name="connsiteY6" fmla="*/ 483901 h 2048448"/>
              <a:gd name="connsiteX7" fmla="*/ 1686642 w 7007806"/>
              <a:gd name="connsiteY7" fmla="*/ 225552 h 2048448"/>
              <a:gd name="connsiteX8" fmla="*/ 2059578 w 7007806"/>
              <a:gd name="connsiteY8" fmla="*/ 225552 h 2048448"/>
              <a:gd name="connsiteX9" fmla="*/ 2059578 w 7007806"/>
              <a:gd name="connsiteY9" fmla="*/ 339268 h 2048448"/>
              <a:gd name="connsiteX10" fmla="*/ 2098045 w 7007806"/>
              <a:gd name="connsiteY10" fmla="*/ 339268 h 2048448"/>
              <a:gd name="connsiteX11" fmla="*/ 2098045 w 7007806"/>
              <a:gd name="connsiteY11" fmla="*/ 483901 h 2048448"/>
              <a:gd name="connsiteX12" fmla="*/ 2204842 w 7007806"/>
              <a:gd name="connsiteY12" fmla="*/ 483901 h 2048448"/>
              <a:gd name="connsiteX13" fmla="*/ 2204842 w 7007806"/>
              <a:gd name="connsiteY13" fmla="*/ 643969 h 2048448"/>
              <a:gd name="connsiteX14" fmla="*/ 2602307 w 7007806"/>
              <a:gd name="connsiteY14" fmla="*/ 643969 h 2048448"/>
              <a:gd name="connsiteX15" fmla="*/ 2602307 w 7007806"/>
              <a:gd name="connsiteY15" fmla="*/ 744644 h 2048448"/>
              <a:gd name="connsiteX16" fmla="*/ 3055683 w 7007806"/>
              <a:gd name="connsiteY16" fmla="*/ 744644 h 2048448"/>
              <a:gd name="connsiteX17" fmla="*/ 3055683 w 7007806"/>
              <a:gd name="connsiteY17" fmla="*/ 777377 h 2048448"/>
              <a:gd name="connsiteX18" fmla="*/ 3075299 w 7007806"/>
              <a:gd name="connsiteY18" fmla="*/ 777377 h 2048448"/>
              <a:gd name="connsiteX19" fmla="*/ 3075299 w 7007806"/>
              <a:gd name="connsiteY19" fmla="*/ 965361 h 2048448"/>
              <a:gd name="connsiteX20" fmla="*/ 3423979 w 7007806"/>
              <a:gd name="connsiteY20" fmla="*/ 965361 h 2048448"/>
              <a:gd name="connsiteX21" fmla="*/ 3423979 w 7007806"/>
              <a:gd name="connsiteY21" fmla="*/ 525721 h 2048448"/>
              <a:gd name="connsiteX22" fmla="*/ 3527067 w 7007806"/>
              <a:gd name="connsiteY22" fmla="*/ 525721 h 2048448"/>
              <a:gd name="connsiteX23" fmla="*/ 3527067 w 7007806"/>
              <a:gd name="connsiteY23" fmla="*/ 386248 h 2048448"/>
              <a:gd name="connsiteX24" fmla="*/ 3830268 w 7007806"/>
              <a:gd name="connsiteY24" fmla="*/ 386248 h 2048448"/>
              <a:gd name="connsiteX25" fmla="*/ 3830268 w 7007806"/>
              <a:gd name="connsiteY25" fmla="*/ 525721 h 2048448"/>
              <a:gd name="connsiteX26" fmla="*/ 3927292 w 7007806"/>
              <a:gd name="connsiteY26" fmla="*/ 525721 h 2048448"/>
              <a:gd name="connsiteX27" fmla="*/ 3927292 w 7007806"/>
              <a:gd name="connsiteY27" fmla="*/ 58792 h 2048448"/>
              <a:gd name="connsiteX28" fmla="*/ 4630716 w 7007806"/>
              <a:gd name="connsiteY28" fmla="*/ 58792 h 2048448"/>
              <a:gd name="connsiteX29" fmla="*/ 4630716 w 7007806"/>
              <a:gd name="connsiteY29" fmla="*/ 616681 h 2048448"/>
              <a:gd name="connsiteX30" fmla="*/ 5073388 w 7007806"/>
              <a:gd name="connsiteY30" fmla="*/ 255872 h 2048448"/>
              <a:gd name="connsiteX31" fmla="*/ 5073388 w 7007806"/>
              <a:gd name="connsiteY31" fmla="*/ 643969 h 2048448"/>
              <a:gd name="connsiteX32" fmla="*/ 5315948 w 7007806"/>
              <a:gd name="connsiteY32" fmla="*/ 643969 h 2048448"/>
              <a:gd name="connsiteX33" fmla="*/ 5315948 w 7007806"/>
              <a:gd name="connsiteY33" fmla="*/ 525721 h 2048448"/>
              <a:gd name="connsiteX34" fmla="*/ 5419036 w 7007806"/>
              <a:gd name="connsiteY34" fmla="*/ 525721 h 2048448"/>
              <a:gd name="connsiteX35" fmla="*/ 5419036 w 7007806"/>
              <a:gd name="connsiteY35" fmla="*/ 386248 h 2048448"/>
              <a:gd name="connsiteX36" fmla="*/ 5722237 w 7007806"/>
              <a:gd name="connsiteY36" fmla="*/ 386248 h 2048448"/>
              <a:gd name="connsiteX37" fmla="*/ 5722237 w 7007806"/>
              <a:gd name="connsiteY37" fmla="*/ 525721 h 2048448"/>
              <a:gd name="connsiteX38" fmla="*/ 5825325 w 7007806"/>
              <a:gd name="connsiteY38" fmla="*/ 525721 h 2048448"/>
              <a:gd name="connsiteX39" fmla="*/ 5825325 w 7007806"/>
              <a:gd name="connsiteY39" fmla="*/ 965361 h 2048448"/>
              <a:gd name="connsiteX40" fmla="*/ 6170974 w 7007806"/>
              <a:gd name="connsiteY40" fmla="*/ 965361 h 2048448"/>
              <a:gd name="connsiteX41" fmla="*/ 6170974 w 7007806"/>
              <a:gd name="connsiteY41" fmla="*/ 777377 h 2048448"/>
              <a:gd name="connsiteX42" fmla="*/ 6646998 w 7007806"/>
              <a:gd name="connsiteY42" fmla="*/ 777377 h 2048448"/>
              <a:gd name="connsiteX43" fmla="*/ 6646998 w 7007806"/>
              <a:gd name="connsiteY43" fmla="*/ 1374681 h 2048448"/>
              <a:gd name="connsiteX44" fmla="*/ 7007806 w 7007806"/>
              <a:gd name="connsiteY44" fmla="*/ 1374681 h 2048448"/>
              <a:gd name="connsiteX45" fmla="*/ 7007806 w 7007806"/>
              <a:gd name="connsiteY45" fmla="*/ 1677881 h 2048448"/>
              <a:gd name="connsiteX46" fmla="*/ 6995117 w 7007806"/>
              <a:gd name="connsiteY46" fmla="*/ 1677881 h 2048448"/>
              <a:gd name="connsiteX47" fmla="*/ 6995117 w 7007806"/>
              <a:gd name="connsiteY47" fmla="*/ 2048448 h 2048448"/>
              <a:gd name="connsiteX48" fmla="*/ 0 w 7007806"/>
              <a:gd name="connsiteY48" fmla="*/ 2048448 h 2048448"/>
              <a:gd name="connsiteX49" fmla="*/ 0 w 7007806"/>
              <a:gd name="connsiteY49" fmla="*/ 339268 h 2048448"/>
              <a:gd name="connsiteX50" fmla="*/ 136873 w 7007806"/>
              <a:gd name="connsiteY50" fmla="*/ 339268 h 2048448"/>
              <a:gd name="connsiteX51" fmla="*/ 136873 w 7007806"/>
              <a:gd name="connsiteY51" fmla="*/ 483901 h 2048448"/>
              <a:gd name="connsiteX52" fmla="*/ 237491 w 7007806"/>
              <a:gd name="connsiteY52" fmla="*/ 483901 h 2048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7007806" h="2048448">
                <a:moveTo>
                  <a:pt x="237491" y="0"/>
                </a:moveTo>
                <a:lnTo>
                  <a:pt x="966532" y="0"/>
                </a:lnTo>
                <a:lnTo>
                  <a:pt x="966532" y="578198"/>
                </a:lnTo>
                <a:lnTo>
                  <a:pt x="1425492" y="606386"/>
                </a:lnTo>
                <a:lnTo>
                  <a:pt x="1677037" y="606386"/>
                </a:lnTo>
                <a:lnTo>
                  <a:pt x="1677037" y="483901"/>
                </a:lnTo>
                <a:lnTo>
                  <a:pt x="1686642" y="483901"/>
                </a:lnTo>
                <a:lnTo>
                  <a:pt x="1686642" y="225552"/>
                </a:lnTo>
                <a:lnTo>
                  <a:pt x="2059578" y="225552"/>
                </a:lnTo>
                <a:lnTo>
                  <a:pt x="2059578" y="339268"/>
                </a:lnTo>
                <a:lnTo>
                  <a:pt x="2098045" y="339268"/>
                </a:lnTo>
                <a:lnTo>
                  <a:pt x="2098045" y="483901"/>
                </a:lnTo>
                <a:lnTo>
                  <a:pt x="2204842" y="483901"/>
                </a:lnTo>
                <a:lnTo>
                  <a:pt x="2204842" y="643969"/>
                </a:lnTo>
                <a:lnTo>
                  <a:pt x="2602307" y="643969"/>
                </a:lnTo>
                <a:lnTo>
                  <a:pt x="2602307" y="744644"/>
                </a:lnTo>
                <a:lnTo>
                  <a:pt x="3055683" y="744644"/>
                </a:lnTo>
                <a:lnTo>
                  <a:pt x="3055683" y="777377"/>
                </a:lnTo>
                <a:lnTo>
                  <a:pt x="3075299" y="777377"/>
                </a:lnTo>
                <a:lnTo>
                  <a:pt x="3075299" y="965361"/>
                </a:lnTo>
                <a:lnTo>
                  <a:pt x="3423979" y="965361"/>
                </a:lnTo>
                <a:lnTo>
                  <a:pt x="3423979" y="525721"/>
                </a:lnTo>
                <a:lnTo>
                  <a:pt x="3527067" y="525721"/>
                </a:lnTo>
                <a:lnTo>
                  <a:pt x="3527067" y="386248"/>
                </a:lnTo>
                <a:lnTo>
                  <a:pt x="3830268" y="386248"/>
                </a:lnTo>
                <a:lnTo>
                  <a:pt x="3830268" y="525721"/>
                </a:lnTo>
                <a:lnTo>
                  <a:pt x="3927292" y="525721"/>
                </a:lnTo>
                <a:lnTo>
                  <a:pt x="3927292" y="58792"/>
                </a:lnTo>
                <a:lnTo>
                  <a:pt x="4630716" y="58792"/>
                </a:lnTo>
                <a:lnTo>
                  <a:pt x="4630716" y="616681"/>
                </a:lnTo>
                <a:lnTo>
                  <a:pt x="5073388" y="255872"/>
                </a:lnTo>
                <a:lnTo>
                  <a:pt x="5073388" y="643969"/>
                </a:lnTo>
                <a:lnTo>
                  <a:pt x="5315948" y="643969"/>
                </a:lnTo>
                <a:lnTo>
                  <a:pt x="5315948" y="525721"/>
                </a:lnTo>
                <a:lnTo>
                  <a:pt x="5419036" y="525721"/>
                </a:lnTo>
                <a:lnTo>
                  <a:pt x="5419036" y="386248"/>
                </a:lnTo>
                <a:lnTo>
                  <a:pt x="5722237" y="386248"/>
                </a:lnTo>
                <a:lnTo>
                  <a:pt x="5722237" y="525721"/>
                </a:lnTo>
                <a:lnTo>
                  <a:pt x="5825325" y="525721"/>
                </a:lnTo>
                <a:lnTo>
                  <a:pt x="5825325" y="965361"/>
                </a:lnTo>
                <a:lnTo>
                  <a:pt x="6170974" y="965361"/>
                </a:lnTo>
                <a:lnTo>
                  <a:pt x="6170974" y="777377"/>
                </a:lnTo>
                <a:lnTo>
                  <a:pt x="6646998" y="777377"/>
                </a:lnTo>
                <a:lnTo>
                  <a:pt x="6646998" y="1374681"/>
                </a:lnTo>
                <a:lnTo>
                  <a:pt x="7007806" y="1374681"/>
                </a:lnTo>
                <a:lnTo>
                  <a:pt x="7007806" y="1677881"/>
                </a:lnTo>
                <a:lnTo>
                  <a:pt x="6995117" y="1677881"/>
                </a:lnTo>
                <a:lnTo>
                  <a:pt x="6995117" y="2048448"/>
                </a:lnTo>
                <a:lnTo>
                  <a:pt x="0" y="2048448"/>
                </a:lnTo>
                <a:lnTo>
                  <a:pt x="0" y="339268"/>
                </a:lnTo>
                <a:lnTo>
                  <a:pt x="136873" y="339268"/>
                </a:lnTo>
                <a:lnTo>
                  <a:pt x="136873" y="483901"/>
                </a:lnTo>
                <a:lnTo>
                  <a:pt x="237491" y="483901"/>
                </a:lnTo>
                <a:close/>
              </a:path>
            </a:pathLst>
          </a:custGeom>
          <a:solidFill>
            <a:srgbClr val="409AE1">
              <a:alpha val="40000"/>
            </a:srgbClr>
          </a:solidFill>
          <a:ln>
            <a:noFill/>
          </a:ln>
        </p:spPr>
        <p:txBody>
          <a:bodyPr vert="horz" wrap="square" lIns="90847" tIns="45423" rIns="90847" bIns="45423" numCol="1" anchor="t" anchorCtr="0" compatLnSpc="1">
            <a:prstTxWarp prst="textNoShape">
              <a:avLst/>
            </a:prstTxWarp>
            <a:noAutofit/>
          </a:bodyPr>
          <a:lstStyle/>
          <a:p>
            <a:endParaRPr lang="en-US" sz="1390" kern="0">
              <a:solidFill>
                <a:srgbClr val="000000"/>
              </a:solidFill>
              <a:latin typeface="Arial"/>
              <a:ea typeface="Arial"/>
              <a:cs typeface="Arial"/>
              <a:sym typeface="Arial"/>
            </a:endParaRPr>
          </a:p>
        </p:txBody>
      </p:sp>
      <p:sp>
        <p:nvSpPr>
          <p:cNvPr id="9" name="Title 1"/>
          <p:cNvSpPr>
            <a:spLocks noGrp="1"/>
          </p:cNvSpPr>
          <p:nvPr>
            <p:ph type="title" hasCustomPrompt="1"/>
          </p:nvPr>
        </p:nvSpPr>
        <p:spPr bwMode="auto">
          <a:xfrm>
            <a:off x="274703" y="2105712"/>
            <a:ext cx="4937761" cy="1823622"/>
          </a:xfrm>
          <a:noFill/>
        </p:spPr>
        <p:txBody>
          <a:bodyPr lIns="146304" tIns="91440" rIns="146304" bIns="91440" anchor="t" anchorCtr="0"/>
          <a:lstStyle>
            <a:lvl1pPr>
              <a:defRPr sz="4768" spc="-100" baseline="0">
                <a:gradFill>
                  <a:gsLst>
                    <a:gs pos="74359">
                      <a:schemeClr val="tx1"/>
                    </a:gs>
                    <a:gs pos="57576">
                      <a:schemeClr val="tx1"/>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1" y="3929333"/>
            <a:ext cx="4937761" cy="726879"/>
          </a:xfrm>
        </p:spPr>
        <p:txBody>
          <a:bodyPr lIns="164592" tIns="109728" rIns="164592" bIns="109728">
            <a:noAutofit/>
          </a:bodyPr>
          <a:lstStyle>
            <a:lvl1pPr marL="0" indent="0">
              <a:spcBef>
                <a:spcPts val="0"/>
              </a:spcBef>
              <a:buNone/>
              <a:defRPr lang="en-US" sz="3179" kern="1200" spc="0" baseline="0" dirty="0">
                <a:gradFill>
                  <a:gsLst>
                    <a:gs pos="91000">
                      <a:schemeClr val="tx1"/>
                    </a:gs>
                    <a:gs pos="0">
                      <a:schemeClr val="tx1"/>
                    </a:gs>
                  </a:gsLst>
                  <a:lin ang="5400000" scaled="0"/>
                </a:gradFill>
                <a:latin typeface="+mn-lt"/>
                <a:ea typeface="+mn-ea"/>
                <a:cs typeface="+mn-cs"/>
              </a:defRPr>
            </a:lvl1pPr>
          </a:lstStyle>
          <a:p>
            <a:pPr marL="0" marR="0" lvl="0" indent="0" algn="l" defTabSz="926690" rtl="0" eaLnBrk="1" fontAlgn="auto" latinLnBrk="0" hangingPunct="1">
              <a:lnSpc>
                <a:spcPct val="90000"/>
              </a:lnSpc>
              <a:spcBef>
                <a:spcPts val="0"/>
              </a:spcBef>
              <a:spcAft>
                <a:spcPts val="0"/>
              </a:spcAft>
              <a:buClrTx/>
              <a:buSzPct val="90000"/>
              <a:buFont typeface="Arial" pitchFamily="34" charset="0"/>
              <a:buNone/>
              <a:tabLst/>
            </a:pPr>
            <a:r>
              <a:rPr lang="en-US"/>
              <a:t>Speaker name</a:t>
            </a:r>
          </a:p>
        </p:txBody>
      </p:sp>
      <p:pic>
        <p:nvPicPr>
          <p:cNvPr id="142" name="MS logo gray - EMF"/>
          <p:cNvPicPr>
            <a:picLocks noChangeAspect="1"/>
          </p:cNvPicPr>
          <p:nvPr/>
        </p:nvPicPr>
        <p:blipFill>
          <a:blip r:embed="rId2"/>
          <a:stretch>
            <a:fillRect/>
          </a:stretch>
        </p:blipFill>
        <p:spPr bwMode="black">
          <a:xfrm>
            <a:off x="463119" y="476378"/>
            <a:ext cx="1451843" cy="308921"/>
          </a:xfrm>
          <a:prstGeom prst="rect">
            <a:avLst/>
          </a:prstGeom>
        </p:spPr>
      </p:pic>
      <p:grpSp>
        <p:nvGrpSpPr>
          <p:cNvPr id="143" name="Group 142"/>
          <p:cNvGrpSpPr>
            <a:grpSpLocks noChangeAspect="1"/>
          </p:cNvGrpSpPr>
          <p:nvPr/>
        </p:nvGrpSpPr>
        <p:grpSpPr bwMode="gray">
          <a:xfrm>
            <a:off x="7462448" y="3180064"/>
            <a:ext cx="4577460" cy="3517443"/>
            <a:chOff x="8496600" y="3495586"/>
            <a:chExt cx="3009906" cy="2327684"/>
          </a:xfrm>
        </p:grpSpPr>
        <p:sp>
          <p:nvSpPr>
            <p:cNvPr id="144" name="Freeform 9"/>
            <p:cNvSpPr>
              <a:spLocks/>
            </p:cNvSpPr>
            <p:nvPr/>
          </p:nvSpPr>
          <p:spPr bwMode="gray">
            <a:xfrm>
              <a:off x="8496600" y="5501008"/>
              <a:ext cx="646113" cy="82550"/>
            </a:xfrm>
            <a:custGeom>
              <a:avLst/>
              <a:gdLst>
                <a:gd name="T0" fmla="*/ 437 w 467"/>
                <a:gd name="T1" fmla="*/ 60 h 60"/>
                <a:gd name="T2" fmla="*/ 30 w 467"/>
                <a:gd name="T3" fmla="*/ 60 h 60"/>
                <a:gd name="T4" fmla="*/ 0 w 467"/>
                <a:gd name="T5" fmla="*/ 30 h 60"/>
                <a:gd name="T6" fmla="*/ 30 w 467"/>
                <a:gd name="T7" fmla="*/ 0 h 60"/>
                <a:gd name="T8" fmla="*/ 437 w 467"/>
                <a:gd name="T9" fmla="*/ 0 h 60"/>
                <a:gd name="T10" fmla="*/ 467 w 467"/>
                <a:gd name="T11" fmla="*/ 30 h 60"/>
                <a:gd name="T12" fmla="*/ 437 w 467"/>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467" h="60">
                  <a:moveTo>
                    <a:pt x="437" y="60"/>
                  </a:moveTo>
                  <a:cubicBezTo>
                    <a:pt x="30" y="60"/>
                    <a:pt x="30" y="60"/>
                    <a:pt x="30" y="60"/>
                  </a:cubicBezTo>
                  <a:cubicBezTo>
                    <a:pt x="13" y="60"/>
                    <a:pt x="0" y="46"/>
                    <a:pt x="0" y="30"/>
                  </a:cubicBezTo>
                  <a:cubicBezTo>
                    <a:pt x="0" y="13"/>
                    <a:pt x="13" y="0"/>
                    <a:pt x="30" y="0"/>
                  </a:cubicBezTo>
                  <a:cubicBezTo>
                    <a:pt x="437" y="0"/>
                    <a:pt x="437" y="0"/>
                    <a:pt x="437" y="0"/>
                  </a:cubicBezTo>
                  <a:cubicBezTo>
                    <a:pt x="453" y="0"/>
                    <a:pt x="467" y="13"/>
                    <a:pt x="467" y="30"/>
                  </a:cubicBezTo>
                  <a:cubicBezTo>
                    <a:pt x="467" y="46"/>
                    <a:pt x="453" y="60"/>
                    <a:pt x="437"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5" name="Freeform 10"/>
            <p:cNvSpPr>
              <a:spLocks/>
            </p:cNvSpPr>
            <p:nvPr/>
          </p:nvSpPr>
          <p:spPr bwMode="gray">
            <a:xfrm>
              <a:off x="10804831" y="3495586"/>
              <a:ext cx="701675" cy="371475"/>
            </a:xfrm>
            <a:custGeom>
              <a:avLst/>
              <a:gdLst>
                <a:gd name="T0" fmla="*/ 440 w 507"/>
                <a:gd name="T1" fmla="*/ 127 h 271"/>
                <a:gd name="T2" fmla="*/ 306 w 507"/>
                <a:gd name="T3" fmla="*/ 0 h 271"/>
                <a:gd name="T4" fmla="*/ 174 w 507"/>
                <a:gd name="T5" fmla="*/ 106 h 271"/>
                <a:gd name="T6" fmla="*/ 99 w 507"/>
                <a:gd name="T7" fmla="*/ 72 h 271"/>
                <a:gd name="T8" fmla="*/ 0 w 507"/>
                <a:gd name="T9" fmla="*/ 171 h 271"/>
                <a:gd name="T10" fmla="*/ 99 w 507"/>
                <a:gd name="T11" fmla="*/ 271 h 271"/>
                <a:gd name="T12" fmla="*/ 435 w 507"/>
                <a:gd name="T13" fmla="*/ 271 h 271"/>
                <a:gd name="T14" fmla="*/ 507 w 507"/>
                <a:gd name="T15" fmla="*/ 199 h 271"/>
                <a:gd name="T16" fmla="*/ 440 w 507"/>
                <a:gd name="T17" fmla="*/ 12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7" h="271">
                  <a:moveTo>
                    <a:pt x="440" y="127"/>
                  </a:moveTo>
                  <a:cubicBezTo>
                    <a:pt x="436" y="56"/>
                    <a:pt x="378" y="0"/>
                    <a:pt x="306" y="0"/>
                  </a:cubicBezTo>
                  <a:cubicBezTo>
                    <a:pt x="241" y="0"/>
                    <a:pt x="187" y="46"/>
                    <a:pt x="174" y="106"/>
                  </a:cubicBezTo>
                  <a:cubicBezTo>
                    <a:pt x="156" y="85"/>
                    <a:pt x="129" y="72"/>
                    <a:pt x="99" y="72"/>
                  </a:cubicBezTo>
                  <a:cubicBezTo>
                    <a:pt x="44" y="72"/>
                    <a:pt x="0" y="116"/>
                    <a:pt x="0" y="171"/>
                  </a:cubicBezTo>
                  <a:cubicBezTo>
                    <a:pt x="0" y="226"/>
                    <a:pt x="44" y="271"/>
                    <a:pt x="99" y="271"/>
                  </a:cubicBezTo>
                  <a:cubicBezTo>
                    <a:pt x="99" y="271"/>
                    <a:pt x="434" y="271"/>
                    <a:pt x="435" y="271"/>
                  </a:cubicBezTo>
                  <a:cubicBezTo>
                    <a:pt x="475" y="271"/>
                    <a:pt x="507" y="238"/>
                    <a:pt x="507" y="199"/>
                  </a:cubicBezTo>
                  <a:cubicBezTo>
                    <a:pt x="507" y="161"/>
                    <a:pt x="478" y="130"/>
                    <a:pt x="440" y="12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6" name="Freeform 11"/>
            <p:cNvSpPr>
              <a:spLocks/>
            </p:cNvSpPr>
            <p:nvPr/>
          </p:nvSpPr>
          <p:spPr bwMode="gray">
            <a:xfrm>
              <a:off x="10001550" y="5497833"/>
              <a:ext cx="1504950" cy="82550"/>
            </a:xfrm>
            <a:custGeom>
              <a:avLst/>
              <a:gdLst>
                <a:gd name="T0" fmla="*/ 1059 w 1089"/>
                <a:gd name="T1" fmla="*/ 60 h 60"/>
                <a:gd name="T2" fmla="*/ 30 w 1089"/>
                <a:gd name="T3" fmla="*/ 60 h 60"/>
                <a:gd name="T4" fmla="*/ 0 w 1089"/>
                <a:gd name="T5" fmla="*/ 30 h 60"/>
                <a:gd name="T6" fmla="*/ 30 w 1089"/>
                <a:gd name="T7" fmla="*/ 0 h 60"/>
                <a:gd name="T8" fmla="*/ 1059 w 1089"/>
                <a:gd name="T9" fmla="*/ 0 h 60"/>
                <a:gd name="T10" fmla="*/ 1089 w 1089"/>
                <a:gd name="T11" fmla="*/ 30 h 60"/>
                <a:gd name="T12" fmla="*/ 1059 w 1089"/>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1089" h="60">
                  <a:moveTo>
                    <a:pt x="1059" y="60"/>
                  </a:moveTo>
                  <a:cubicBezTo>
                    <a:pt x="30" y="60"/>
                    <a:pt x="30" y="60"/>
                    <a:pt x="30" y="60"/>
                  </a:cubicBezTo>
                  <a:cubicBezTo>
                    <a:pt x="14" y="60"/>
                    <a:pt x="0" y="46"/>
                    <a:pt x="0" y="30"/>
                  </a:cubicBezTo>
                  <a:cubicBezTo>
                    <a:pt x="0" y="13"/>
                    <a:pt x="14" y="0"/>
                    <a:pt x="30" y="0"/>
                  </a:cubicBezTo>
                  <a:cubicBezTo>
                    <a:pt x="1059" y="0"/>
                    <a:pt x="1059" y="0"/>
                    <a:pt x="1059" y="0"/>
                  </a:cubicBezTo>
                  <a:cubicBezTo>
                    <a:pt x="1076" y="0"/>
                    <a:pt x="1089" y="13"/>
                    <a:pt x="1089" y="30"/>
                  </a:cubicBezTo>
                  <a:cubicBezTo>
                    <a:pt x="1089" y="46"/>
                    <a:pt x="1076" y="60"/>
                    <a:pt x="1059"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7" name="Freeform 12"/>
            <p:cNvSpPr>
              <a:spLocks/>
            </p:cNvSpPr>
            <p:nvPr/>
          </p:nvSpPr>
          <p:spPr bwMode="gray">
            <a:xfrm>
              <a:off x="9110962" y="5713733"/>
              <a:ext cx="1012825" cy="109537"/>
            </a:xfrm>
            <a:custGeom>
              <a:avLst/>
              <a:gdLst>
                <a:gd name="T0" fmla="*/ 692 w 732"/>
                <a:gd name="T1" fmla="*/ 80 h 80"/>
                <a:gd name="T2" fmla="*/ 40 w 732"/>
                <a:gd name="T3" fmla="*/ 80 h 80"/>
                <a:gd name="T4" fmla="*/ 0 w 732"/>
                <a:gd name="T5" fmla="*/ 40 h 80"/>
                <a:gd name="T6" fmla="*/ 40 w 732"/>
                <a:gd name="T7" fmla="*/ 0 h 80"/>
                <a:gd name="T8" fmla="*/ 692 w 732"/>
                <a:gd name="T9" fmla="*/ 0 h 80"/>
                <a:gd name="T10" fmla="*/ 732 w 732"/>
                <a:gd name="T11" fmla="*/ 40 h 80"/>
                <a:gd name="T12" fmla="*/ 692 w 732"/>
                <a:gd name="T13" fmla="*/ 80 h 80"/>
              </a:gdLst>
              <a:ahLst/>
              <a:cxnLst>
                <a:cxn ang="0">
                  <a:pos x="T0" y="T1"/>
                </a:cxn>
                <a:cxn ang="0">
                  <a:pos x="T2" y="T3"/>
                </a:cxn>
                <a:cxn ang="0">
                  <a:pos x="T4" y="T5"/>
                </a:cxn>
                <a:cxn ang="0">
                  <a:pos x="T6" y="T7"/>
                </a:cxn>
                <a:cxn ang="0">
                  <a:pos x="T8" y="T9"/>
                </a:cxn>
                <a:cxn ang="0">
                  <a:pos x="T10" y="T11"/>
                </a:cxn>
                <a:cxn ang="0">
                  <a:pos x="T12" y="T13"/>
                </a:cxn>
              </a:cxnLst>
              <a:rect l="0" t="0" r="r" b="b"/>
              <a:pathLst>
                <a:path w="732" h="80">
                  <a:moveTo>
                    <a:pt x="692" y="80"/>
                  </a:moveTo>
                  <a:cubicBezTo>
                    <a:pt x="40" y="80"/>
                    <a:pt x="40" y="80"/>
                    <a:pt x="40" y="80"/>
                  </a:cubicBezTo>
                  <a:cubicBezTo>
                    <a:pt x="18" y="80"/>
                    <a:pt x="0" y="62"/>
                    <a:pt x="0" y="40"/>
                  </a:cubicBezTo>
                  <a:cubicBezTo>
                    <a:pt x="0" y="18"/>
                    <a:pt x="18" y="0"/>
                    <a:pt x="40" y="0"/>
                  </a:cubicBezTo>
                  <a:cubicBezTo>
                    <a:pt x="692" y="0"/>
                    <a:pt x="692" y="0"/>
                    <a:pt x="692" y="0"/>
                  </a:cubicBezTo>
                  <a:cubicBezTo>
                    <a:pt x="714" y="0"/>
                    <a:pt x="732" y="18"/>
                    <a:pt x="732" y="40"/>
                  </a:cubicBezTo>
                  <a:cubicBezTo>
                    <a:pt x="732" y="62"/>
                    <a:pt x="714" y="80"/>
                    <a:pt x="692" y="8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8" name="Freeform 13"/>
            <p:cNvSpPr>
              <a:spLocks/>
            </p:cNvSpPr>
            <p:nvPr/>
          </p:nvSpPr>
          <p:spPr bwMode="gray">
            <a:xfrm>
              <a:off x="8910937" y="4935858"/>
              <a:ext cx="33338" cy="77787"/>
            </a:xfrm>
            <a:custGeom>
              <a:avLst/>
              <a:gdLst>
                <a:gd name="T0" fmla="*/ 0 w 21"/>
                <a:gd name="T1" fmla="*/ 0 h 49"/>
                <a:gd name="T2" fmla="*/ 1 w 21"/>
                <a:gd name="T3" fmla="*/ 10 h 49"/>
                <a:gd name="T4" fmla="*/ 0 w 21"/>
                <a:gd name="T5" fmla="*/ 49 h 49"/>
                <a:gd name="T6" fmla="*/ 12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1" y="10"/>
                  </a:lnTo>
                  <a:lnTo>
                    <a:pt x="0" y="49"/>
                  </a:lnTo>
                  <a:lnTo>
                    <a:pt x="12"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9" name="Freeform 14"/>
            <p:cNvSpPr>
              <a:spLocks/>
            </p:cNvSpPr>
            <p:nvPr/>
          </p:nvSpPr>
          <p:spPr bwMode="gray">
            <a:xfrm>
              <a:off x="8929987" y="4935858"/>
              <a:ext cx="14288" cy="77787"/>
            </a:xfrm>
            <a:custGeom>
              <a:avLst/>
              <a:gdLst>
                <a:gd name="T0" fmla="*/ 5 w 9"/>
                <a:gd name="T1" fmla="*/ 0 h 49"/>
                <a:gd name="T2" fmla="*/ 5 w 9"/>
                <a:gd name="T3" fmla="*/ 11 h 49"/>
                <a:gd name="T4" fmla="*/ 0 w 9"/>
                <a:gd name="T5" fmla="*/ 49 h 49"/>
                <a:gd name="T6" fmla="*/ 9 w 9"/>
                <a:gd name="T7" fmla="*/ 11 h 49"/>
                <a:gd name="T8" fmla="*/ 9 w 9"/>
                <a:gd name="T9" fmla="*/ 0 h 49"/>
                <a:gd name="T10" fmla="*/ 5 w 9"/>
                <a:gd name="T11" fmla="*/ 0 h 49"/>
              </a:gdLst>
              <a:ahLst/>
              <a:cxnLst>
                <a:cxn ang="0">
                  <a:pos x="T0" y="T1"/>
                </a:cxn>
                <a:cxn ang="0">
                  <a:pos x="T2" y="T3"/>
                </a:cxn>
                <a:cxn ang="0">
                  <a:pos x="T4" y="T5"/>
                </a:cxn>
                <a:cxn ang="0">
                  <a:pos x="T6" y="T7"/>
                </a:cxn>
                <a:cxn ang="0">
                  <a:pos x="T8" y="T9"/>
                </a:cxn>
                <a:cxn ang="0">
                  <a:pos x="T10" y="T11"/>
                </a:cxn>
              </a:cxnLst>
              <a:rect l="0" t="0" r="r" b="b"/>
              <a:pathLst>
                <a:path w="9" h="49">
                  <a:moveTo>
                    <a:pt x="5" y="0"/>
                  </a:moveTo>
                  <a:lnTo>
                    <a:pt x="5" y="11"/>
                  </a:lnTo>
                  <a:lnTo>
                    <a:pt x="0" y="49"/>
                  </a:lnTo>
                  <a:lnTo>
                    <a:pt x="9" y="11"/>
                  </a:lnTo>
                  <a:lnTo>
                    <a:pt x="9" y="0"/>
                  </a:lnTo>
                  <a:lnTo>
                    <a:pt x="5"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0" name="Freeform 15"/>
            <p:cNvSpPr>
              <a:spLocks/>
            </p:cNvSpPr>
            <p:nvPr/>
          </p:nvSpPr>
          <p:spPr bwMode="gray">
            <a:xfrm>
              <a:off x="8910937" y="4935858"/>
              <a:ext cx="6350" cy="77787"/>
            </a:xfrm>
            <a:custGeom>
              <a:avLst/>
              <a:gdLst>
                <a:gd name="T0" fmla="*/ 0 w 4"/>
                <a:gd name="T1" fmla="*/ 0 h 49"/>
                <a:gd name="T2" fmla="*/ 1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1"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1" name="Freeform 16"/>
            <p:cNvSpPr>
              <a:spLocks/>
            </p:cNvSpPr>
            <p:nvPr/>
          </p:nvSpPr>
          <p:spPr bwMode="gray">
            <a:xfrm>
              <a:off x="8912525" y="4997770"/>
              <a:ext cx="33338" cy="47625"/>
            </a:xfrm>
            <a:custGeom>
              <a:avLst/>
              <a:gdLst>
                <a:gd name="T0" fmla="*/ 0 w 24"/>
                <a:gd name="T1" fmla="*/ 0 h 34"/>
                <a:gd name="T2" fmla="*/ 0 w 24"/>
                <a:gd name="T3" fmla="*/ 34 h 34"/>
                <a:gd name="T4" fmla="*/ 22 w 24"/>
                <a:gd name="T5" fmla="*/ 34 h 34"/>
                <a:gd name="T6" fmla="*/ 24 w 24"/>
                <a:gd name="T7" fmla="*/ 32 h 34"/>
                <a:gd name="T8" fmla="*/ 24 w 24"/>
                <a:gd name="T9" fmla="*/ 27 h 34"/>
                <a:gd name="T10" fmla="*/ 22 w 24"/>
                <a:gd name="T11" fmla="*/ 24 h 34"/>
                <a:gd name="T12" fmla="*/ 15 w 24"/>
                <a:gd name="T13" fmla="*/ 16 h 34"/>
                <a:gd name="T14" fmla="*/ 15 w 24"/>
                <a:gd name="T15" fmla="*/ 0 h 34"/>
                <a:gd name="T16" fmla="*/ 0 w 24"/>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 h="34">
                  <a:moveTo>
                    <a:pt x="0" y="0"/>
                  </a:moveTo>
                  <a:cubicBezTo>
                    <a:pt x="0" y="34"/>
                    <a:pt x="0" y="34"/>
                    <a:pt x="0" y="34"/>
                  </a:cubicBezTo>
                  <a:cubicBezTo>
                    <a:pt x="22" y="34"/>
                    <a:pt x="22" y="34"/>
                    <a:pt x="22" y="34"/>
                  </a:cubicBezTo>
                  <a:cubicBezTo>
                    <a:pt x="22" y="34"/>
                    <a:pt x="24" y="34"/>
                    <a:pt x="24" y="32"/>
                  </a:cubicBezTo>
                  <a:cubicBezTo>
                    <a:pt x="24" y="30"/>
                    <a:pt x="24" y="27"/>
                    <a:pt x="24" y="27"/>
                  </a:cubicBezTo>
                  <a:cubicBezTo>
                    <a:pt x="24" y="27"/>
                    <a:pt x="24" y="26"/>
                    <a:pt x="22" y="24"/>
                  </a:cubicBezTo>
                  <a:cubicBezTo>
                    <a:pt x="20" y="23"/>
                    <a:pt x="16" y="18"/>
                    <a:pt x="15" y="16"/>
                  </a:cubicBezTo>
                  <a:cubicBezTo>
                    <a:pt x="15" y="0"/>
                    <a:pt x="15" y="0"/>
                    <a:pt x="15"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2" name="Freeform 17"/>
            <p:cNvSpPr>
              <a:spLocks/>
            </p:cNvSpPr>
            <p:nvPr/>
          </p:nvSpPr>
          <p:spPr bwMode="gray">
            <a:xfrm>
              <a:off x="8912525" y="5042220"/>
              <a:ext cx="33338" cy="4762"/>
            </a:xfrm>
            <a:custGeom>
              <a:avLst/>
              <a:gdLst>
                <a:gd name="T0" fmla="*/ 24 w 24"/>
                <a:gd name="T1" fmla="*/ 0 h 4"/>
                <a:gd name="T2" fmla="*/ 24 w 24"/>
                <a:gd name="T3" fmla="*/ 2 h 4"/>
                <a:gd name="T4" fmla="*/ 22 w 24"/>
                <a:gd name="T5" fmla="*/ 4 h 4"/>
                <a:gd name="T6" fmla="*/ 0 w 24"/>
                <a:gd name="T7" fmla="*/ 4 h 4"/>
                <a:gd name="T8" fmla="*/ 0 w 24"/>
                <a:gd name="T9" fmla="*/ 2 h 4"/>
                <a:gd name="T10" fmla="*/ 22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2" y="4"/>
                    <a:pt x="22" y="4"/>
                  </a:cubicBezTo>
                  <a:cubicBezTo>
                    <a:pt x="0" y="4"/>
                    <a:pt x="0" y="4"/>
                    <a:pt x="0" y="4"/>
                  </a:cubicBezTo>
                  <a:cubicBezTo>
                    <a:pt x="0" y="2"/>
                    <a:pt x="0" y="2"/>
                    <a:pt x="0" y="2"/>
                  </a:cubicBezTo>
                  <a:cubicBezTo>
                    <a:pt x="22" y="2"/>
                    <a:pt x="22" y="2"/>
                    <a:pt x="22" y="2"/>
                  </a:cubicBezTo>
                  <a:cubicBezTo>
                    <a:pt x="22"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3" name="Freeform 18"/>
            <p:cNvSpPr>
              <a:spLocks/>
            </p:cNvSpPr>
            <p:nvPr/>
          </p:nvSpPr>
          <p:spPr bwMode="gray">
            <a:xfrm>
              <a:off x="8933162" y="5019995"/>
              <a:ext cx="12700" cy="25400"/>
            </a:xfrm>
            <a:custGeom>
              <a:avLst/>
              <a:gdLst>
                <a:gd name="T0" fmla="*/ 7 w 9"/>
                <a:gd name="T1" fmla="*/ 18 h 18"/>
                <a:gd name="T2" fmla="*/ 9 w 9"/>
                <a:gd name="T3" fmla="*/ 16 h 18"/>
                <a:gd name="T4" fmla="*/ 9 w 9"/>
                <a:gd name="T5" fmla="*/ 11 h 18"/>
                <a:gd name="T6" fmla="*/ 7 w 9"/>
                <a:gd name="T7" fmla="*/ 8 h 18"/>
                <a:gd name="T8" fmla="*/ 0 w 9"/>
                <a:gd name="T9" fmla="*/ 0 h 18"/>
                <a:gd name="T10" fmla="*/ 0 w 9"/>
                <a:gd name="T11" fmla="*/ 18 h 18"/>
                <a:gd name="T12" fmla="*/ 7 w 9"/>
                <a:gd name="T13" fmla="*/ 18 h 18"/>
              </a:gdLst>
              <a:ahLst/>
              <a:cxnLst>
                <a:cxn ang="0">
                  <a:pos x="T0" y="T1"/>
                </a:cxn>
                <a:cxn ang="0">
                  <a:pos x="T2" y="T3"/>
                </a:cxn>
                <a:cxn ang="0">
                  <a:pos x="T4" y="T5"/>
                </a:cxn>
                <a:cxn ang="0">
                  <a:pos x="T6" y="T7"/>
                </a:cxn>
                <a:cxn ang="0">
                  <a:pos x="T8" y="T9"/>
                </a:cxn>
                <a:cxn ang="0">
                  <a:pos x="T10" y="T11"/>
                </a:cxn>
                <a:cxn ang="0">
                  <a:pos x="T12" y="T13"/>
                </a:cxn>
              </a:cxnLst>
              <a:rect l="0" t="0" r="r" b="b"/>
              <a:pathLst>
                <a:path w="9" h="18">
                  <a:moveTo>
                    <a:pt x="7" y="18"/>
                  </a:moveTo>
                  <a:cubicBezTo>
                    <a:pt x="7" y="18"/>
                    <a:pt x="9" y="18"/>
                    <a:pt x="9" y="16"/>
                  </a:cubicBezTo>
                  <a:cubicBezTo>
                    <a:pt x="9" y="14"/>
                    <a:pt x="9" y="11"/>
                    <a:pt x="9" y="11"/>
                  </a:cubicBezTo>
                  <a:cubicBezTo>
                    <a:pt x="9" y="11"/>
                    <a:pt x="9" y="10"/>
                    <a:pt x="7" y="8"/>
                  </a:cubicBezTo>
                  <a:cubicBezTo>
                    <a:pt x="5" y="7"/>
                    <a:pt x="1" y="2"/>
                    <a:pt x="0" y="0"/>
                  </a:cubicBezTo>
                  <a:cubicBezTo>
                    <a:pt x="0" y="18"/>
                    <a:pt x="0" y="18"/>
                    <a:pt x="0" y="18"/>
                  </a:cubicBezTo>
                  <a:lnTo>
                    <a:pt x="7" y="18"/>
                  </a:lnTo>
                  <a:close/>
                </a:path>
              </a:pathLst>
            </a:custGeom>
            <a:solidFill>
              <a:srgbClr val="31313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4" name="Freeform 19"/>
            <p:cNvSpPr>
              <a:spLocks/>
            </p:cNvSpPr>
            <p:nvPr/>
          </p:nvSpPr>
          <p:spPr bwMode="gray">
            <a:xfrm>
              <a:off x="8874425" y="4935858"/>
              <a:ext cx="33338" cy="77787"/>
            </a:xfrm>
            <a:custGeom>
              <a:avLst/>
              <a:gdLst>
                <a:gd name="T0" fmla="*/ 0 w 21"/>
                <a:gd name="T1" fmla="*/ 0 h 49"/>
                <a:gd name="T2" fmla="*/ 0 w 21"/>
                <a:gd name="T3" fmla="*/ 10 h 49"/>
                <a:gd name="T4" fmla="*/ 0 w 21"/>
                <a:gd name="T5" fmla="*/ 49 h 49"/>
                <a:gd name="T6" fmla="*/ 13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0" y="10"/>
                  </a:lnTo>
                  <a:lnTo>
                    <a:pt x="0" y="49"/>
                  </a:lnTo>
                  <a:lnTo>
                    <a:pt x="13"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5" name="Freeform 20"/>
            <p:cNvSpPr>
              <a:spLocks/>
            </p:cNvSpPr>
            <p:nvPr/>
          </p:nvSpPr>
          <p:spPr bwMode="gray">
            <a:xfrm>
              <a:off x="8895062" y="4935858"/>
              <a:ext cx="12700" cy="77787"/>
            </a:xfrm>
            <a:custGeom>
              <a:avLst/>
              <a:gdLst>
                <a:gd name="T0" fmla="*/ 4 w 8"/>
                <a:gd name="T1" fmla="*/ 0 h 49"/>
                <a:gd name="T2" fmla="*/ 4 w 8"/>
                <a:gd name="T3" fmla="*/ 11 h 49"/>
                <a:gd name="T4" fmla="*/ 0 w 8"/>
                <a:gd name="T5" fmla="*/ 49 h 49"/>
                <a:gd name="T6" fmla="*/ 8 w 8"/>
                <a:gd name="T7" fmla="*/ 11 h 49"/>
                <a:gd name="T8" fmla="*/ 8 w 8"/>
                <a:gd name="T9" fmla="*/ 0 h 49"/>
                <a:gd name="T10" fmla="*/ 4 w 8"/>
                <a:gd name="T11" fmla="*/ 0 h 49"/>
              </a:gdLst>
              <a:ahLst/>
              <a:cxnLst>
                <a:cxn ang="0">
                  <a:pos x="T0" y="T1"/>
                </a:cxn>
                <a:cxn ang="0">
                  <a:pos x="T2" y="T3"/>
                </a:cxn>
                <a:cxn ang="0">
                  <a:pos x="T4" y="T5"/>
                </a:cxn>
                <a:cxn ang="0">
                  <a:pos x="T6" y="T7"/>
                </a:cxn>
                <a:cxn ang="0">
                  <a:pos x="T8" y="T9"/>
                </a:cxn>
                <a:cxn ang="0">
                  <a:pos x="T10" y="T11"/>
                </a:cxn>
              </a:cxnLst>
              <a:rect l="0" t="0" r="r" b="b"/>
              <a:pathLst>
                <a:path w="8" h="49">
                  <a:moveTo>
                    <a:pt x="4" y="0"/>
                  </a:moveTo>
                  <a:lnTo>
                    <a:pt x="4" y="11"/>
                  </a:lnTo>
                  <a:lnTo>
                    <a:pt x="0" y="49"/>
                  </a:lnTo>
                  <a:lnTo>
                    <a:pt x="8" y="11"/>
                  </a:lnTo>
                  <a:lnTo>
                    <a:pt x="8" y="0"/>
                  </a:lnTo>
                  <a:lnTo>
                    <a:pt x="4"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6" name="Freeform 21"/>
            <p:cNvSpPr>
              <a:spLocks/>
            </p:cNvSpPr>
            <p:nvPr/>
          </p:nvSpPr>
          <p:spPr bwMode="gray">
            <a:xfrm>
              <a:off x="8874425" y="4935858"/>
              <a:ext cx="6350" cy="77787"/>
            </a:xfrm>
            <a:custGeom>
              <a:avLst/>
              <a:gdLst>
                <a:gd name="T0" fmla="*/ 0 w 4"/>
                <a:gd name="T1" fmla="*/ 0 h 49"/>
                <a:gd name="T2" fmla="*/ 0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0"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7" name="Freeform 22"/>
            <p:cNvSpPr>
              <a:spLocks/>
            </p:cNvSpPr>
            <p:nvPr/>
          </p:nvSpPr>
          <p:spPr bwMode="gray">
            <a:xfrm>
              <a:off x="8874425" y="4997770"/>
              <a:ext cx="34925" cy="47625"/>
            </a:xfrm>
            <a:custGeom>
              <a:avLst/>
              <a:gdLst>
                <a:gd name="T0" fmla="*/ 0 w 25"/>
                <a:gd name="T1" fmla="*/ 0 h 34"/>
                <a:gd name="T2" fmla="*/ 0 w 25"/>
                <a:gd name="T3" fmla="*/ 34 h 34"/>
                <a:gd name="T4" fmla="*/ 23 w 25"/>
                <a:gd name="T5" fmla="*/ 34 h 34"/>
                <a:gd name="T6" fmla="*/ 24 w 25"/>
                <a:gd name="T7" fmla="*/ 32 h 34"/>
                <a:gd name="T8" fmla="*/ 24 w 25"/>
                <a:gd name="T9" fmla="*/ 27 h 34"/>
                <a:gd name="T10" fmla="*/ 22 w 25"/>
                <a:gd name="T11" fmla="*/ 24 h 34"/>
                <a:gd name="T12" fmla="*/ 16 w 25"/>
                <a:gd name="T13" fmla="*/ 16 h 34"/>
                <a:gd name="T14" fmla="*/ 16 w 25"/>
                <a:gd name="T15" fmla="*/ 0 h 34"/>
                <a:gd name="T16" fmla="*/ 0 w 25"/>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34">
                  <a:moveTo>
                    <a:pt x="0" y="0"/>
                  </a:moveTo>
                  <a:cubicBezTo>
                    <a:pt x="0" y="34"/>
                    <a:pt x="0" y="34"/>
                    <a:pt x="0" y="34"/>
                  </a:cubicBezTo>
                  <a:cubicBezTo>
                    <a:pt x="23" y="34"/>
                    <a:pt x="23" y="34"/>
                    <a:pt x="23" y="34"/>
                  </a:cubicBezTo>
                  <a:cubicBezTo>
                    <a:pt x="23" y="34"/>
                    <a:pt x="24" y="34"/>
                    <a:pt x="24" y="32"/>
                  </a:cubicBezTo>
                  <a:cubicBezTo>
                    <a:pt x="24" y="30"/>
                    <a:pt x="24" y="27"/>
                    <a:pt x="24" y="27"/>
                  </a:cubicBezTo>
                  <a:cubicBezTo>
                    <a:pt x="24" y="27"/>
                    <a:pt x="25" y="26"/>
                    <a:pt x="22" y="24"/>
                  </a:cubicBezTo>
                  <a:cubicBezTo>
                    <a:pt x="20" y="23"/>
                    <a:pt x="16" y="18"/>
                    <a:pt x="16" y="16"/>
                  </a:cubicBezTo>
                  <a:cubicBezTo>
                    <a:pt x="16" y="0"/>
                    <a:pt x="16" y="0"/>
                    <a:pt x="16"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8" name="Freeform 23"/>
            <p:cNvSpPr>
              <a:spLocks/>
            </p:cNvSpPr>
            <p:nvPr/>
          </p:nvSpPr>
          <p:spPr bwMode="gray">
            <a:xfrm>
              <a:off x="8874425" y="5042220"/>
              <a:ext cx="33338" cy="4762"/>
            </a:xfrm>
            <a:custGeom>
              <a:avLst/>
              <a:gdLst>
                <a:gd name="T0" fmla="*/ 24 w 24"/>
                <a:gd name="T1" fmla="*/ 0 h 4"/>
                <a:gd name="T2" fmla="*/ 24 w 24"/>
                <a:gd name="T3" fmla="*/ 2 h 4"/>
                <a:gd name="T4" fmla="*/ 23 w 24"/>
                <a:gd name="T5" fmla="*/ 4 h 4"/>
                <a:gd name="T6" fmla="*/ 0 w 24"/>
                <a:gd name="T7" fmla="*/ 4 h 4"/>
                <a:gd name="T8" fmla="*/ 0 w 24"/>
                <a:gd name="T9" fmla="*/ 2 h 4"/>
                <a:gd name="T10" fmla="*/ 23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3" y="4"/>
                    <a:pt x="23" y="4"/>
                  </a:cubicBezTo>
                  <a:cubicBezTo>
                    <a:pt x="0" y="4"/>
                    <a:pt x="0" y="4"/>
                    <a:pt x="0" y="4"/>
                  </a:cubicBezTo>
                  <a:cubicBezTo>
                    <a:pt x="0" y="2"/>
                    <a:pt x="0" y="2"/>
                    <a:pt x="0" y="2"/>
                  </a:cubicBezTo>
                  <a:cubicBezTo>
                    <a:pt x="23" y="2"/>
                    <a:pt x="23" y="2"/>
                    <a:pt x="23" y="2"/>
                  </a:cubicBezTo>
                  <a:cubicBezTo>
                    <a:pt x="23"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9" name="Freeform 24"/>
            <p:cNvSpPr>
              <a:spLocks/>
            </p:cNvSpPr>
            <p:nvPr/>
          </p:nvSpPr>
          <p:spPr bwMode="gray">
            <a:xfrm>
              <a:off x="8896650" y="5019995"/>
              <a:ext cx="11113" cy="25400"/>
            </a:xfrm>
            <a:custGeom>
              <a:avLst/>
              <a:gdLst>
                <a:gd name="T0" fmla="*/ 0 w 8"/>
                <a:gd name="T1" fmla="*/ 0 h 18"/>
                <a:gd name="T2" fmla="*/ 0 w 8"/>
                <a:gd name="T3" fmla="*/ 18 h 18"/>
                <a:gd name="T4" fmla="*/ 7 w 8"/>
                <a:gd name="T5" fmla="*/ 18 h 18"/>
                <a:gd name="T6" fmla="*/ 8 w 8"/>
                <a:gd name="T7" fmla="*/ 16 h 18"/>
                <a:gd name="T8" fmla="*/ 8 w 8"/>
                <a:gd name="T9" fmla="*/ 11 h 18"/>
                <a:gd name="T10" fmla="*/ 8 w 8"/>
                <a:gd name="T11" fmla="*/ 11 h 18"/>
                <a:gd name="T12" fmla="*/ 8 w 8"/>
                <a:gd name="T13" fmla="*/ 11 h 18"/>
                <a:gd name="T14" fmla="*/ 8 w 8"/>
                <a:gd name="T15" fmla="*/ 11 h 18"/>
                <a:gd name="T16" fmla="*/ 6 w 8"/>
                <a:gd name="T17" fmla="*/ 8 h 18"/>
                <a:gd name="T18" fmla="*/ 0 w 8"/>
                <a:gd name="T19"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 h="18">
                  <a:moveTo>
                    <a:pt x="0" y="0"/>
                  </a:moveTo>
                  <a:cubicBezTo>
                    <a:pt x="0" y="18"/>
                    <a:pt x="0" y="18"/>
                    <a:pt x="0" y="18"/>
                  </a:cubicBezTo>
                  <a:cubicBezTo>
                    <a:pt x="7" y="18"/>
                    <a:pt x="7" y="18"/>
                    <a:pt x="7" y="18"/>
                  </a:cubicBezTo>
                  <a:cubicBezTo>
                    <a:pt x="7" y="18"/>
                    <a:pt x="8" y="18"/>
                    <a:pt x="8" y="16"/>
                  </a:cubicBezTo>
                  <a:cubicBezTo>
                    <a:pt x="8" y="14"/>
                    <a:pt x="8" y="11"/>
                    <a:pt x="8" y="11"/>
                  </a:cubicBezTo>
                  <a:cubicBezTo>
                    <a:pt x="8" y="11"/>
                    <a:pt x="8" y="11"/>
                    <a:pt x="8" y="11"/>
                  </a:cubicBezTo>
                  <a:cubicBezTo>
                    <a:pt x="8" y="11"/>
                    <a:pt x="8" y="11"/>
                    <a:pt x="8" y="11"/>
                  </a:cubicBezTo>
                  <a:cubicBezTo>
                    <a:pt x="8" y="11"/>
                    <a:pt x="8" y="11"/>
                    <a:pt x="8" y="11"/>
                  </a:cubicBezTo>
                  <a:cubicBezTo>
                    <a:pt x="8" y="10"/>
                    <a:pt x="8" y="9"/>
                    <a:pt x="6" y="8"/>
                  </a:cubicBezTo>
                  <a:cubicBezTo>
                    <a:pt x="4" y="7"/>
                    <a:pt x="0" y="2"/>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0" name="Freeform 25"/>
            <p:cNvSpPr>
              <a:spLocks/>
            </p:cNvSpPr>
            <p:nvPr/>
          </p:nvSpPr>
          <p:spPr bwMode="gray">
            <a:xfrm>
              <a:off x="8929987" y="4756470"/>
              <a:ext cx="9525" cy="1587"/>
            </a:xfrm>
            <a:custGeom>
              <a:avLst/>
              <a:gdLst>
                <a:gd name="T0" fmla="*/ 0 w 6"/>
                <a:gd name="T1" fmla="*/ 0 h 1"/>
                <a:gd name="T2" fmla="*/ 6 w 6"/>
                <a:gd name="T3" fmla="*/ 1 h 1"/>
                <a:gd name="T4" fmla="*/ 6 w 6"/>
                <a:gd name="T5" fmla="*/ 1 h 1"/>
                <a:gd name="T6" fmla="*/ 0 w 6"/>
                <a:gd name="T7" fmla="*/ 0 h 1"/>
                <a:gd name="T8" fmla="*/ 0 w 6"/>
                <a:gd name="T9" fmla="*/ 0 h 1"/>
              </a:gdLst>
              <a:ahLst/>
              <a:cxnLst>
                <a:cxn ang="0">
                  <a:pos x="T0" y="T1"/>
                </a:cxn>
                <a:cxn ang="0">
                  <a:pos x="T2" y="T3"/>
                </a:cxn>
                <a:cxn ang="0">
                  <a:pos x="T4" y="T5"/>
                </a:cxn>
                <a:cxn ang="0">
                  <a:pos x="T6" y="T7"/>
                </a:cxn>
                <a:cxn ang="0">
                  <a:pos x="T8" y="T9"/>
                </a:cxn>
              </a:cxnLst>
              <a:rect l="0" t="0" r="r" b="b"/>
              <a:pathLst>
                <a:path w="6" h="1">
                  <a:moveTo>
                    <a:pt x="0" y="0"/>
                  </a:moveTo>
                  <a:lnTo>
                    <a:pt x="6" y="1"/>
                  </a:lnTo>
                  <a:lnTo>
                    <a:pt x="6" y="1"/>
                  </a:lnTo>
                  <a:lnTo>
                    <a:pt x="0" y="0"/>
                  </a:lnTo>
                  <a:lnTo>
                    <a:pt x="0" y="0"/>
                  </a:lnTo>
                  <a:close/>
                </a:path>
              </a:pathLst>
            </a:custGeom>
            <a:solidFill>
              <a:srgbClr val="FBD9B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1" name="Freeform 26"/>
            <p:cNvSpPr>
              <a:spLocks/>
            </p:cNvSpPr>
            <p:nvPr/>
          </p:nvSpPr>
          <p:spPr bwMode="gray">
            <a:xfrm>
              <a:off x="8917287" y="4731070"/>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6CAA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2" name="Freeform 27"/>
            <p:cNvSpPr>
              <a:spLocks/>
            </p:cNvSpPr>
            <p:nvPr/>
          </p:nvSpPr>
          <p:spPr bwMode="gray">
            <a:xfrm>
              <a:off x="8899825" y="4724720"/>
              <a:ext cx="50800" cy="57150"/>
            </a:xfrm>
            <a:custGeom>
              <a:avLst/>
              <a:gdLst>
                <a:gd name="T0" fmla="*/ 33 w 36"/>
                <a:gd name="T1" fmla="*/ 16 h 42"/>
                <a:gd name="T2" fmla="*/ 28 w 36"/>
                <a:gd name="T3" fmla="*/ 7 h 42"/>
                <a:gd name="T4" fmla="*/ 27 w 36"/>
                <a:gd name="T5" fmla="*/ 5 h 42"/>
                <a:gd name="T6" fmla="*/ 27 w 36"/>
                <a:gd name="T7" fmla="*/ 5 h 42"/>
                <a:gd name="T8" fmla="*/ 17 w 36"/>
                <a:gd name="T9" fmla="*/ 4 h 42"/>
                <a:gd name="T10" fmla="*/ 13 w 36"/>
                <a:gd name="T11" fmla="*/ 0 h 42"/>
                <a:gd name="T12" fmla="*/ 13 w 36"/>
                <a:gd name="T13" fmla="*/ 0 h 42"/>
                <a:gd name="T14" fmla="*/ 13 w 36"/>
                <a:gd name="T15" fmla="*/ 5 h 42"/>
                <a:gd name="T16" fmla="*/ 13 w 36"/>
                <a:gd name="T17" fmla="*/ 6 h 42"/>
                <a:gd name="T18" fmla="*/ 13 w 36"/>
                <a:gd name="T19" fmla="*/ 11 h 42"/>
                <a:gd name="T20" fmla="*/ 14 w 36"/>
                <a:gd name="T21" fmla="*/ 14 h 42"/>
                <a:gd name="T22" fmla="*/ 11 w 36"/>
                <a:gd name="T23" fmla="*/ 14 h 42"/>
                <a:gd name="T24" fmla="*/ 6 w 36"/>
                <a:gd name="T25" fmla="*/ 11 h 42"/>
                <a:gd name="T26" fmla="*/ 3 w 36"/>
                <a:gd name="T27" fmla="*/ 12 h 42"/>
                <a:gd name="T28" fmla="*/ 4 w 36"/>
                <a:gd name="T29" fmla="*/ 17 h 42"/>
                <a:gd name="T30" fmla="*/ 5 w 36"/>
                <a:gd name="T31" fmla="*/ 20 h 42"/>
                <a:gd name="T32" fmla="*/ 6 w 36"/>
                <a:gd name="T33" fmla="*/ 22 h 42"/>
                <a:gd name="T34" fmla="*/ 6 w 36"/>
                <a:gd name="T35" fmla="*/ 22 h 42"/>
                <a:gd name="T36" fmla="*/ 6 w 36"/>
                <a:gd name="T37" fmla="*/ 22 h 42"/>
                <a:gd name="T38" fmla="*/ 2 w 36"/>
                <a:gd name="T39" fmla="*/ 31 h 42"/>
                <a:gd name="T40" fmla="*/ 0 w 36"/>
                <a:gd name="T41" fmla="*/ 30 h 42"/>
                <a:gd name="T42" fmla="*/ 2 w 36"/>
                <a:gd name="T43" fmla="*/ 41 h 42"/>
                <a:gd name="T44" fmla="*/ 19 w 36"/>
                <a:gd name="T45" fmla="*/ 42 h 42"/>
                <a:gd name="T46" fmla="*/ 18 w 36"/>
                <a:gd name="T47" fmla="*/ 36 h 42"/>
                <a:gd name="T48" fmla="*/ 23 w 36"/>
                <a:gd name="T49" fmla="*/ 37 h 42"/>
                <a:gd name="T50" fmla="*/ 28 w 36"/>
                <a:gd name="T51" fmla="*/ 34 h 42"/>
                <a:gd name="T52" fmla="*/ 29 w 36"/>
                <a:gd name="T53" fmla="*/ 29 h 42"/>
                <a:gd name="T54" fmla="*/ 29 w 36"/>
                <a:gd name="T55" fmla="*/ 24 h 42"/>
                <a:gd name="T56" fmla="*/ 30 w 36"/>
                <a:gd name="T57" fmla="*/ 20 h 42"/>
                <a:gd name="T58" fmla="*/ 33 w 36"/>
                <a:gd name="T59" fmla="*/ 16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 h="42">
                  <a:moveTo>
                    <a:pt x="33" y="16"/>
                  </a:moveTo>
                  <a:cubicBezTo>
                    <a:pt x="33" y="16"/>
                    <a:pt x="28" y="8"/>
                    <a:pt x="28" y="7"/>
                  </a:cubicBezTo>
                  <a:cubicBezTo>
                    <a:pt x="27" y="6"/>
                    <a:pt x="27" y="5"/>
                    <a:pt x="27" y="5"/>
                  </a:cubicBezTo>
                  <a:cubicBezTo>
                    <a:pt x="27" y="5"/>
                    <a:pt x="27" y="5"/>
                    <a:pt x="27" y="5"/>
                  </a:cubicBezTo>
                  <a:cubicBezTo>
                    <a:pt x="23" y="6"/>
                    <a:pt x="20" y="5"/>
                    <a:pt x="17" y="4"/>
                  </a:cubicBezTo>
                  <a:cubicBezTo>
                    <a:pt x="15" y="2"/>
                    <a:pt x="13" y="0"/>
                    <a:pt x="13" y="0"/>
                  </a:cubicBezTo>
                  <a:cubicBezTo>
                    <a:pt x="13" y="0"/>
                    <a:pt x="13" y="0"/>
                    <a:pt x="13" y="0"/>
                  </a:cubicBezTo>
                  <a:cubicBezTo>
                    <a:pt x="13" y="5"/>
                    <a:pt x="13" y="5"/>
                    <a:pt x="13" y="5"/>
                  </a:cubicBezTo>
                  <a:cubicBezTo>
                    <a:pt x="13" y="6"/>
                    <a:pt x="13" y="6"/>
                    <a:pt x="13" y="6"/>
                  </a:cubicBezTo>
                  <a:cubicBezTo>
                    <a:pt x="13" y="6"/>
                    <a:pt x="13" y="9"/>
                    <a:pt x="13" y="11"/>
                  </a:cubicBezTo>
                  <a:cubicBezTo>
                    <a:pt x="14" y="12"/>
                    <a:pt x="14" y="14"/>
                    <a:pt x="14" y="14"/>
                  </a:cubicBezTo>
                  <a:cubicBezTo>
                    <a:pt x="14" y="16"/>
                    <a:pt x="11" y="14"/>
                    <a:pt x="11" y="14"/>
                  </a:cubicBezTo>
                  <a:cubicBezTo>
                    <a:pt x="11" y="14"/>
                    <a:pt x="9" y="12"/>
                    <a:pt x="6" y="11"/>
                  </a:cubicBezTo>
                  <a:cubicBezTo>
                    <a:pt x="5" y="11"/>
                    <a:pt x="4" y="11"/>
                    <a:pt x="3" y="12"/>
                  </a:cubicBezTo>
                  <a:cubicBezTo>
                    <a:pt x="3" y="13"/>
                    <a:pt x="3" y="15"/>
                    <a:pt x="4" y="17"/>
                  </a:cubicBezTo>
                  <a:cubicBezTo>
                    <a:pt x="4" y="18"/>
                    <a:pt x="4" y="20"/>
                    <a:pt x="5" y="20"/>
                  </a:cubicBezTo>
                  <a:cubicBezTo>
                    <a:pt x="5" y="21"/>
                    <a:pt x="6" y="22"/>
                    <a:pt x="6" y="22"/>
                  </a:cubicBezTo>
                  <a:cubicBezTo>
                    <a:pt x="6" y="22"/>
                    <a:pt x="6" y="22"/>
                    <a:pt x="6" y="22"/>
                  </a:cubicBezTo>
                  <a:cubicBezTo>
                    <a:pt x="6" y="22"/>
                    <a:pt x="6" y="22"/>
                    <a:pt x="6" y="22"/>
                  </a:cubicBezTo>
                  <a:cubicBezTo>
                    <a:pt x="6" y="22"/>
                    <a:pt x="6" y="28"/>
                    <a:pt x="2" y="31"/>
                  </a:cubicBezTo>
                  <a:cubicBezTo>
                    <a:pt x="0" y="30"/>
                    <a:pt x="0" y="30"/>
                    <a:pt x="0" y="30"/>
                  </a:cubicBezTo>
                  <a:cubicBezTo>
                    <a:pt x="2" y="41"/>
                    <a:pt x="2" y="41"/>
                    <a:pt x="2" y="41"/>
                  </a:cubicBezTo>
                  <a:cubicBezTo>
                    <a:pt x="19" y="42"/>
                    <a:pt x="19" y="42"/>
                    <a:pt x="19" y="42"/>
                  </a:cubicBezTo>
                  <a:cubicBezTo>
                    <a:pt x="18" y="36"/>
                    <a:pt x="18" y="36"/>
                    <a:pt x="18" y="36"/>
                  </a:cubicBezTo>
                  <a:cubicBezTo>
                    <a:pt x="20" y="37"/>
                    <a:pt x="21" y="37"/>
                    <a:pt x="23" y="37"/>
                  </a:cubicBezTo>
                  <a:cubicBezTo>
                    <a:pt x="28" y="37"/>
                    <a:pt x="28" y="34"/>
                    <a:pt x="28" y="34"/>
                  </a:cubicBezTo>
                  <a:cubicBezTo>
                    <a:pt x="29" y="29"/>
                    <a:pt x="29" y="29"/>
                    <a:pt x="29" y="29"/>
                  </a:cubicBezTo>
                  <a:cubicBezTo>
                    <a:pt x="29" y="24"/>
                    <a:pt x="29" y="24"/>
                    <a:pt x="29" y="24"/>
                  </a:cubicBezTo>
                  <a:cubicBezTo>
                    <a:pt x="30" y="20"/>
                    <a:pt x="30" y="20"/>
                    <a:pt x="30" y="20"/>
                  </a:cubicBezTo>
                  <a:cubicBezTo>
                    <a:pt x="36" y="19"/>
                    <a:pt x="34" y="17"/>
                    <a:pt x="33" y="16"/>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3" name="Freeform 28"/>
            <p:cNvSpPr>
              <a:spLocks/>
            </p:cNvSpPr>
            <p:nvPr/>
          </p:nvSpPr>
          <p:spPr bwMode="gray">
            <a:xfrm>
              <a:off x="8907762" y="4772345"/>
              <a:ext cx="17463" cy="4762"/>
            </a:xfrm>
            <a:custGeom>
              <a:avLst/>
              <a:gdLst>
                <a:gd name="T0" fmla="*/ 0 w 12"/>
                <a:gd name="T1" fmla="*/ 0 h 3"/>
                <a:gd name="T2" fmla="*/ 12 w 12"/>
                <a:gd name="T3" fmla="*/ 3 h 3"/>
                <a:gd name="T4" fmla="*/ 12 w 12"/>
                <a:gd name="T5" fmla="*/ 1 h 3"/>
                <a:gd name="T6" fmla="*/ 0 w 12"/>
                <a:gd name="T7" fmla="*/ 0 h 3"/>
              </a:gdLst>
              <a:ahLst/>
              <a:cxnLst>
                <a:cxn ang="0">
                  <a:pos x="T0" y="T1"/>
                </a:cxn>
                <a:cxn ang="0">
                  <a:pos x="T2" y="T3"/>
                </a:cxn>
                <a:cxn ang="0">
                  <a:pos x="T4" y="T5"/>
                </a:cxn>
                <a:cxn ang="0">
                  <a:pos x="T6" y="T7"/>
                </a:cxn>
              </a:cxnLst>
              <a:rect l="0" t="0" r="r" b="b"/>
              <a:pathLst>
                <a:path w="12" h="3">
                  <a:moveTo>
                    <a:pt x="0" y="0"/>
                  </a:moveTo>
                  <a:cubicBezTo>
                    <a:pt x="1" y="1"/>
                    <a:pt x="4" y="3"/>
                    <a:pt x="12" y="3"/>
                  </a:cubicBezTo>
                  <a:cubicBezTo>
                    <a:pt x="12" y="2"/>
                    <a:pt x="12" y="2"/>
                    <a:pt x="12" y="1"/>
                  </a:cubicBezTo>
                  <a:cubicBezTo>
                    <a:pt x="8" y="1"/>
                    <a:pt x="4" y="1"/>
                    <a:pt x="0" y="0"/>
                  </a:cubicBez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4" name="Freeform 29"/>
            <p:cNvSpPr>
              <a:spLocks/>
            </p:cNvSpPr>
            <p:nvPr/>
          </p:nvSpPr>
          <p:spPr bwMode="gray">
            <a:xfrm>
              <a:off x="8934750" y="4758058"/>
              <a:ext cx="4763" cy="4762"/>
            </a:xfrm>
            <a:custGeom>
              <a:avLst/>
              <a:gdLst>
                <a:gd name="T0" fmla="*/ 4 w 4"/>
                <a:gd name="T1" fmla="*/ 3 h 4"/>
                <a:gd name="T2" fmla="*/ 2 w 4"/>
                <a:gd name="T3" fmla="*/ 0 h 4"/>
                <a:gd name="T4" fmla="*/ 0 w 4"/>
                <a:gd name="T5" fmla="*/ 0 h 4"/>
                <a:gd name="T6" fmla="*/ 4 w 4"/>
                <a:gd name="T7" fmla="*/ 4 h 4"/>
                <a:gd name="T8" fmla="*/ 4 w 4"/>
                <a:gd name="T9" fmla="*/ 3 h 4"/>
              </a:gdLst>
              <a:ahLst/>
              <a:cxnLst>
                <a:cxn ang="0">
                  <a:pos x="T0" y="T1"/>
                </a:cxn>
                <a:cxn ang="0">
                  <a:pos x="T2" y="T3"/>
                </a:cxn>
                <a:cxn ang="0">
                  <a:pos x="T4" y="T5"/>
                </a:cxn>
                <a:cxn ang="0">
                  <a:pos x="T6" y="T7"/>
                </a:cxn>
                <a:cxn ang="0">
                  <a:pos x="T8" y="T9"/>
                </a:cxn>
              </a:cxnLst>
              <a:rect l="0" t="0" r="r" b="b"/>
              <a:pathLst>
                <a:path w="4" h="4">
                  <a:moveTo>
                    <a:pt x="4" y="3"/>
                  </a:moveTo>
                  <a:cubicBezTo>
                    <a:pt x="3" y="2"/>
                    <a:pt x="2" y="1"/>
                    <a:pt x="2" y="0"/>
                  </a:cubicBezTo>
                  <a:cubicBezTo>
                    <a:pt x="0" y="0"/>
                    <a:pt x="0" y="0"/>
                    <a:pt x="0" y="0"/>
                  </a:cubicBezTo>
                  <a:cubicBezTo>
                    <a:pt x="0" y="0"/>
                    <a:pt x="2" y="2"/>
                    <a:pt x="4" y="4"/>
                  </a:cubicBezTo>
                  <a:lnTo>
                    <a:pt x="4" y="3"/>
                  </a:ln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5" name="Freeform 30"/>
            <p:cNvSpPr>
              <a:spLocks/>
            </p:cNvSpPr>
            <p:nvPr/>
          </p:nvSpPr>
          <p:spPr bwMode="gray">
            <a:xfrm>
              <a:off x="8937925" y="4758058"/>
              <a:ext cx="1588" cy="3175"/>
            </a:xfrm>
            <a:custGeom>
              <a:avLst/>
              <a:gdLst>
                <a:gd name="T0" fmla="*/ 2 w 2"/>
                <a:gd name="T1" fmla="*/ 0 h 3"/>
                <a:gd name="T2" fmla="*/ 0 w 2"/>
                <a:gd name="T3" fmla="*/ 0 h 3"/>
                <a:gd name="T4" fmla="*/ 2 w 2"/>
                <a:gd name="T5" fmla="*/ 3 h 3"/>
                <a:gd name="T6" fmla="*/ 2 w 2"/>
                <a:gd name="T7" fmla="*/ 0 h 3"/>
              </a:gdLst>
              <a:ahLst/>
              <a:cxnLst>
                <a:cxn ang="0">
                  <a:pos x="T0" y="T1"/>
                </a:cxn>
                <a:cxn ang="0">
                  <a:pos x="T2" y="T3"/>
                </a:cxn>
                <a:cxn ang="0">
                  <a:pos x="T4" y="T5"/>
                </a:cxn>
                <a:cxn ang="0">
                  <a:pos x="T6" y="T7"/>
                </a:cxn>
              </a:cxnLst>
              <a:rect l="0" t="0" r="r" b="b"/>
              <a:pathLst>
                <a:path w="2" h="3">
                  <a:moveTo>
                    <a:pt x="2" y="0"/>
                  </a:moveTo>
                  <a:cubicBezTo>
                    <a:pt x="0" y="0"/>
                    <a:pt x="0" y="0"/>
                    <a:pt x="0" y="0"/>
                  </a:cubicBezTo>
                  <a:cubicBezTo>
                    <a:pt x="0" y="1"/>
                    <a:pt x="1" y="2"/>
                    <a:pt x="2" y="3"/>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6" name="Freeform 31"/>
            <p:cNvSpPr>
              <a:spLocks/>
            </p:cNvSpPr>
            <p:nvPr/>
          </p:nvSpPr>
          <p:spPr bwMode="gray">
            <a:xfrm>
              <a:off x="8934750" y="4739008"/>
              <a:ext cx="4763" cy="3175"/>
            </a:xfrm>
            <a:custGeom>
              <a:avLst/>
              <a:gdLst>
                <a:gd name="T0" fmla="*/ 3 w 3"/>
                <a:gd name="T1" fmla="*/ 1 h 3"/>
                <a:gd name="T2" fmla="*/ 1 w 3"/>
                <a:gd name="T3" fmla="*/ 3 h 3"/>
                <a:gd name="T4" fmla="*/ 0 w 3"/>
                <a:gd name="T5" fmla="*/ 2 h 3"/>
                <a:gd name="T6" fmla="*/ 1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3" y="2"/>
                    <a:pt x="2" y="3"/>
                    <a:pt x="1" y="3"/>
                  </a:cubicBezTo>
                  <a:cubicBezTo>
                    <a:pt x="1" y="3"/>
                    <a:pt x="0" y="3"/>
                    <a:pt x="0" y="2"/>
                  </a:cubicBezTo>
                  <a:cubicBezTo>
                    <a:pt x="0" y="1"/>
                    <a:pt x="0" y="1"/>
                    <a:pt x="1" y="0"/>
                  </a:cubicBezTo>
                  <a:cubicBezTo>
                    <a:pt x="2" y="0"/>
                    <a:pt x="2" y="1"/>
                    <a:pt x="3"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7" name="Freeform 32"/>
            <p:cNvSpPr>
              <a:spLocks/>
            </p:cNvSpPr>
            <p:nvPr/>
          </p:nvSpPr>
          <p:spPr bwMode="gray">
            <a:xfrm>
              <a:off x="8893475" y="4772345"/>
              <a:ext cx="34925" cy="22225"/>
            </a:xfrm>
            <a:custGeom>
              <a:avLst/>
              <a:gdLst>
                <a:gd name="T0" fmla="*/ 0 w 22"/>
                <a:gd name="T1" fmla="*/ 8 h 14"/>
                <a:gd name="T2" fmla="*/ 2 w 22"/>
                <a:gd name="T3" fmla="*/ 0 h 14"/>
                <a:gd name="T4" fmla="*/ 22 w 22"/>
                <a:gd name="T5" fmla="*/ 4 h 14"/>
                <a:gd name="T6" fmla="*/ 22 w 22"/>
                <a:gd name="T7" fmla="*/ 14 h 14"/>
                <a:gd name="T8" fmla="*/ 0 w 22"/>
                <a:gd name="T9" fmla="*/ 8 h 14"/>
              </a:gdLst>
              <a:ahLst/>
              <a:cxnLst>
                <a:cxn ang="0">
                  <a:pos x="T0" y="T1"/>
                </a:cxn>
                <a:cxn ang="0">
                  <a:pos x="T2" y="T3"/>
                </a:cxn>
                <a:cxn ang="0">
                  <a:pos x="T4" y="T5"/>
                </a:cxn>
                <a:cxn ang="0">
                  <a:pos x="T6" y="T7"/>
                </a:cxn>
                <a:cxn ang="0">
                  <a:pos x="T8" y="T9"/>
                </a:cxn>
              </a:cxnLst>
              <a:rect l="0" t="0" r="r" b="b"/>
              <a:pathLst>
                <a:path w="22" h="14">
                  <a:moveTo>
                    <a:pt x="0" y="8"/>
                  </a:moveTo>
                  <a:lnTo>
                    <a:pt x="2" y="0"/>
                  </a:lnTo>
                  <a:lnTo>
                    <a:pt x="22" y="4"/>
                  </a:lnTo>
                  <a:lnTo>
                    <a:pt x="22" y="14"/>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8" name="Freeform 33"/>
            <p:cNvSpPr>
              <a:spLocks/>
            </p:cNvSpPr>
            <p:nvPr/>
          </p:nvSpPr>
          <p:spPr bwMode="gray">
            <a:xfrm>
              <a:off x="8855375" y="4777108"/>
              <a:ext cx="103188" cy="166687"/>
            </a:xfrm>
            <a:custGeom>
              <a:avLst/>
              <a:gdLst>
                <a:gd name="T0" fmla="*/ 31 w 74"/>
                <a:gd name="T1" fmla="*/ 4 h 121"/>
                <a:gd name="T2" fmla="*/ 14 w 74"/>
                <a:gd name="T3" fmla="*/ 24 h 121"/>
                <a:gd name="T4" fmla="*/ 0 w 74"/>
                <a:gd name="T5" fmla="*/ 119 h 121"/>
                <a:gd name="T6" fmla="*/ 68 w 74"/>
                <a:gd name="T7" fmla="*/ 115 h 121"/>
                <a:gd name="T8" fmla="*/ 62 w 74"/>
                <a:gd name="T9" fmla="*/ 16 h 121"/>
                <a:gd name="T10" fmla="*/ 31 w 74"/>
                <a:gd name="T11" fmla="*/ 4 h 121"/>
              </a:gdLst>
              <a:ahLst/>
              <a:cxnLst>
                <a:cxn ang="0">
                  <a:pos x="T0" y="T1"/>
                </a:cxn>
                <a:cxn ang="0">
                  <a:pos x="T2" y="T3"/>
                </a:cxn>
                <a:cxn ang="0">
                  <a:pos x="T4" y="T5"/>
                </a:cxn>
                <a:cxn ang="0">
                  <a:pos x="T6" y="T7"/>
                </a:cxn>
                <a:cxn ang="0">
                  <a:pos x="T8" y="T9"/>
                </a:cxn>
                <a:cxn ang="0">
                  <a:pos x="T10" y="T11"/>
                </a:cxn>
              </a:cxnLst>
              <a:rect l="0" t="0" r="r" b="b"/>
              <a:pathLst>
                <a:path w="74" h="121">
                  <a:moveTo>
                    <a:pt x="31" y="4"/>
                  </a:moveTo>
                  <a:cubicBezTo>
                    <a:pt x="17" y="5"/>
                    <a:pt x="14" y="22"/>
                    <a:pt x="14" y="24"/>
                  </a:cubicBezTo>
                  <a:cubicBezTo>
                    <a:pt x="13" y="49"/>
                    <a:pt x="11" y="118"/>
                    <a:pt x="0" y="119"/>
                  </a:cubicBezTo>
                  <a:cubicBezTo>
                    <a:pt x="60" y="119"/>
                    <a:pt x="62" y="121"/>
                    <a:pt x="68" y="115"/>
                  </a:cubicBezTo>
                  <a:cubicBezTo>
                    <a:pt x="74" y="109"/>
                    <a:pt x="62" y="16"/>
                    <a:pt x="62" y="16"/>
                  </a:cubicBezTo>
                  <a:cubicBezTo>
                    <a:pt x="61" y="0"/>
                    <a:pt x="48" y="3"/>
                    <a:pt x="31" y="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9" name="Freeform 34"/>
            <p:cNvSpPr>
              <a:spLocks/>
            </p:cNvSpPr>
            <p:nvPr/>
          </p:nvSpPr>
          <p:spPr bwMode="gray">
            <a:xfrm>
              <a:off x="8855375" y="4780283"/>
              <a:ext cx="69850" cy="160337"/>
            </a:xfrm>
            <a:custGeom>
              <a:avLst/>
              <a:gdLst>
                <a:gd name="T0" fmla="*/ 31 w 50"/>
                <a:gd name="T1" fmla="*/ 1 h 116"/>
                <a:gd name="T2" fmla="*/ 14 w 50"/>
                <a:gd name="T3" fmla="*/ 21 h 116"/>
                <a:gd name="T4" fmla="*/ 0 w 50"/>
                <a:gd name="T5" fmla="*/ 116 h 116"/>
                <a:gd name="T6" fmla="*/ 9 w 50"/>
                <a:gd name="T7" fmla="*/ 116 h 116"/>
                <a:gd name="T8" fmla="*/ 8 w 50"/>
                <a:gd name="T9" fmla="*/ 116 h 116"/>
                <a:gd name="T10" fmla="*/ 22 w 50"/>
                <a:gd name="T11" fmla="*/ 31 h 116"/>
                <a:gd name="T12" fmla="*/ 40 w 50"/>
                <a:gd name="T13" fmla="*/ 2 h 116"/>
                <a:gd name="T14" fmla="*/ 49 w 50"/>
                <a:gd name="T15" fmla="*/ 0 h 116"/>
                <a:gd name="T16" fmla="*/ 31 w 50"/>
                <a:gd name="T17" fmla="*/ 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116">
                  <a:moveTo>
                    <a:pt x="31" y="1"/>
                  </a:moveTo>
                  <a:cubicBezTo>
                    <a:pt x="17" y="2"/>
                    <a:pt x="14" y="19"/>
                    <a:pt x="14" y="21"/>
                  </a:cubicBezTo>
                  <a:cubicBezTo>
                    <a:pt x="13" y="46"/>
                    <a:pt x="11" y="115"/>
                    <a:pt x="0" y="116"/>
                  </a:cubicBezTo>
                  <a:cubicBezTo>
                    <a:pt x="3" y="116"/>
                    <a:pt x="6" y="116"/>
                    <a:pt x="9" y="116"/>
                  </a:cubicBezTo>
                  <a:cubicBezTo>
                    <a:pt x="8" y="116"/>
                    <a:pt x="8" y="116"/>
                    <a:pt x="8" y="116"/>
                  </a:cubicBezTo>
                  <a:cubicBezTo>
                    <a:pt x="20" y="115"/>
                    <a:pt x="21" y="55"/>
                    <a:pt x="22" y="31"/>
                  </a:cubicBezTo>
                  <a:cubicBezTo>
                    <a:pt x="22" y="29"/>
                    <a:pt x="26" y="3"/>
                    <a:pt x="40" y="2"/>
                  </a:cubicBezTo>
                  <a:cubicBezTo>
                    <a:pt x="43" y="2"/>
                    <a:pt x="50" y="1"/>
                    <a:pt x="49" y="0"/>
                  </a:cubicBezTo>
                  <a:cubicBezTo>
                    <a:pt x="44" y="0"/>
                    <a:pt x="38" y="0"/>
                    <a:pt x="31" y="1"/>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0" name="Freeform 35"/>
            <p:cNvSpPr>
              <a:spLocks/>
            </p:cNvSpPr>
            <p:nvPr/>
          </p:nvSpPr>
          <p:spPr bwMode="gray">
            <a:xfrm>
              <a:off x="8890300" y="4850133"/>
              <a:ext cx="87313" cy="55562"/>
            </a:xfrm>
            <a:custGeom>
              <a:avLst/>
              <a:gdLst>
                <a:gd name="T0" fmla="*/ 63 w 63"/>
                <a:gd name="T1" fmla="*/ 36 h 41"/>
                <a:gd name="T2" fmla="*/ 57 w 63"/>
                <a:gd name="T3" fmla="*/ 41 h 41"/>
                <a:gd name="T4" fmla="*/ 6 w 63"/>
                <a:gd name="T5" fmla="*/ 41 h 41"/>
                <a:gd name="T6" fmla="*/ 0 w 63"/>
                <a:gd name="T7" fmla="*/ 36 h 41"/>
                <a:gd name="T8" fmla="*/ 0 w 63"/>
                <a:gd name="T9" fmla="*/ 6 h 41"/>
                <a:gd name="T10" fmla="*/ 6 w 63"/>
                <a:gd name="T11" fmla="*/ 0 h 41"/>
                <a:gd name="T12" fmla="*/ 57 w 63"/>
                <a:gd name="T13" fmla="*/ 0 h 41"/>
                <a:gd name="T14" fmla="*/ 63 w 63"/>
                <a:gd name="T15" fmla="*/ 6 h 41"/>
                <a:gd name="T16" fmla="*/ 63 w 63"/>
                <a:gd name="T17" fmla="*/ 36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41">
                  <a:moveTo>
                    <a:pt x="63" y="36"/>
                  </a:moveTo>
                  <a:cubicBezTo>
                    <a:pt x="63" y="39"/>
                    <a:pt x="60" y="41"/>
                    <a:pt x="57" y="41"/>
                  </a:cubicBezTo>
                  <a:cubicBezTo>
                    <a:pt x="6" y="41"/>
                    <a:pt x="6" y="41"/>
                    <a:pt x="6" y="41"/>
                  </a:cubicBezTo>
                  <a:cubicBezTo>
                    <a:pt x="3" y="41"/>
                    <a:pt x="0" y="39"/>
                    <a:pt x="0" y="36"/>
                  </a:cubicBezTo>
                  <a:cubicBezTo>
                    <a:pt x="0" y="6"/>
                    <a:pt x="0" y="6"/>
                    <a:pt x="0" y="6"/>
                  </a:cubicBezTo>
                  <a:cubicBezTo>
                    <a:pt x="0" y="3"/>
                    <a:pt x="3" y="0"/>
                    <a:pt x="6" y="0"/>
                  </a:cubicBezTo>
                  <a:cubicBezTo>
                    <a:pt x="57" y="0"/>
                    <a:pt x="57" y="0"/>
                    <a:pt x="57" y="0"/>
                  </a:cubicBezTo>
                  <a:cubicBezTo>
                    <a:pt x="60" y="0"/>
                    <a:pt x="63" y="3"/>
                    <a:pt x="63" y="6"/>
                  </a:cubicBezTo>
                  <a:lnTo>
                    <a:pt x="63" y="36"/>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1" name="Freeform 36"/>
            <p:cNvSpPr>
              <a:spLocks/>
            </p:cNvSpPr>
            <p:nvPr/>
          </p:nvSpPr>
          <p:spPr bwMode="gray">
            <a:xfrm>
              <a:off x="8960150" y="4897758"/>
              <a:ext cx="19050" cy="20637"/>
            </a:xfrm>
            <a:custGeom>
              <a:avLst/>
              <a:gdLst>
                <a:gd name="T0" fmla="*/ 0 w 14"/>
                <a:gd name="T1" fmla="*/ 10 h 15"/>
                <a:gd name="T2" fmla="*/ 0 w 14"/>
                <a:gd name="T3" fmla="*/ 10 h 15"/>
                <a:gd name="T4" fmla="*/ 1 w 14"/>
                <a:gd name="T5" fmla="*/ 12 h 15"/>
                <a:gd name="T6" fmla="*/ 6 w 14"/>
                <a:gd name="T7" fmla="*/ 15 h 15"/>
                <a:gd name="T8" fmla="*/ 8 w 14"/>
                <a:gd name="T9" fmla="*/ 14 h 15"/>
                <a:gd name="T10" fmla="*/ 9 w 14"/>
                <a:gd name="T11" fmla="*/ 13 h 15"/>
                <a:gd name="T12" fmla="*/ 11 w 14"/>
                <a:gd name="T13" fmla="*/ 12 h 15"/>
                <a:gd name="T14" fmla="*/ 11 w 14"/>
                <a:gd name="T15" fmla="*/ 10 h 15"/>
                <a:gd name="T16" fmla="*/ 13 w 14"/>
                <a:gd name="T17" fmla="*/ 9 h 15"/>
                <a:gd name="T18" fmla="*/ 12 w 14"/>
                <a:gd name="T19" fmla="*/ 6 h 15"/>
                <a:gd name="T20" fmla="*/ 11 w 14"/>
                <a:gd name="T21" fmla="*/ 6 h 15"/>
                <a:gd name="T22" fmla="*/ 13 w 14"/>
                <a:gd name="T23" fmla="*/ 5 h 15"/>
                <a:gd name="T24" fmla="*/ 13 w 14"/>
                <a:gd name="T25" fmla="*/ 3 h 15"/>
                <a:gd name="T26" fmla="*/ 8 w 14"/>
                <a:gd name="T27" fmla="*/ 0 h 15"/>
                <a:gd name="T28" fmla="*/ 6 w 14"/>
                <a:gd name="T29" fmla="*/ 0 h 15"/>
                <a:gd name="T30" fmla="*/ 0 w 14"/>
                <a:gd name="T31" fmla="*/ 1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 h="15">
                  <a:moveTo>
                    <a:pt x="0" y="10"/>
                  </a:moveTo>
                  <a:cubicBezTo>
                    <a:pt x="0" y="10"/>
                    <a:pt x="0" y="10"/>
                    <a:pt x="0" y="10"/>
                  </a:cubicBezTo>
                  <a:cubicBezTo>
                    <a:pt x="0" y="11"/>
                    <a:pt x="0" y="11"/>
                    <a:pt x="1" y="12"/>
                  </a:cubicBezTo>
                  <a:cubicBezTo>
                    <a:pt x="6" y="15"/>
                    <a:pt x="6" y="15"/>
                    <a:pt x="6" y="15"/>
                  </a:cubicBezTo>
                  <a:cubicBezTo>
                    <a:pt x="7" y="15"/>
                    <a:pt x="8" y="15"/>
                    <a:pt x="8" y="14"/>
                  </a:cubicBezTo>
                  <a:cubicBezTo>
                    <a:pt x="9" y="14"/>
                    <a:pt x="9" y="13"/>
                    <a:pt x="9" y="13"/>
                  </a:cubicBezTo>
                  <a:cubicBezTo>
                    <a:pt x="9" y="13"/>
                    <a:pt x="10" y="13"/>
                    <a:pt x="11" y="12"/>
                  </a:cubicBezTo>
                  <a:cubicBezTo>
                    <a:pt x="11" y="11"/>
                    <a:pt x="11" y="10"/>
                    <a:pt x="11" y="10"/>
                  </a:cubicBezTo>
                  <a:cubicBezTo>
                    <a:pt x="11" y="10"/>
                    <a:pt x="12" y="10"/>
                    <a:pt x="13" y="9"/>
                  </a:cubicBezTo>
                  <a:cubicBezTo>
                    <a:pt x="13" y="8"/>
                    <a:pt x="13" y="7"/>
                    <a:pt x="12" y="6"/>
                  </a:cubicBezTo>
                  <a:cubicBezTo>
                    <a:pt x="11" y="6"/>
                    <a:pt x="11" y="6"/>
                    <a:pt x="11" y="6"/>
                  </a:cubicBezTo>
                  <a:cubicBezTo>
                    <a:pt x="12" y="6"/>
                    <a:pt x="13" y="6"/>
                    <a:pt x="13" y="5"/>
                  </a:cubicBezTo>
                  <a:cubicBezTo>
                    <a:pt x="14" y="4"/>
                    <a:pt x="14" y="3"/>
                    <a:pt x="13" y="3"/>
                  </a:cubicBezTo>
                  <a:cubicBezTo>
                    <a:pt x="8" y="0"/>
                    <a:pt x="8" y="0"/>
                    <a:pt x="8" y="0"/>
                  </a:cubicBezTo>
                  <a:cubicBezTo>
                    <a:pt x="7" y="0"/>
                    <a:pt x="6" y="0"/>
                    <a:pt x="6" y="0"/>
                  </a:cubicBezTo>
                  <a:cubicBezTo>
                    <a:pt x="2" y="2"/>
                    <a:pt x="0" y="10"/>
                    <a:pt x="0" y="10"/>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2" name="Freeform 37"/>
            <p:cNvSpPr>
              <a:spLocks/>
            </p:cNvSpPr>
            <p:nvPr/>
          </p:nvSpPr>
          <p:spPr bwMode="gray">
            <a:xfrm>
              <a:off x="8960150" y="4892995"/>
              <a:ext cx="15875" cy="6350"/>
            </a:xfrm>
            <a:custGeom>
              <a:avLst/>
              <a:gdLst>
                <a:gd name="T0" fmla="*/ 0 w 11"/>
                <a:gd name="T1" fmla="*/ 2 h 4"/>
                <a:gd name="T2" fmla="*/ 2 w 11"/>
                <a:gd name="T3" fmla="*/ 0 h 4"/>
                <a:gd name="T4" fmla="*/ 10 w 11"/>
                <a:gd name="T5" fmla="*/ 0 h 4"/>
                <a:gd name="T6" fmla="*/ 11 w 11"/>
                <a:gd name="T7" fmla="*/ 2 h 4"/>
                <a:gd name="T8" fmla="*/ 11 w 11"/>
                <a:gd name="T9" fmla="*/ 2 h 4"/>
                <a:gd name="T10" fmla="*/ 10 w 11"/>
                <a:gd name="T11" fmla="*/ 4 h 4"/>
                <a:gd name="T12" fmla="*/ 2 w 11"/>
                <a:gd name="T13" fmla="*/ 4 h 4"/>
                <a:gd name="T14" fmla="*/ 0 w 11"/>
                <a:gd name="T15" fmla="*/ 2 h 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 h="4">
                  <a:moveTo>
                    <a:pt x="0" y="2"/>
                  </a:moveTo>
                  <a:cubicBezTo>
                    <a:pt x="0" y="1"/>
                    <a:pt x="1" y="0"/>
                    <a:pt x="2" y="0"/>
                  </a:cubicBezTo>
                  <a:cubicBezTo>
                    <a:pt x="10" y="0"/>
                    <a:pt x="10" y="0"/>
                    <a:pt x="10" y="0"/>
                  </a:cubicBezTo>
                  <a:cubicBezTo>
                    <a:pt x="11" y="0"/>
                    <a:pt x="11" y="1"/>
                    <a:pt x="11" y="2"/>
                  </a:cubicBezTo>
                  <a:cubicBezTo>
                    <a:pt x="11" y="2"/>
                    <a:pt x="11" y="2"/>
                    <a:pt x="11" y="2"/>
                  </a:cubicBezTo>
                  <a:cubicBezTo>
                    <a:pt x="11" y="3"/>
                    <a:pt x="10" y="4"/>
                    <a:pt x="10" y="4"/>
                  </a:cubicBezTo>
                  <a:cubicBezTo>
                    <a:pt x="2" y="4"/>
                    <a:pt x="2" y="4"/>
                    <a:pt x="2" y="4"/>
                  </a:cubicBezTo>
                  <a:cubicBezTo>
                    <a:pt x="1" y="4"/>
                    <a:pt x="0" y="3"/>
                    <a:pt x="0" y="2"/>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3" name="Freeform 38"/>
            <p:cNvSpPr>
              <a:spLocks/>
            </p:cNvSpPr>
            <p:nvPr/>
          </p:nvSpPr>
          <p:spPr bwMode="gray">
            <a:xfrm>
              <a:off x="8893475" y="4797745"/>
              <a:ext cx="77788" cy="115887"/>
            </a:xfrm>
            <a:custGeom>
              <a:avLst/>
              <a:gdLst>
                <a:gd name="T0" fmla="*/ 48 w 57"/>
                <a:gd name="T1" fmla="*/ 84 h 84"/>
                <a:gd name="T2" fmla="*/ 42 w 57"/>
                <a:gd name="T3" fmla="*/ 82 h 84"/>
                <a:gd name="T4" fmla="*/ 18 w 57"/>
                <a:gd name="T5" fmla="*/ 59 h 84"/>
                <a:gd name="T6" fmla="*/ 1 w 57"/>
                <a:gd name="T7" fmla="*/ 11 h 84"/>
                <a:gd name="T8" fmla="*/ 6 w 57"/>
                <a:gd name="T9" fmla="*/ 1 h 84"/>
                <a:gd name="T10" fmla="*/ 16 w 57"/>
                <a:gd name="T11" fmla="*/ 6 h 84"/>
                <a:gd name="T12" fmla="*/ 32 w 57"/>
                <a:gd name="T13" fmla="*/ 50 h 84"/>
                <a:gd name="T14" fmla="*/ 53 w 57"/>
                <a:gd name="T15" fmla="*/ 70 h 84"/>
                <a:gd name="T16" fmla="*/ 54 w 57"/>
                <a:gd name="T17" fmla="*/ 81 h 84"/>
                <a:gd name="T18" fmla="*/ 48 w 57"/>
                <a:gd name="T19"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 h="84">
                  <a:moveTo>
                    <a:pt x="48" y="84"/>
                  </a:moveTo>
                  <a:cubicBezTo>
                    <a:pt x="46" y="84"/>
                    <a:pt x="44" y="83"/>
                    <a:pt x="42" y="82"/>
                  </a:cubicBezTo>
                  <a:cubicBezTo>
                    <a:pt x="18" y="59"/>
                    <a:pt x="18" y="59"/>
                    <a:pt x="18" y="59"/>
                  </a:cubicBezTo>
                  <a:cubicBezTo>
                    <a:pt x="1" y="11"/>
                    <a:pt x="1" y="11"/>
                    <a:pt x="1" y="11"/>
                  </a:cubicBezTo>
                  <a:cubicBezTo>
                    <a:pt x="0" y="7"/>
                    <a:pt x="2" y="2"/>
                    <a:pt x="6" y="1"/>
                  </a:cubicBezTo>
                  <a:cubicBezTo>
                    <a:pt x="10" y="0"/>
                    <a:pt x="15" y="2"/>
                    <a:pt x="16" y="6"/>
                  </a:cubicBezTo>
                  <a:cubicBezTo>
                    <a:pt x="32" y="50"/>
                    <a:pt x="32" y="50"/>
                    <a:pt x="32" y="50"/>
                  </a:cubicBezTo>
                  <a:cubicBezTo>
                    <a:pt x="53" y="70"/>
                    <a:pt x="53" y="70"/>
                    <a:pt x="53" y="70"/>
                  </a:cubicBezTo>
                  <a:cubicBezTo>
                    <a:pt x="57" y="73"/>
                    <a:pt x="57" y="78"/>
                    <a:pt x="54" y="81"/>
                  </a:cubicBezTo>
                  <a:cubicBezTo>
                    <a:pt x="52" y="83"/>
                    <a:pt x="50" y="84"/>
                    <a:pt x="48" y="8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4" name="Freeform 39"/>
            <p:cNvSpPr>
              <a:spLocks/>
            </p:cNvSpPr>
            <p:nvPr/>
          </p:nvSpPr>
          <p:spPr bwMode="gray">
            <a:xfrm>
              <a:off x="8893475" y="4799333"/>
              <a:ext cx="69850" cy="114300"/>
            </a:xfrm>
            <a:custGeom>
              <a:avLst/>
              <a:gdLst>
                <a:gd name="T0" fmla="*/ 48 w 51"/>
                <a:gd name="T1" fmla="*/ 76 h 82"/>
                <a:gd name="T2" fmla="*/ 23 w 51"/>
                <a:gd name="T3" fmla="*/ 53 h 82"/>
                <a:gd name="T4" fmla="*/ 5 w 51"/>
                <a:gd name="T5" fmla="*/ 2 h 82"/>
                <a:gd name="T6" fmla="*/ 4 w 51"/>
                <a:gd name="T7" fmla="*/ 0 h 82"/>
                <a:gd name="T8" fmla="*/ 1 w 51"/>
                <a:gd name="T9" fmla="*/ 9 h 82"/>
                <a:gd name="T10" fmla="*/ 18 w 51"/>
                <a:gd name="T11" fmla="*/ 57 h 82"/>
                <a:gd name="T12" fmla="*/ 42 w 51"/>
                <a:gd name="T13" fmla="*/ 80 h 82"/>
                <a:gd name="T14" fmla="*/ 48 w 51"/>
                <a:gd name="T15" fmla="*/ 82 h 82"/>
                <a:gd name="T16" fmla="*/ 51 w 51"/>
                <a:gd name="T17" fmla="*/ 81 h 82"/>
                <a:gd name="T18" fmla="*/ 48 w 51"/>
                <a:gd name="T19" fmla="*/ 76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 h="82">
                  <a:moveTo>
                    <a:pt x="48" y="76"/>
                  </a:moveTo>
                  <a:cubicBezTo>
                    <a:pt x="23" y="53"/>
                    <a:pt x="23" y="53"/>
                    <a:pt x="23" y="53"/>
                  </a:cubicBezTo>
                  <a:cubicBezTo>
                    <a:pt x="5" y="2"/>
                    <a:pt x="5" y="2"/>
                    <a:pt x="5" y="2"/>
                  </a:cubicBezTo>
                  <a:cubicBezTo>
                    <a:pt x="5" y="1"/>
                    <a:pt x="5" y="1"/>
                    <a:pt x="4" y="0"/>
                  </a:cubicBezTo>
                  <a:cubicBezTo>
                    <a:pt x="1" y="2"/>
                    <a:pt x="0" y="6"/>
                    <a:pt x="1" y="9"/>
                  </a:cubicBezTo>
                  <a:cubicBezTo>
                    <a:pt x="18" y="57"/>
                    <a:pt x="18" y="57"/>
                    <a:pt x="18" y="57"/>
                  </a:cubicBezTo>
                  <a:cubicBezTo>
                    <a:pt x="42" y="80"/>
                    <a:pt x="42" y="80"/>
                    <a:pt x="42" y="80"/>
                  </a:cubicBezTo>
                  <a:cubicBezTo>
                    <a:pt x="44" y="81"/>
                    <a:pt x="46" y="82"/>
                    <a:pt x="48" y="82"/>
                  </a:cubicBezTo>
                  <a:cubicBezTo>
                    <a:pt x="49" y="82"/>
                    <a:pt x="50" y="82"/>
                    <a:pt x="51" y="81"/>
                  </a:cubicBezTo>
                  <a:cubicBezTo>
                    <a:pt x="51" y="79"/>
                    <a:pt x="50" y="78"/>
                    <a:pt x="48" y="76"/>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5" name="Freeform 40"/>
            <p:cNvSpPr>
              <a:spLocks/>
            </p:cNvSpPr>
            <p:nvPr/>
          </p:nvSpPr>
          <p:spPr bwMode="gray">
            <a:xfrm>
              <a:off x="8869662" y="4696145"/>
              <a:ext cx="73025" cy="73025"/>
            </a:xfrm>
            <a:custGeom>
              <a:avLst/>
              <a:gdLst>
                <a:gd name="T0" fmla="*/ 49 w 53"/>
                <a:gd name="T1" fmla="*/ 11 h 53"/>
                <a:gd name="T2" fmla="*/ 42 w 53"/>
                <a:gd name="T3" fmla="*/ 6 h 53"/>
                <a:gd name="T4" fmla="*/ 40 w 53"/>
                <a:gd name="T5" fmla="*/ 6 h 53"/>
                <a:gd name="T6" fmla="*/ 33 w 53"/>
                <a:gd name="T7" fmla="*/ 1 h 53"/>
                <a:gd name="T8" fmla="*/ 29 w 53"/>
                <a:gd name="T9" fmla="*/ 3 h 53"/>
                <a:gd name="T10" fmla="*/ 23 w 53"/>
                <a:gd name="T11" fmla="*/ 0 h 53"/>
                <a:gd name="T12" fmla="*/ 15 w 53"/>
                <a:gd name="T13" fmla="*/ 4 h 53"/>
                <a:gd name="T14" fmla="*/ 14 w 53"/>
                <a:gd name="T15" fmla="*/ 4 h 53"/>
                <a:gd name="T16" fmla="*/ 6 w 53"/>
                <a:gd name="T17" fmla="*/ 12 h 53"/>
                <a:gd name="T18" fmla="*/ 6 w 53"/>
                <a:gd name="T19" fmla="*/ 13 h 53"/>
                <a:gd name="T20" fmla="*/ 0 w 53"/>
                <a:gd name="T21" fmla="*/ 21 h 53"/>
                <a:gd name="T22" fmla="*/ 1 w 53"/>
                <a:gd name="T23" fmla="*/ 25 h 53"/>
                <a:gd name="T24" fmla="*/ 0 w 53"/>
                <a:gd name="T25" fmla="*/ 30 h 53"/>
                <a:gd name="T26" fmla="*/ 4 w 53"/>
                <a:gd name="T27" fmla="*/ 37 h 53"/>
                <a:gd name="T28" fmla="*/ 4 w 53"/>
                <a:gd name="T29" fmla="*/ 38 h 53"/>
                <a:gd name="T30" fmla="*/ 3 w 53"/>
                <a:gd name="T31" fmla="*/ 39 h 53"/>
                <a:gd name="T32" fmla="*/ 11 w 53"/>
                <a:gd name="T33" fmla="*/ 48 h 53"/>
                <a:gd name="T34" fmla="*/ 11 w 53"/>
                <a:gd name="T35" fmla="*/ 48 h 53"/>
                <a:gd name="T36" fmla="*/ 16 w 53"/>
                <a:gd name="T37" fmla="*/ 52 h 53"/>
                <a:gd name="T38" fmla="*/ 19 w 53"/>
                <a:gd name="T39" fmla="*/ 52 h 53"/>
                <a:gd name="T40" fmla="*/ 22 w 53"/>
                <a:gd name="T41" fmla="*/ 53 h 53"/>
                <a:gd name="T42" fmla="*/ 22 w 53"/>
                <a:gd name="T43" fmla="*/ 53 h 53"/>
                <a:gd name="T44" fmla="*/ 22 w 53"/>
                <a:gd name="T45" fmla="*/ 53 h 53"/>
                <a:gd name="T46" fmla="*/ 26 w 53"/>
                <a:gd name="T47" fmla="*/ 50 h 53"/>
                <a:gd name="T48" fmla="*/ 31 w 53"/>
                <a:gd name="T49" fmla="*/ 49 h 53"/>
                <a:gd name="T50" fmla="*/ 31 w 53"/>
                <a:gd name="T51" fmla="*/ 40 h 53"/>
                <a:gd name="T52" fmla="*/ 38 w 53"/>
                <a:gd name="T53" fmla="*/ 39 h 53"/>
                <a:gd name="T54" fmla="*/ 38 w 53"/>
                <a:gd name="T55" fmla="*/ 31 h 53"/>
                <a:gd name="T56" fmla="*/ 43 w 53"/>
                <a:gd name="T57" fmla="*/ 30 h 53"/>
                <a:gd name="T58" fmla="*/ 45 w 53"/>
                <a:gd name="T59" fmla="*/ 26 h 53"/>
                <a:gd name="T60" fmla="*/ 49 w 53"/>
                <a:gd name="T61" fmla="*/ 26 h 53"/>
                <a:gd name="T62" fmla="*/ 49 w 53"/>
                <a:gd name="T63" fmla="*/ 26 h 53"/>
                <a:gd name="T64" fmla="*/ 53 w 53"/>
                <a:gd name="T65" fmla="*/ 17 h 53"/>
                <a:gd name="T66" fmla="*/ 49 w 53"/>
                <a:gd name="T67" fmla="*/ 1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3">
                  <a:moveTo>
                    <a:pt x="49" y="11"/>
                  </a:moveTo>
                  <a:cubicBezTo>
                    <a:pt x="48" y="8"/>
                    <a:pt x="45" y="6"/>
                    <a:pt x="42" y="6"/>
                  </a:cubicBezTo>
                  <a:cubicBezTo>
                    <a:pt x="41" y="6"/>
                    <a:pt x="41" y="6"/>
                    <a:pt x="40" y="6"/>
                  </a:cubicBezTo>
                  <a:cubicBezTo>
                    <a:pt x="39" y="3"/>
                    <a:pt x="36" y="1"/>
                    <a:pt x="33" y="1"/>
                  </a:cubicBezTo>
                  <a:cubicBezTo>
                    <a:pt x="32" y="1"/>
                    <a:pt x="30" y="2"/>
                    <a:pt x="29" y="3"/>
                  </a:cubicBezTo>
                  <a:cubicBezTo>
                    <a:pt x="27" y="1"/>
                    <a:pt x="25" y="0"/>
                    <a:pt x="23" y="0"/>
                  </a:cubicBezTo>
                  <a:cubicBezTo>
                    <a:pt x="19" y="0"/>
                    <a:pt x="16" y="2"/>
                    <a:pt x="15" y="4"/>
                  </a:cubicBezTo>
                  <a:cubicBezTo>
                    <a:pt x="14" y="4"/>
                    <a:pt x="14" y="4"/>
                    <a:pt x="14" y="4"/>
                  </a:cubicBezTo>
                  <a:cubicBezTo>
                    <a:pt x="10" y="4"/>
                    <a:pt x="6" y="8"/>
                    <a:pt x="6" y="12"/>
                  </a:cubicBezTo>
                  <a:cubicBezTo>
                    <a:pt x="6" y="13"/>
                    <a:pt x="6" y="13"/>
                    <a:pt x="6" y="13"/>
                  </a:cubicBezTo>
                  <a:cubicBezTo>
                    <a:pt x="3" y="14"/>
                    <a:pt x="0" y="17"/>
                    <a:pt x="0" y="21"/>
                  </a:cubicBezTo>
                  <a:cubicBezTo>
                    <a:pt x="0" y="22"/>
                    <a:pt x="1" y="24"/>
                    <a:pt x="1" y="25"/>
                  </a:cubicBezTo>
                  <a:cubicBezTo>
                    <a:pt x="0" y="26"/>
                    <a:pt x="0" y="28"/>
                    <a:pt x="0" y="30"/>
                  </a:cubicBezTo>
                  <a:cubicBezTo>
                    <a:pt x="0" y="33"/>
                    <a:pt x="1" y="36"/>
                    <a:pt x="4" y="37"/>
                  </a:cubicBezTo>
                  <a:cubicBezTo>
                    <a:pt x="4" y="38"/>
                    <a:pt x="4" y="38"/>
                    <a:pt x="4" y="38"/>
                  </a:cubicBezTo>
                  <a:cubicBezTo>
                    <a:pt x="3" y="38"/>
                    <a:pt x="3" y="39"/>
                    <a:pt x="3" y="39"/>
                  </a:cubicBezTo>
                  <a:cubicBezTo>
                    <a:pt x="3" y="44"/>
                    <a:pt x="7" y="47"/>
                    <a:pt x="11" y="48"/>
                  </a:cubicBezTo>
                  <a:cubicBezTo>
                    <a:pt x="11" y="48"/>
                    <a:pt x="11" y="48"/>
                    <a:pt x="11" y="48"/>
                  </a:cubicBezTo>
                  <a:cubicBezTo>
                    <a:pt x="11" y="50"/>
                    <a:pt x="14" y="52"/>
                    <a:pt x="16" y="52"/>
                  </a:cubicBezTo>
                  <a:cubicBezTo>
                    <a:pt x="17" y="52"/>
                    <a:pt x="18" y="52"/>
                    <a:pt x="19" y="52"/>
                  </a:cubicBezTo>
                  <a:cubicBezTo>
                    <a:pt x="20" y="52"/>
                    <a:pt x="21" y="53"/>
                    <a:pt x="22" y="53"/>
                  </a:cubicBezTo>
                  <a:cubicBezTo>
                    <a:pt x="22" y="53"/>
                    <a:pt x="22" y="53"/>
                    <a:pt x="22" y="53"/>
                  </a:cubicBezTo>
                  <a:cubicBezTo>
                    <a:pt x="22" y="53"/>
                    <a:pt x="22" y="53"/>
                    <a:pt x="22" y="53"/>
                  </a:cubicBezTo>
                  <a:cubicBezTo>
                    <a:pt x="24" y="52"/>
                    <a:pt x="25" y="51"/>
                    <a:pt x="26" y="50"/>
                  </a:cubicBezTo>
                  <a:cubicBezTo>
                    <a:pt x="27" y="50"/>
                    <a:pt x="29" y="50"/>
                    <a:pt x="31" y="49"/>
                  </a:cubicBezTo>
                  <a:cubicBezTo>
                    <a:pt x="39" y="46"/>
                    <a:pt x="32" y="45"/>
                    <a:pt x="31" y="40"/>
                  </a:cubicBezTo>
                  <a:cubicBezTo>
                    <a:pt x="31" y="35"/>
                    <a:pt x="36" y="40"/>
                    <a:pt x="38" y="39"/>
                  </a:cubicBezTo>
                  <a:cubicBezTo>
                    <a:pt x="40" y="39"/>
                    <a:pt x="38" y="35"/>
                    <a:pt x="38" y="31"/>
                  </a:cubicBezTo>
                  <a:cubicBezTo>
                    <a:pt x="37" y="27"/>
                    <a:pt x="39" y="30"/>
                    <a:pt x="43" y="30"/>
                  </a:cubicBezTo>
                  <a:cubicBezTo>
                    <a:pt x="46" y="29"/>
                    <a:pt x="46" y="28"/>
                    <a:pt x="45" y="26"/>
                  </a:cubicBezTo>
                  <a:cubicBezTo>
                    <a:pt x="47" y="26"/>
                    <a:pt x="48" y="26"/>
                    <a:pt x="49" y="26"/>
                  </a:cubicBezTo>
                  <a:cubicBezTo>
                    <a:pt x="49" y="26"/>
                    <a:pt x="49" y="26"/>
                    <a:pt x="49" y="26"/>
                  </a:cubicBezTo>
                  <a:cubicBezTo>
                    <a:pt x="52" y="24"/>
                    <a:pt x="53" y="20"/>
                    <a:pt x="53" y="17"/>
                  </a:cubicBezTo>
                  <a:cubicBezTo>
                    <a:pt x="52" y="14"/>
                    <a:pt x="51" y="13"/>
                    <a:pt x="49" y="1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6" name="Freeform 41"/>
            <p:cNvSpPr>
              <a:spLocks/>
            </p:cNvSpPr>
            <p:nvPr/>
          </p:nvSpPr>
          <p:spPr bwMode="gray">
            <a:xfrm>
              <a:off x="8861725" y="4683445"/>
              <a:ext cx="82550" cy="65087"/>
            </a:xfrm>
            <a:custGeom>
              <a:avLst/>
              <a:gdLst>
                <a:gd name="T0" fmla="*/ 60 w 60"/>
                <a:gd name="T1" fmla="*/ 26 h 47"/>
                <a:gd name="T2" fmla="*/ 59 w 60"/>
                <a:gd name="T3" fmla="*/ 21 h 47"/>
                <a:gd name="T4" fmla="*/ 22 w 60"/>
                <a:gd name="T5" fmla="*/ 6 h 47"/>
                <a:gd name="T6" fmla="*/ 6 w 60"/>
                <a:gd name="T7" fmla="*/ 43 h 47"/>
                <a:gd name="T8" fmla="*/ 8 w 60"/>
                <a:gd name="T9" fmla="*/ 47 h 47"/>
                <a:gd name="T10" fmla="*/ 60 w 60"/>
                <a:gd name="T11" fmla="*/ 26 h 47"/>
              </a:gdLst>
              <a:ahLst/>
              <a:cxnLst>
                <a:cxn ang="0">
                  <a:pos x="T0" y="T1"/>
                </a:cxn>
                <a:cxn ang="0">
                  <a:pos x="T2" y="T3"/>
                </a:cxn>
                <a:cxn ang="0">
                  <a:pos x="T4" y="T5"/>
                </a:cxn>
                <a:cxn ang="0">
                  <a:pos x="T6" y="T7"/>
                </a:cxn>
                <a:cxn ang="0">
                  <a:pos x="T8" y="T9"/>
                </a:cxn>
                <a:cxn ang="0">
                  <a:pos x="T10" y="T11"/>
                </a:cxn>
              </a:cxnLst>
              <a:rect l="0" t="0" r="r" b="b"/>
              <a:pathLst>
                <a:path w="60" h="47">
                  <a:moveTo>
                    <a:pt x="60" y="26"/>
                  </a:moveTo>
                  <a:cubicBezTo>
                    <a:pt x="60" y="24"/>
                    <a:pt x="59" y="23"/>
                    <a:pt x="59" y="21"/>
                  </a:cubicBezTo>
                  <a:cubicBezTo>
                    <a:pt x="53" y="7"/>
                    <a:pt x="36" y="0"/>
                    <a:pt x="22" y="6"/>
                  </a:cubicBezTo>
                  <a:cubicBezTo>
                    <a:pt x="7" y="12"/>
                    <a:pt x="0" y="29"/>
                    <a:pt x="6" y="43"/>
                  </a:cubicBezTo>
                  <a:cubicBezTo>
                    <a:pt x="7" y="44"/>
                    <a:pt x="7" y="46"/>
                    <a:pt x="8" y="47"/>
                  </a:cubicBezTo>
                  <a:lnTo>
                    <a:pt x="60" y="26"/>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7" name="Freeform 42"/>
            <p:cNvSpPr>
              <a:spLocks/>
            </p:cNvSpPr>
            <p:nvPr/>
          </p:nvSpPr>
          <p:spPr bwMode="gray">
            <a:xfrm>
              <a:off x="8885537" y="4683445"/>
              <a:ext cx="58738" cy="38100"/>
            </a:xfrm>
            <a:custGeom>
              <a:avLst/>
              <a:gdLst>
                <a:gd name="T0" fmla="*/ 34 w 42"/>
                <a:gd name="T1" fmla="*/ 24 h 28"/>
                <a:gd name="T2" fmla="*/ 35 w 42"/>
                <a:gd name="T3" fmla="*/ 28 h 28"/>
                <a:gd name="T4" fmla="*/ 42 w 42"/>
                <a:gd name="T5" fmla="*/ 26 h 28"/>
                <a:gd name="T6" fmla="*/ 41 w 42"/>
                <a:gd name="T7" fmla="*/ 21 h 28"/>
                <a:gd name="T8" fmla="*/ 4 w 42"/>
                <a:gd name="T9" fmla="*/ 6 h 28"/>
                <a:gd name="T10" fmla="*/ 0 w 42"/>
                <a:gd name="T11" fmla="*/ 8 h 28"/>
                <a:gd name="T12" fmla="*/ 34 w 42"/>
                <a:gd name="T13" fmla="*/ 24 h 28"/>
              </a:gdLst>
              <a:ahLst/>
              <a:cxnLst>
                <a:cxn ang="0">
                  <a:pos x="T0" y="T1"/>
                </a:cxn>
                <a:cxn ang="0">
                  <a:pos x="T2" y="T3"/>
                </a:cxn>
                <a:cxn ang="0">
                  <a:pos x="T4" y="T5"/>
                </a:cxn>
                <a:cxn ang="0">
                  <a:pos x="T6" y="T7"/>
                </a:cxn>
                <a:cxn ang="0">
                  <a:pos x="T8" y="T9"/>
                </a:cxn>
                <a:cxn ang="0">
                  <a:pos x="T10" y="T11"/>
                </a:cxn>
                <a:cxn ang="0">
                  <a:pos x="T12" y="T13"/>
                </a:cxn>
              </a:cxnLst>
              <a:rect l="0" t="0" r="r" b="b"/>
              <a:pathLst>
                <a:path w="42" h="28">
                  <a:moveTo>
                    <a:pt x="34" y="24"/>
                  </a:moveTo>
                  <a:cubicBezTo>
                    <a:pt x="34" y="26"/>
                    <a:pt x="34" y="27"/>
                    <a:pt x="35" y="28"/>
                  </a:cubicBezTo>
                  <a:cubicBezTo>
                    <a:pt x="42" y="26"/>
                    <a:pt x="42" y="26"/>
                    <a:pt x="42" y="26"/>
                  </a:cubicBezTo>
                  <a:cubicBezTo>
                    <a:pt x="42" y="24"/>
                    <a:pt x="41" y="23"/>
                    <a:pt x="41" y="21"/>
                  </a:cubicBezTo>
                  <a:cubicBezTo>
                    <a:pt x="35" y="7"/>
                    <a:pt x="18" y="0"/>
                    <a:pt x="4" y="6"/>
                  </a:cubicBezTo>
                  <a:cubicBezTo>
                    <a:pt x="2" y="7"/>
                    <a:pt x="1" y="7"/>
                    <a:pt x="0" y="8"/>
                  </a:cubicBezTo>
                  <a:cubicBezTo>
                    <a:pt x="14" y="4"/>
                    <a:pt x="28" y="11"/>
                    <a:pt x="34" y="24"/>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8" name="Freeform 43"/>
            <p:cNvSpPr>
              <a:spLocks/>
            </p:cNvSpPr>
            <p:nvPr/>
          </p:nvSpPr>
          <p:spPr bwMode="gray">
            <a:xfrm>
              <a:off x="8864900" y="4692970"/>
              <a:ext cx="26988" cy="55562"/>
            </a:xfrm>
            <a:custGeom>
              <a:avLst/>
              <a:gdLst>
                <a:gd name="T0" fmla="*/ 20 w 20"/>
                <a:gd name="T1" fmla="*/ 0 h 40"/>
                <a:gd name="T2" fmla="*/ 16 w 20"/>
                <a:gd name="T3" fmla="*/ 1 h 40"/>
                <a:gd name="T4" fmla="*/ 3 w 20"/>
                <a:gd name="T5" fmla="*/ 30 h 40"/>
                <a:gd name="T6" fmla="*/ 3 w 20"/>
                <a:gd name="T7" fmla="*/ 30 h 40"/>
                <a:gd name="T8" fmla="*/ 3 w 20"/>
                <a:gd name="T9" fmla="*/ 31 h 40"/>
                <a:gd name="T10" fmla="*/ 4 w 20"/>
                <a:gd name="T11" fmla="*/ 36 h 40"/>
                <a:gd name="T12" fmla="*/ 6 w 20"/>
                <a:gd name="T13" fmla="*/ 40 h 40"/>
                <a:gd name="T14" fmla="*/ 10 w 20"/>
                <a:gd name="T15" fmla="*/ 38 h 40"/>
                <a:gd name="T16" fmla="*/ 13 w 20"/>
                <a:gd name="T17" fmla="*/ 37 h 40"/>
                <a:gd name="T18" fmla="*/ 11 w 20"/>
                <a:gd name="T19" fmla="*/ 33 h 40"/>
                <a:gd name="T20" fmla="*/ 20 w 20"/>
                <a:gd name="T21"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40">
                  <a:moveTo>
                    <a:pt x="20" y="0"/>
                  </a:moveTo>
                  <a:cubicBezTo>
                    <a:pt x="18" y="0"/>
                    <a:pt x="17" y="1"/>
                    <a:pt x="16" y="1"/>
                  </a:cubicBezTo>
                  <a:cubicBezTo>
                    <a:pt x="6" y="7"/>
                    <a:pt x="0" y="19"/>
                    <a:pt x="3" y="30"/>
                  </a:cubicBezTo>
                  <a:cubicBezTo>
                    <a:pt x="3" y="30"/>
                    <a:pt x="3" y="30"/>
                    <a:pt x="3" y="30"/>
                  </a:cubicBezTo>
                  <a:cubicBezTo>
                    <a:pt x="3" y="31"/>
                    <a:pt x="3" y="31"/>
                    <a:pt x="3" y="31"/>
                  </a:cubicBezTo>
                  <a:cubicBezTo>
                    <a:pt x="3" y="33"/>
                    <a:pt x="4" y="34"/>
                    <a:pt x="4" y="36"/>
                  </a:cubicBezTo>
                  <a:cubicBezTo>
                    <a:pt x="5" y="37"/>
                    <a:pt x="6" y="39"/>
                    <a:pt x="6" y="40"/>
                  </a:cubicBezTo>
                  <a:cubicBezTo>
                    <a:pt x="10" y="38"/>
                    <a:pt x="10" y="38"/>
                    <a:pt x="10" y="38"/>
                  </a:cubicBezTo>
                  <a:cubicBezTo>
                    <a:pt x="13" y="37"/>
                    <a:pt x="13" y="37"/>
                    <a:pt x="13" y="37"/>
                  </a:cubicBezTo>
                  <a:cubicBezTo>
                    <a:pt x="13" y="36"/>
                    <a:pt x="12" y="34"/>
                    <a:pt x="11" y="33"/>
                  </a:cubicBezTo>
                  <a:cubicBezTo>
                    <a:pt x="6" y="21"/>
                    <a:pt x="10" y="8"/>
                    <a:pt x="20" y="0"/>
                  </a:cubicBez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9" name="Freeform 44"/>
            <p:cNvSpPr>
              <a:spLocks/>
            </p:cNvSpPr>
            <p:nvPr/>
          </p:nvSpPr>
          <p:spPr bwMode="gray">
            <a:xfrm>
              <a:off x="8864900" y="4708845"/>
              <a:ext cx="84138" cy="39687"/>
            </a:xfrm>
            <a:custGeom>
              <a:avLst/>
              <a:gdLst>
                <a:gd name="T0" fmla="*/ 58 w 61"/>
                <a:gd name="T1" fmla="*/ 0 h 29"/>
                <a:gd name="T2" fmla="*/ 1 w 61"/>
                <a:gd name="T3" fmla="*/ 23 h 29"/>
                <a:gd name="T4" fmla="*/ 1 w 61"/>
                <a:gd name="T5" fmla="*/ 27 h 29"/>
                <a:gd name="T6" fmla="*/ 3 w 61"/>
                <a:gd name="T7" fmla="*/ 29 h 29"/>
                <a:gd name="T8" fmla="*/ 61 w 61"/>
                <a:gd name="T9" fmla="*/ 5 h 29"/>
                <a:gd name="T10" fmla="*/ 61 w 61"/>
                <a:gd name="T11" fmla="*/ 2 h 29"/>
                <a:gd name="T12" fmla="*/ 58 w 61"/>
                <a:gd name="T13" fmla="*/ 0 h 29"/>
              </a:gdLst>
              <a:ahLst/>
              <a:cxnLst>
                <a:cxn ang="0">
                  <a:pos x="T0" y="T1"/>
                </a:cxn>
                <a:cxn ang="0">
                  <a:pos x="T2" y="T3"/>
                </a:cxn>
                <a:cxn ang="0">
                  <a:pos x="T4" y="T5"/>
                </a:cxn>
                <a:cxn ang="0">
                  <a:pos x="T6" y="T7"/>
                </a:cxn>
                <a:cxn ang="0">
                  <a:pos x="T8" y="T9"/>
                </a:cxn>
                <a:cxn ang="0">
                  <a:pos x="T10" y="T11"/>
                </a:cxn>
                <a:cxn ang="0">
                  <a:pos x="T12" y="T13"/>
                </a:cxn>
              </a:cxnLst>
              <a:rect l="0" t="0" r="r" b="b"/>
              <a:pathLst>
                <a:path w="61" h="29">
                  <a:moveTo>
                    <a:pt x="58" y="0"/>
                  </a:moveTo>
                  <a:cubicBezTo>
                    <a:pt x="1" y="23"/>
                    <a:pt x="1" y="23"/>
                    <a:pt x="1" y="23"/>
                  </a:cubicBezTo>
                  <a:cubicBezTo>
                    <a:pt x="1" y="23"/>
                    <a:pt x="0" y="25"/>
                    <a:pt x="1" y="27"/>
                  </a:cubicBezTo>
                  <a:cubicBezTo>
                    <a:pt x="2" y="28"/>
                    <a:pt x="3" y="29"/>
                    <a:pt x="3" y="29"/>
                  </a:cubicBezTo>
                  <a:cubicBezTo>
                    <a:pt x="61" y="5"/>
                    <a:pt x="61" y="5"/>
                    <a:pt x="61" y="5"/>
                  </a:cubicBezTo>
                  <a:cubicBezTo>
                    <a:pt x="61" y="5"/>
                    <a:pt x="61" y="4"/>
                    <a:pt x="61" y="2"/>
                  </a:cubicBezTo>
                  <a:cubicBezTo>
                    <a:pt x="60" y="0"/>
                    <a:pt x="58" y="0"/>
                    <a:pt x="58" y="0"/>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0" name="Freeform 45"/>
            <p:cNvSpPr>
              <a:spLocks noEditPoints="1"/>
            </p:cNvSpPr>
            <p:nvPr/>
          </p:nvSpPr>
          <p:spPr bwMode="gray">
            <a:xfrm>
              <a:off x="8693450" y="5112070"/>
              <a:ext cx="246063" cy="301625"/>
            </a:xfrm>
            <a:custGeom>
              <a:avLst/>
              <a:gdLst>
                <a:gd name="T0" fmla="*/ 100 w 178"/>
                <a:gd name="T1" fmla="*/ 161 h 219"/>
                <a:gd name="T2" fmla="*/ 175 w 178"/>
                <a:gd name="T3" fmla="*/ 114 h 219"/>
                <a:gd name="T4" fmla="*/ 176 w 178"/>
                <a:gd name="T5" fmla="*/ 113 h 219"/>
                <a:gd name="T6" fmla="*/ 176 w 178"/>
                <a:gd name="T7" fmla="*/ 113 h 219"/>
                <a:gd name="T8" fmla="*/ 177 w 178"/>
                <a:gd name="T9" fmla="*/ 112 h 219"/>
                <a:gd name="T10" fmla="*/ 177 w 178"/>
                <a:gd name="T11" fmla="*/ 110 h 219"/>
                <a:gd name="T12" fmla="*/ 177 w 178"/>
                <a:gd name="T13" fmla="*/ 109 h 219"/>
                <a:gd name="T14" fmla="*/ 177 w 178"/>
                <a:gd name="T15" fmla="*/ 108 h 219"/>
                <a:gd name="T16" fmla="*/ 176 w 178"/>
                <a:gd name="T17" fmla="*/ 107 h 219"/>
                <a:gd name="T18" fmla="*/ 176 w 178"/>
                <a:gd name="T19" fmla="*/ 107 h 219"/>
                <a:gd name="T20" fmla="*/ 175 w 178"/>
                <a:gd name="T21" fmla="*/ 106 h 219"/>
                <a:gd name="T22" fmla="*/ 174 w 178"/>
                <a:gd name="T23" fmla="*/ 105 h 219"/>
                <a:gd name="T24" fmla="*/ 100 w 178"/>
                <a:gd name="T25" fmla="*/ 58 h 219"/>
                <a:gd name="T26" fmla="*/ 176 w 178"/>
                <a:gd name="T27" fmla="*/ 3 h 219"/>
                <a:gd name="T28" fmla="*/ 89 w 178"/>
                <a:gd name="T29" fmla="*/ 51 h 219"/>
                <a:gd name="T30" fmla="*/ 2 w 178"/>
                <a:gd name="T31" fmla="*/ 3 h 219"/>
                <a:gd name="T32" fmla="*/ 78 w 178"/>
                <a:gd name="T33" fmla="*/ 58 h 219"/>
                <a:gd name="T34" fmla="*/ 3 w 178"/>
                <a:gd name="T35" fmla="*/ 105 h 219"/>
                <a:gd name="T36" fmla="*/ 2 w 178"/>
                <a:gd name="T37" fmla="*/ 106 h 219"/>
                <a:gd name="T38" fmla="*/ 2 w 178"/>
                <a:gd name="T39" fmla="*/ 107 h 219"/>
                <a:gd name="T40" fmla="*/ 2 w 178"/>
                <a:gd name="T41" fmla="*/ 107 h 219"/>
                <a:gd name="T42" fmla="*/ 1 w 178"/>
                <a:gd name="T43" fmla="*/ 108 h 219"/>
                <a:gd name="T44" fmla="*/ 1 w 178"/>
                <a:gd name="T45" fmla="*/ 109 h 219"/>
                <a:gd name="T46" fmla="*/ 1 w 178"/>
                <a:gd name="T47" fmla="*/ 110 h 219"/>
                <a:gd name="T48" fmla="*/ 1 w 178"/>
                <a:gd name="T49" fmla="*/ 112 h 219"/>
                <a:gd name="T50" fmla="*/ 1 w 178"/>
                <a:gd name="T51" fmla="*/ 113 h 219"/>
                <a:gd name="T52" fmla="*/ 2 w 178"/>
                <a:gd name="T53" fmla="*/ 113 h 219"/>
                <a:gd name="T54" fmla="*/ 3 w 178"/>
                <a:gd name="T55" fmla="*/ 114 h 219"/>
                <a:gd name="T56" fmla="*/ 78 w 178"/>
                <a:gd name="T57" fmla="*/ 161 h 219"/>
                <a:gd name="T58" fmla="*/ 2 w 178"/>
                <a:gd name="T59" fmla="*/ 216 h 219"/>
                <a:gd name="T60" fmla="*/ 10 w 178"/>
                <a:gd name="T61" fmla="*/ 218 h 219"/>
                <a:gd name="T62" fmla="*/ 168 w 178"/>
                <a:gd name="T63" fmla="*/ 218 h 219"/>
                <a:gd name="T64" fmla="*/ 176 w 178"/>
                <a:gd name="T65" fmla="*/ 216 h 219"/>
                <a:gd name="T66" fmla="*/ 18 w 178"/>
                <a:gd name="T67" fmla="*/ 110 h 219"/>
                <a:gd name="T68" fmla="*/ 160 w 178"/>
                <a:gd name="T69" fmla="*/ 110 h 219"/>
                <a:gd name="T70" fmla="*/ 18 w 178"/>
                <a:gd name="T71" fmla="*/ 11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78" h="219">
                  <a:moveTo>
                    <a:pt x="174" y="208"/>
                  </a:moveTo>
                  <a:cubicBezTo>
                    <a:pt x="100" y="161"/>
                    <a:pt x="100" y="161"/>
                    <a:pt x="100" y="161"/>
                  </a:cubicBezTo>
                  <a:cubicBezTo>
                    <a:pt x="174" y="115"/>
                    <a:pt x="174" y="115"/>
                    <a:pt x="174" y="115"/>
                  </a:cubicBezTo>
                  <a:cubicBezTo>
                    <a:pt x="175" y="114"/>
                    <a:pt x="175" y="114"/>
                    <a:pt x="175" y="114"/>
                  </a:cubicBezTo>
                  <a:cubicBezTo>
                    <a:pt x="175" y="114"/>
                    <a:pt x="175" y="114"/>
                    <a:pt x="175" y="114"/>
                  </a:cubicBezTo>
                  <a:cubicBezTo>
                    <a:pt x="175" y="114"/>
                    <a:pt x="176" y="114"/>
                    <a:pt x="176" y="113"/>
                  </a:cubicBezTo>
                  <a:cubicBezTo>
                    <a:pt x="176" y="113"/>
                    <a:pt x="176" y="113"/>
                    <a:pt x="176" y="113"/>
                  </a:cubicBezTo>
                  <a:cubicBezTo>
                    <a:pt x="176" y="113"/>
                    <a:pt x="176" y="113"/>
                    <a:pt x="176" y="113"/>
                  </a:cubicBezTo>
                  <a:cubicBezTo>
                    <a:pt x="177" y="112"/>
                    <a:pt x="177" y="112"/>
                    <a:pt x="177" y="112"/>
                  </a:cubicBezTo>
                  <a:cubicBezTo>
                    <a:pt x="177" y="112"/>
                    <a:pt x="177" y="112"/>
                    <a:pt x="177" y="112"/>
                  </a:cubicBezTo>
                  <a:cubicBezTo>
                    <a:pt x="177" y="111"/>
                    <a:pt x="177" y="111"/>
                    <a:pt x="177" y="111"/>
                  </a:cubicBezTo>
                  <a:cubicBezTo>
                    <a:pt x="177" y="110"/>
                    <a:pt x="177" y="110"/>
                    <a:pt x="177" y="110"/>
                  </a:cubicBezTo>
                  <a:cubicBezTo>
                    <a:pt x="177" y="110"/>
                    <a:pt x="177" y="110"/>
                    <a:pt x="177" y="110"/>
                  </a:cubicBezTo>
                  <a:cubicBezTo>
                    <a:pt x="177" y="109"/>
                    <a:pt x="177" y="109"/>
                    <a:pt x="177" y="109"/>
                  </a:cubicBezTo>
                  <a:cubicBezTo>
                    <a:pt x="177" y="109"/>
                    <a:pt x="177" y="109"/>
                    <a:pt x="177" y="109"/>
                  </a:cubicBezTo>
                  <a:cubicBezTo>
                    <a:pt x="177" y="108"/>
                    <a:pt x="177" y="108"/>
                    <a:pt x="177" y="108"/>
                  </a:cubicBezTo>
                  <a:cubicBezTo>
                    <a:pt x="177" y="108"/>
                    <a:pt x="177" y="108"/>
                    <a:pt x="177" y="108"/>
                  </a:cubicBezTo>
                  <a:cubicBezTo>
                    <a:pt x="176" y="107"/>
                    <a:pt x="176" y="107"/>
                    <a:pt x="176" y="107"/>
                  </a:cubicBezTo>
                  <a:cubicBezTo>
                    <a:pt x="176" y="107"/>
                    <a:pt x="176" y="107"/>
                    <a:pt x="176" y="107"/>
                  </a:cubicBezTo>
                  <a:cubicBezTo>
                    <a:pt x="176" y="107"/>
                    <a:pt x="176" y="107"/>
                    <a:pt x="176" y="107"/>
                  </a:cubicBezTo>
                  <a:cubicBezTo>
                    <a:pt x="176" y="106"/>
                    <a:pt x="176" y="106"/>
                    <a:pt x="176" y="106"/>
                  </a:cubicBezTo>
                  <a:cubicBezTo>
                    <a:pt x="175" y="106"/>
                    <a:pt x="175" y="106"/>
                    <a:pt x="175" y="106"/>
                  </a:cubicBezTo>
                  <a:cubicBezTo>
                    <a:pt x="175" y="105"/>
                    <a:pt x="175" y="105"/>
                    <a:pt x="175" y="105"/>
                  </a:cubicBezTo>
                  <a:cubicBezTo>
                    <a:pt x="174" y="105"/>
                    <a:pt x="174" y="105"/>
                    <a:pt x="174" y="105"/>
                  </a:cubicBezTo>
                  <a:cubicBezTo>
                    <a:pt x="174" y="105"/>
                    <a:pt x="174" y="105"/>
                    <a:pt x="174" y="105"/>
                  </a:cubicBezTo>
                  <a:cubicBezTo>
                    <a:pt x="100" y="58"/>
                    <a:pt x="100" y="58"/>
                    <a:pt x="100" y="58"/>
                  </a:cubicBezTo>
                  <a:cubicBezTo>
                    <a:pt x="174" y="12"/>
                    <a:pt x="174" y="12"/>
                    <a:pt x="174" y="12"/>
                  </a:cubicBezTo>
                  <a:cubicBezTo>
                    <a:pt x="177" y="10"/>
                    <a:pt x="178" y="6"/>
                    <a:pt x="176" y="3"/>
                  </a:cubicBezTo>
                  <a:cubicBezTo>
                    <a:pt x="174" y="1"/>
                    <a:pt x="171" y="0"/>
                    <a:pt x="168" y="2"/>
                  </a:cubicBezTo>
                  <a:cubicBezTo>
                    <a:pt x="89" y="51"/>
                    <a:pt x="89" y="51"/>
                    <a:pt x="89" y="51"/>
                  </a:cubicBezTo>
                  <a:cubicBezTo>
                    <a:pt x="10" y="2"/>
                    <a:pt x="10" y="2"/>
                    <a:pt x="10" y="2"/>
                  </a:cubicBezTo>
                  <a:cubicBezTo>
                    <a:pt x="7" y="0"/>
                    <a:pt x="3" y="1"/>
                    <a:pt x="2" y="3"/>
                  </a:cubicBezTo>
                  <a:cubicBezTo>
                    <a:pt x="0" y="6"/>
                    <a:pt x="1" y="10"/>
                    <a:pt x="4" y="12"/>
                  </a:cubicBezTo>
                  <a:cubicBezTo>
                    <a:pt x="78" y="58"/>
                    <a:pt x="78" y="58"/>
                    <a:pt x="78" y="58"/>
                  </a:cubicBezTo>
                  <a:cubicBezTo>
                    <a:pt x="4" y="105"/>
                    <a:pt x="4" y="105"/>
                    <a:pt x="4" y="105"/>
                  </a:cubicBezTo>
                  <a:cubicBezTo>
                    <a:pt x="3" y="105"/>
                    <a:pt x="3" y="105"/>
                    <a:pt x="3" y="105"/>
                  </a:cubicBezTo>
                  <a:cubicBezTo>
                    <a:pt x="3" y="105"/>
                    <a:pt x="3" y="105"/>
                    <a:pt x="3" y="105"/>
                  </a:cubicBezTo>
                  <a:cubicBezTo>
                    <a:pt x="2" y="106"/>
                    <a:pt x="2" y="106"/>
                    <a:pt x="2" y="106"/>
                  </a:cubicBezTo>
                  <a:cubicBezTo>
                    <a:pt x="2" y="106"/>
                    <a:pt x="2" y="106"/>
                    <a:pt x="2" y="106"/>
                  </a:cubicBezTo>
                  <a:cubicBezTo>
                    <a:pt x="2" y="107"/>
                    <a:pt x="2" y="107"/>
                    <a:pt x="2" y="107"/>
                  </a:cubicBezTo>
                  <a:cubicBezTo>
                    <a:pt x="2" y="107"/>
                    <a:pt x="2" y="107"/>
                    <a:pt x="2" y="107"/>
                  </a:cubicBezTo>
                  <a:cubicBezTo>
                    <a:pt x="2" y="107"/>
                    <a:pt x="2" y="107"/>
                    <a:pt x="2" y="107"/>
                  </a:cubicBezTo>
                  <a:cubicBezTo>
                    <a:pt x="1" y="108"/>
                    <a:pt x="1" y="108"/>
                    <a:pt x="1" y="108"/>
                  </a:cubicBezTo>
                  <a:cubicBezTo>
                    <a:pt x="1" y="108"/>
                    <a:pt x="1" y="108"/>
                    <a:pt x="1" y="108"/>
                  </a:cubicBezTo>
                  <a:cubicBezTo>
                    <a:pt x="1" y="109"/>
                    <a:pt x="1" y="109"/>
                    <a:pt x="1" y="109"/>
                  </a:cubicBezTo>
                  <a:cubicBezTo>
                    <a:pt x="1" y="109"/>
                    <a:pt x="1" y="109"/>
                    <a:pt x="1" y="109"/>
                  </a:cubicBezTo>
                  <a:cubicBezTo>
                    <a:pt x="1" y="110"/>
                    <a:pt x="1" y="110"/>
                    <a:pt x="1" y="110"/>
                  </a:cubicBezTo>
                  <a:cubicBezTo>
                    <a:pt x="1" y="110"/>
                    <a:pt x="1" y="110"/>
                    <a:pt x="1" y="110"/>
                  </a:cubicBezTo>
                  <a:cubicBezTo>
                    <a:pt x="1" y="111"/>
                    <a:pt x="1" y="111"/>
                    <a:pt x="1" y="111"/>
                  </a:cubicBezTo>
                  <a:cubicBezTo>
                    <a:pt x="1" y="112"/>
                    <a:pt x="1" y="112"/>
                    <a:pt x="1" y="112"/>
                  </a:cubicBezTo>
                  <a:cubicBezTo>
                    <a:pt x="1" y="112"/>
                    <a:pt x="1" y="112"/>
                    <a:pt x="1" y="112"/>
                  </a:cubicBezTo>
                  <a:cubicBezTo>
                    <a:pt x="1" y="113"/>
                    <a:pt x="1" y="113"/>
                    <a:pt x="1" y="113"/>
                  </a:cubicBezTo>
                  <a:cubicBezTo>
                    <a:pt x="2" y="113"/>
                    <a:pt x="2" y="113"/>
                    <a:pt x="2" y="113"/>
                  </a:cubicBezTo>
                  <a:cubicBezTo>
                    <a:pt x="2" y="113"/>
                    <a:pt x="2" y="113"/>
                    <a:pt x="2" y="113"/>
                  </a:cubicBezTo>
                  <a:cubicBezTo>
                    <a:pt x="2" y="114"/>
                    <a:pt x="2" y="114"/>
                    <a:pt x="3" y="114"/>
                  </a:cubicBezTo>
                  <a:cubicBezTo>
                    <a:pt x="3" y="114"/>
                    <a:pt x="3" y="114"/>
                    <a:pt x="3" y="114"/>
                  </a:cubicBezTo>
                  <a:cubicBezTo>
                    <a:pt x="4" y="115"/>
                    <a:pt x="4" y="115"/>
                    <a:pt x="4" y="115"/>
                  </a:cubicBezTo>
                  <a:cubicBezTo>
                    <a:pt x="78" y="161"/>
                    <a:pt x="78" y="161"/>
                    <a:pt x="78" y="161"/>
                  </a:cubicBezTo>
                  <a:cubicBezTo>
                    <a:pt x="4" y="208"/>
                    <a:pt x="4" y="208"/>
                    <a:pt x="4" y="208"/>
                  </a:cubicBezTo>
                  <a:cubicBezTo>
                    <a:pt x="1" y="210"/>
                    <a:pt x="0" y="213"/>
                    <a:pt x="2" y="216"/>
                  </a:cubicBezTo>
                  <a:cubicBezTo>
                    <a:pt x="3" y="218"/>
                    <a:pt x="5" y="219"/>
                    <a:pt x="7" y="219"/>
                  </a:cubicBezTo>
                  <a:cubicBezTo>
                    <a:pt x="8" y="219"/>
                    <a:pt x="9" y="219"/>
                    <a:pt x="10" y="218"/>
                  </a:cubicBezTo>
                  <a:cubicBezTo>
                    <a:pt x="89" y="169"/>
                    <a:pt x="89" y="169"/>
                    <a:pt x="89" y="169"/>
                  </a:cubicBezTo>
                  <a:cubicBezTo>
                    <a:pt x="168" y="218"/>
                    <a:pt x="168" y="218"/>
                    <a:pt x="168" y="218"/>
                  </a:cubicBezTo>
                  <a:cubicBezTo>
                    <a:pt x="169" y="219"/>
                    <a:pt x="170" y="219"/>
                    <a:pt x="171" y="219"/>
                  </a:cubicBezTo>
                  <a:cubicBezTo>
                    <a:pt x="173" y="219"/>
                    <a:pt x="175" y="218"/>
                    <a:pt x="176" y="216"/>
                  </a:cubicBezTo>
                  <a:cubicBezTo>
                    <a:pt x="178" y="213"/>
                    <a:pt x="177" y="210"/>
                    <a:pt x="174" y="208"/>
                  </a:cubicBezTo>
                  <a:close/>
                  <a:moveTo>
                    <a:pt x="18" y="110"/>
                  </a:moveTo>
                  <a:cubicBezTo>
                    <a:pt x="89" y="65"/>
                    <a:pt x="89" y="65"/>
                    <a:pt x="89" y="65"/>
                  </a:cubicBezTo>
                  <a:cubicBezTo>
                    <a:pt x="160" y="110"/>
                    <a:pt x="160" y="110"/>
                    <a:pt x="160" y="110"/>
                  </a:cubicBezTo>
                  <a:cubicBezTo>
                    <a:pt x="89" y="154"/>
                    <a:pt x="89" y="154"/>
                    <a:pt x="89" y="154"/>
                  </a:cubicBezTo>
                  <a:lnTo>
                    <a:pt x="18" y="11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1" name="Freeform 46"/>
            <p:cNvSpPr>
              <a:spLocks/>
            </p:cNvSpPr>
            <p:nvPr/>
          </p:nvSpPr>
          <p:spPr bwMode="gray">
            <a:xfrm>
              <a:off x="8642650" y="5386708"/>
              <a:ext cx="346075" cy="112712"/>
            </a:xfrm>
            <a:custGeom>
              <a:avLst/>
              <a:gdLst>
                <a:gd name="T0" fmla="*/ 250 w 250"/>
                <a:gd name="T1" fmla="*/ 72 h 81"/>
                <a:gd name="T2" fmla="*/ 241 w 250"/>
                <a:gd name="T3" fmla="*/ 81 h 81"/>
                <a:gd name="T4" fmla="*/ 9 w 250"/>
                <a:gd name="T5" fmla="*/ 81 h 81"/>
                <a:gd name="T6" fmla="*/ 0 w 250"/>
                <a:gd name="T7" fmla="*/ 72 h 81"/>
                <a:gd name="T8" fmla="*/ 0 w 250"/>
                <a:gd name="T9" fmla="*/ 9 h 81"/>
                <a:gd name="T10" fmla="*/ 9 w 250"/>
                <a:gd name="T11" fmla="*/ 0 h 81"/>
                <a:gd name="T12" fmla="*/ 241 w 250"/>
                <a:gd name="T13" fmla="*/ 0 h 81"/>
                <a:gd name="T14" fmla="*/ 250 w 250"/>
                <a:gd name="T15" fmla="*/ 9 h 81"/>
                <a:gd name="T16" fmla="*/ 250 w 250"/>
                <a:gd name="T17" fmla="*/ 72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81">
                  <a:moveTo>
                    <a:pt x="250" y="72"/>
                  </a:moveTo>
                  <a:cubicBezTo>
                    <a:pt x="250" y="77"/>
                    <a:pt x="246" y="81"/>
                    <a:pt x="241" y="81"/>
                  </a:cubicBezTo>
                  <a:cubicBezTo>
                    <a:pt x="9" y="81"/>
                    <a:pt x="9" y="81"/>
                    <a:pt x="9" y="81"/>
                  </a:cubicBezTo>
                  <a:cubicBezTo>
                    <a:pt x="4" y="81"/>
                    <a:pt x="0" y="77"/>
                    <a:pt x="0" y="72"/>
                  </a:cubicBezTo>
                  <a:cubicBezTo>
                    <a:pt x="0" y="9"/>
                    <a:pt x="0" y="9"/>
                    <a:pt x="0" y="9"/>
                  </a:cubicBezTo>
                  <a:cubicBezTo>
                    <a:pt x="0" y="4"/>
                    <a:pt x="4" y="0"/>
                    <a:pt x="9" y="0"/>
                  </a:cubicBezTo>
                  <a:cubicBezTo>
                    <a:pt x="241" y="0"/>
                    <a:pt x="241" y="0"/>
                    <a:pt x="241" y="0"/>
                  </a:cubicBezTo>
                  <a:cubicBezTo>
                    <a:pt x="246" y="0"/>
                    <a:pt x="250" y="4"/>
                    <a:pt x="250" y="9"/>
                  </a:cubicBezTo>
                  <a:lnTo>
                    <a:pt x="250" y="7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2" name="Freeform 47"/>
            <p:cNvSpPr>
              <a:spLocks/>
            </p:cNvSpPr>
            <p:nvPr/>
          </p:nvSpPr>
          <p:spPr bwMode="gray">
            <a:xfrm>
              <a:off x="8642650" y="5405758"/>
              <a:ext cx="327025" cy="93662"/>
            </a:xfrm>
            <a:custGeom>
              <a:avLst/>
              <a:gdLst>
                <a:gd name="T0" fmla="*/ 22 w 236"/>
                <a:gd name="T1" fmla="*/ 55 h 68"/>
                <a:gd name="T2" fmla="*/ 14 w 236"/>
                <a:gd name="T3" fmla="*/ 46 h 68"/>
                <a:gd name="T4" fmla="*/ 14 w 236"/>
                <a:gd name="T5" fmla="*/ 0 h 68"/>
                <a:gd name="T6" fmla="*/ 0 w 236"/>
                <a:gd name="T7" fmla="*/ 0 h 68"/>
                <a:gd name="T8" fmla="*/ 0 w 236"/>
                <a:gd name="T9" fmla="*/ 59 h 68"/>
                <a:gd name="T10" fmla="*/ 9 w 236"/>
                <a:gd name="T11" fmla="*/ 68 h 68"/>
                <a:gd name="T12" fmla="*/ 236 w 236"/>
                <a:gd name="T13" fmla="*/ 68 h 68"/>
                <a:gd name="T14" fmla="*/ 236 w 236"/>
                <a:gd name="T15" fmla="*/ 55 h 68"/>
                <a:gd name="T16" fmla="*/ 22 w 236"/>
                <a:gd name="T17" fmla="*/ 55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68">
                  <a:moveTo>
                    <a:pt x="22" y="55"/>
                  </a:moveTo>
                  <a:cubicBezTo>
                    <a:pt x="17" y="55"/>
                    <a:pt x="14" y="51"/>
                    <a:pt x="14" y="46"/>
                  </a:cubicBezTo>
                  <a:cubicBezTo>
                    <a:pt x="14" y="0"/>
                    <a:pt x="14" y="0"/>
                    <a:pt x="14" y="0"/>
                  </a:cubicBezTo>
                  <a:cubicBezTo>
                    <a:pt x="0" y="0"/>
                    <a:pt x="0" y="0"/>
                    <a:pt x="0" y="0"/>
                  </a:cubicBezTo>
                  <a:cubicBezTo>
                    <a:pt x="0" y="59"/>
                    <a:pt x="0" y="59"/>
                    <a:pt x="0" y="59"/>
                  </a:cubicBezTo>
                  <a:cubicBezTo>
                    <a:pt x="0" y="64"/>
                    <a:pt x="4" y="68"/>
                    <a:pt x="9" y="68"/>
                  </a:cubicBezTo>
                  <a:cubicBezTo>
                    <a:pt x="236" y="68"/>
                    <a:pt x="236" y="68"/>
                    <a:pt x="236" y="68"/>
                  </a:cubicBezTo>
                  <a:cubicBezTo>
                    <a:pt x="236" y="55"/>
                    <a:pt x="236" y="55"/>
                    <a:pt x="236" y="55"/>
                  </a:cubicBezTo>
                  <a:lnTo>
                    <a:pt x="22" y="5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3" name="Freeform 48"/>
            <p:cNvSpPr>
              <a:spLocks/>
            </p:cNvSpPr>
            <p:nvPr/>
          </p:nvSpPr>
          <p:spPr bwMode="gray">
            <a:xfrm>
              <a:off x="8642650" y="5386708"/>
              <a:ext cx="346075" cy="112712"/>
            </a:xfrm>
            <a:custGeom>
              <a:avLst/>
              <a:gdLst>
                <a:gd name="T0" fmla="*/ 241 w 250"/>
                <a:gd name="T1" fmla="*/ 81 h 81"/>
                <a:gd name="T2" fmla="*/ 236 w 250"/>
                <a:gd name="T3" fmla="*/ 81 h 81"/>
                <a:gd name="T4" fmla="*/ 236 w 250"/>
                <a:gd name="T5" fmla="*/ 22 h 81"/>
                <a:gd name="T6" fmla="*/ 228 w 250"/>
                <a:gd name="T7" fmla="*/ 13 h 81"/>
                <a:gd name="T8" fmla="*/ 0 w 250"/>
                <a:gd name="T9" fmla="*/ 13 h 81"/>
                <a:gd name="T10" fmla="*/ 0 w 250"/>
                <a:gd name="T11" fmla="*/ 9 h 81"/>
                <a:gd name="T12" fmla="*/ 9 w 250"/>
                <a:gd name="T13" fmla="*/ 0 h 81"/>
                <a:gd name="T14" fmla="*/ 241 w 250"/>
                <a:gd name="T15" fmla="*/ 0 h 81"/>
                <a:gd name="T16" fmla="*/ 250 w 250"/>
                <a:gd name="T17" fmla="*/ 9 h 81"/>
                <a:gd name="T18" fmla="*/ 250 w 250"/>
                <a:gd name="T19" fmla="*/ 72 h 81"/>
                <a:gd name="T20" fmla="*/ 241 w 250"/>
                <a:gd name="T21" fmla="*/ 8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81">
                  <a:moveTo>
                    <a:pt x="241" y="81"/>
                  </a:moveTo>
                  <a:cubicBezTo>
                    <a:pt x="236" y="81"/>
                    <a:pt x="236" y="81"/>
                    <a:pt x="236" y="81"/>
                  </a:cubicBezTo>
                  <a:cubicBezTo>
                    <a:pt x="236" y="22"/>
                    <a:pt x="236" y="22"/>
                    <a:pt x="236" y="22"/>
                  </a:cubicBezTo>
                  <a:cubicBezTo>
                    <a:pt x="236" y="17"/>
                    <a:pt x="232" y="13"/>
                    <a:pt x="228" y="13"/>
                  </a:cubicBezTo>
                  <a:cubicBezTo>
                    <a:pt x="0" y="13"/>
                    <a:pt x="0" y="13"/>
                    <a:pt x="0" y="13"/>
                  </a:cubicBezTo>
                  <a:cubicBezTo>
                    <a:pt x="0" y="9"/>
                    <a:pt x="0" y="9"/>
                    <a:pt x="0" y="9"/>
                  </a:cubicBezTo>
                  <a:cubicBezTo>
                    <a:pt x="0" y="4"/>
                    <a:pt x="4" y="0"/>
                    <a:pt x="9" y="0"/>
                  </a:cubicBezTo>
                  <a:cubicBezTo>
                    <a:pt x="241" y="0"/>
                    <a:pt x="241" y="0"/>
                    <a:pt x="241" y="0"/>
                  </a:cubicBezTo>
                  <a:cubicBezTo>
                    <a:pt x="246" y="0"/>
                    <a:pt x="250" y="4"/>
                    <a:pt x="250" y="9"/>
                  </a:cubicBezTo>
                  <a:cubicBezTo>
                    <a:pt x="250" y="72"/>
                    <a:pt x="250" y="72"/>
                    <a:pt x="250" y="72"/>
                  </a:cubicBezTo>
                  <a:cubicBezTo>
                    <a:pt x="250" y="77"/>
                    <a:pt x="246" y="81"/>
                    <a:pt x="241" y="8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4" name="Oval 49"/>
            <p:cNvSpPr>
              <a:spLocks noChangeArrowheads="1"/>
            </p:cNvSpPr>
            <p:nvPr/>
          </p:nvSpPr>
          <p:spPr bwMode="gray">
            <a:xfrm>
              <a:off x="8674400"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5" name="Oval 50"/>
            <p:cNvSpPr>
              <a:spLocks noChangeArrowheads="1"/>
            </p:cNvSpPr>
            <p:nvPr/>
          </p:nvSpPr>
          <p:spPr bwMode="gray">
            <a:xfrm>
              <a:off x="8693450" y="5474020"/>
              <a:ext cx="49213"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6" name="Freeform 51"/>
            <p:cNvSpPr>
              <a:spLocks/>
            </p:cNvSpPr>
            <p:nvPr/>
          </p:nvSpPr>
          <p:spPr bwMode="gray">
            <a:xfrm>
              <a:off x="8693450"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7" name="Oval 52"/>
            <p:cNvSpPr>
              <a:spLocks noChangeArrowheads="1"/>
            </p:cNvSpPr>
            <p:nvPr/>
          </p:nvSpPr>
          <p:spPr bwMode="gray">
            <a:xfrm>
              <a:off x="8869662"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8" name="Oval 53"/>
            <p:cNvSpPr>
              <a:spLocks noChangeArrowheads="1"/>
            </p:cNvSpPr>
            <p:nvPr/>
          </p:nvSpPr>
          <p:spPr bwMode="gray">
            <a:xfrm>
              <a:off x="8887125" y="5474020"/>
              <a:ext cx="50800"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9" name="Freeform 54"/>
            <p:cNvSpPr>
              <a:spLocks/>
            </p:cNvSpPr>
            <p:nvPr/>
          </p:nvSpPr>
          <p:spPr bwMode="gray">
            <a:xfrm>
              <a:off x="8887125"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0" name="Freeform 55"/>
            <p:cNvSpPr>
              <a:spLocks noEditPoints="1"/>
            </p:cNvSpPr>
            <p:nvPr/>
          </p:nvSpPr>
          <p:spPr bwMode="gray">
            <a:xfrm>
              <a:off x="8631537" y="4907283"/>
              <a:ext cx="368300" cy="223837"/>
            </a:xfrm>
            <a:custGeom>
              <a:avLst/>
              <a:gdLst>
                <a:gd name="T0" fmla="*/ 258 w 266"/>
                <a:gd name="T1" fmla="*/ 0 h 163"/>
                <a:gd name="T2" fmla="*/ 8 w 266"/>
                <a:gd name="T3" fmla="*/ 0 h 163"/>
                <a:gd name="T4" fmla="*/ 0 w 266"/>
                <a:gd name="T5" fmla="*/ 8 h 163"/>
                <a:gd name="T6" fmla="*/ 8 w 266"/>
                <a:gd name="T7" fmla="*/ 16 h 163"/>
                <a:gd name="T8" fmla="*/ 23 w 266"/>
                <a:gd name="T9" fmla="*/ 16 h 163"/>
                <a:gd name="T10" fmla="*/ 23 w 266"/>
                <a:gd name="T11" fmla="*/ 102 h 163"/>
                <a:gd name="T12" fmla="*/ 17 w 266"/>
                <a:gd name="T13" fmla="*/ 102 h 163"/>
                <a:gd name="T14" fmla="*/ 8 w 266"/>
                <a:gd name="T15" fmla="*/ 111 h 163"/>
                <a:gd name="T16" fmla="*/ 8 w 266"/>
                <a:gd name="T17" fmla="*/ 155 h 163"/>
                <a:gd name="T18" fmla="*/ 17 w 266"/>
                <a:gd name="T19" fmla="*/ 163 h 163"/>
                <a:gd name="T20" fmla="*/ 249 w 266"/>
                <a:gd name="T21" fmla="*/ 163 h 163"/>
                <a:gd name="T22" fmla="*/ 258 w 266"/>
                <a:gd name="T23" fmla="*/ 155 h 163"/>
                <a:gd name="T24" fmla="*/ 258 w 266"/>
                <a:gd name="T25" fmla="*/ 111 h 163"/>
                <a:gd name="T26" fmla="*/ 249 w 266"/>
                <a:gd name="T27" fmla="*/ 102 h 163"/>
                <a:gd name="T28" fmla="*/ 243 w 266"/>
                <a:gd name="T29" fmla="*/ 102 h 163"/>
                <a:gd name="T30" fmla="*/ 243 w 266"/>
                <a:gd name="T31" fmla="*/ 16 h 163"/>
                <a:gd name="T32" fmla="*/ 258 w 266"/>
                <a:gd name="T33" fmla="*/ 16 h 163"/>
                <a:gd name="T34" fmla="*/ 266 w 266"/>
                <a:gd name="T35" fmla="*/ 8 h 163"/>
                <a:gd name="T36" fmla="*/ 258 w 266"/>
                <a:gd name="T37" fmla="*/ 0 h 163"/>
                <a:gd name="T38" fmla="*/ 189 w 266"/>
                <a:gd name="T39" fmla="*/ 16 h 163"/>
                <a:gd name="T40" fmla="*/ 189 w 266"/>
                <a:gd name="T41" fmla="*/ 102 h 163"/>
                <a:gd name="T42" fmla="*/ 160 w 266"/>
                <a:gd name="T43" fmla="*/ 102 h 163"/>
                <a:gd name="T44" fmla="*/ 160 w 266"/>
                <a:gd name="T45" fmla="*/ 16 h 163"/>
                <a:gd name="T46" fmla="*/ 189 w 266"/>
                <a:gd name="T47" fmla="*/ 16 h 163"/>
                <a:gd name="T48" fmla="*/ 148 w 266"/>
                <a:gd name="T49" fmla="*/ 16 h 163"/>
                <a:gd name="T50" fmla="*/ 148 w 266"/>
                <a:gd name="T51" fmla="*/ 102 h 163"/>
                <a:gd name="T52" fmla="*/ 118 w 266"/>
                <a:gd name="T53" fmla="*/ 102 h 163"/>
                <a:gd name="T54" fmla="*/ 118 w 266"/>
                <a:gd name="T55" fmla="*/ 16 h 163"/>
                <a:gd name="T56" fmla="*/ 148 w 266"/>
                <a:gd name="T57" fmla="*/ 16 h 163"/>
                <a:gd name="T58" fmla="*/ 106 w 266"/>
                <a:gd name="T59" fmla="*/ 16 h 163"/>
                <a:gd name="T60" fmla="*/ 106 w 266"/>
                <a:gd name="T61" fmla="*/ 102 h 163"/>
                <a:gd name="T62" fmla="*/ 77 w 266"/>
                <a:gd name="T63" fmla="*/ 102 h 163"/>
                <a:gd name="T64" fmla="*/ 77 w 266"/>
                <a:gd name="T65" fmla="*/ 16 h 163"/>
                <a:gd name="T66" fmla="*/ 106 w 266"/>
                <a:gd name="T67" fmla="*/ 16 h 163"/>
                <a:gd name="T68" fmla="*/ 35 w 266"/>
                <a:gd name="T69" fmla="*/ 16 h 163"/>
                <a:gd name="T70" fmla="*/ 65 w 266"/>
                <a:gd name="T71" fmla="*/ 16 h 163"/>
                <a:gd name="T72" fmla="*/ 65 w 266"/>
                <a:gd name="T73" fmla="*/ 102 h 163"/>
                <a:gd name="T74" fmla="*/ 35 w 266"/>
                <a:gd name="T75" fmla="*/ 102 h 163"/>
                <a:gd name="T76" fmla="*/ 35 w 266"/>
                <a:gd name="T77" fmla="*/ 16 h 163"/>
                <a:gd name="T78" fmla="*/ 201 w 266"/>
                <a:gd name="T79" fmla="*/ 102 h 163"/>
                <a:gd name="T80" fmla="*/ 201 w 266"/>
                <a:gd name="T81" fmla="*/ 16 h 163"/>
                <a:gd name="T82" fmla="*/ 231 w 266"/>
                <a:gd name="T83" fmla="*/ 16 h 163"/>
                <a:gd name="T84" fmla="*/ 231 w 266"/>
                <a:gd name="T85" fmla="*/ 102 h 163"/>
                <a:gd name="T86" fmla="*/ 201 w 266"/>
                <a:gd name="T87" fmla="*/ 102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6" h="163">
                  <a:moveTo>
                    <a:pt x="258" y="0"/>
                  </a:moveTo>
                  <a:cubicBezTo>
                    <a:pt x="8" y="0"/>
                    <a:pt x="8" y="0"/>
                    <a:pt x="8" y="0"/>
                  </a:cubicBezTo>
                  <a:cubicBezTo>
                    <a:pt x="4" y="0"/>
                    <a:pt x="0" y="4"/>
                    <a:pt x="0" y="8"/>
                  </a:cubicBezTo>
                  <a:cubicBezTo>
                    <a:pt x="0" y="13"/>
                    <a:pt x="4" y="16"/>
                    <a:pt x="8" y="16"/>
                  </a:cubicBezTo>
                  <a:cubicBezTo>
                    <a:pt x="23" y="16"/>
                    <a:pt x="23" y="16"/>
                    <a:pt x="23" y="16"/>
                  </a:cubicBezTo>
                  <a:cubicBezTo>
                    <a:pt x="23" y="102"/>
                    <a:pt x="23" y="102"/>
                    <a:pt x="23" y="102"/>
                  </a:cubicBezTo>
                  <a:cubicBezTo>
                    <a:pt x="17" y="102"/>
                    <a:pt x="17" y="102"/>
                    <a:pt x="17" y="102"/>
                  </a:cubicBezTo>
                  <a:cubicBezTo>
                    <a:pt x="12" y="102"/>
                    <a:pt x="8" y="106"/>
                    <a:pt x="8" y="111"/>
                  </a:cubicBezTo>
                  <a:cubicBezTo>
                    <a:pt x="8" y="155"/>
                    <a:pt x="8" y="155"/>
                    <a:pt x="8" y="155"/>
                  </a:cubicBezTo>
                  <a:cubicBezTo>
                    <a:pt x="8" y="160"/>
                    <a:pt x="12" y="163"/>
                    <a:pt x="17" y="163"/>
                  </a:cubicBezTo>
                  <a:cubicBezTo>
                    <a:pt x="249" y="163"/>
                    <a:pt x="249" y="163"/>
                    <a:pt x="249" y="163"/>
                  </a:cubicBezTo>
                  <a:cubicBezTo>
                    <a:pt x="254" y="163"/>
                    <a:pt x="258" y="160"/>
                    <a:pt x="258" y="155"/>
                  </a:cubicBezTo>
                  <a:cubicBezTo>
                    <a:pt x="258" y="111"/>
                    <a:pt x="258" y="111"/>
                    <a:pt x="258" y="111"/>
                  </a:cubicBezTo>
                  <a:cubicBezTo>
                    <a:pt x="258" y="106"/>
                    <a:pt x="254" y="102"/>
                    <a:pt x="249" y="102"/>
                  </a:cubicBezTo>
                  <a:cubicBezTo>
                    <a:pt x="243" y="102"/>
                    <a:pt x="243" y="102"/>
                    <a:pt x="243" y="102"/>
                  </a:cubicBezTo>
                  <a:cubicBezTo>
                    <a:pt x="243" y="16"/>
                    <a:pt x="243" y="16"/>
                    <a:pt x="243" y="16"/>
                  </a:cubicBezTo>
                  <a:cubicBezTo>
                    <a:pt x="258" y="16"/>
                    <a:pt x="258" y="16"/>
                    <a:pt x="258" y="16"/>
                  </a:cubicBezTo>
                  <a:cubicBezTo>
                    <a:pt x="262" y="16"/>
                    <a:pt x="266" y="13"/>
                    <a:pt x="266" y="8"/>
                  </a:cubicBezTo>
                  <a:cubicBezTo>
                    <a:pt x="266" y="4"/>
                    <a:pt x="262" y="0"/>
                    <a:pt x="258" y="0"/>
                  </a:cubicBezTo>
                  <a:close/>
                  <a:moveTo>
                    <a:pt x="189" y="16"/>
                  </a:moveTo>
                  <a:cubicBezTo>
                    <a:pt x="189" y="102"/>
                    <a:pt x="189" y="102"/>
                    <a:pt x="189" y="102"/>
                  </a:cubicBezTo>
                  <a:cubicBezTo>
                    <a:pt x="160" y="102"/>
                    <a:pt x="160" y="102"/>
                    <a:pt x="160" y="102"/>
                  </a:cubicBezTo>
                  <a:cubicBezTo>
                    <a:pt x="160" y="16"/>
                    <a:pt x="160" y="16"/>
                    <a:pt x="160" y="16"/>
                  </a:cubicBezTo>
                  <a:lnTo>
                    <a:pt x="189" y="16"/>
                  </a:lnTo>
                  <a:close/>
                  <a:moveTo>
                    <a:pt x="148" y="16"/>
                  </a:moveTo>
                  <a:cubicBezTo>
                    <a:pt x="148" y="102"/>
                    <a:pt x="148" y="102"/>
                    <a:pt x="148" y="102"/>
                  </a:cubicBezTo>
                  <a:cubicBezTo>
                    <a:pt x="118" y="102"/>
                    <a:pt x="118" y="102"/>
                    <a:pt x="118" y="102"/>
                  </a:cubicBezTo>
                  <a:cubicBezTo>
                    <a:pt x="118" y="16"/>
                    <a:pt x="118" y="16"/>
                    <a:pt x="118" y="16"/>
                  </a:cubicBezTo>
                  <a:lnTo>
                    <a:pt x="148" y="16"/>
                  </a:lnTo>
                  <a:close/>
                  <a:moveTo>
                    <a:pt x="106" y="16"/>
                  </a:moveTo>
                  <a:cubicBezTo>
                    <a:pt x="106" y="102"/>
                    <a:pt x="106" y="102"/>
                    <a:pt x="106" y="102"/>
                  </a:cubicBezTo>
                  <a:cubicBezTo>
                    <a:pt x="77" y="102"/>
                    <a:pt x="77" y="102"/>
                    <a:pt x="77" y="102"/>
                  </a:cubicBezTo>
                  <a:cubicBezTo>
                    <a:pt x="77" y="16"/>
                    <a:pt x="77" y="16"/>
                    <a:pt x="77" y="16"/>
                  </a:cubicBezTo>
                  <a:lnTo>
                    <a:pt x="106" y="16"/>
                  </a:lnTo>
                  <a:close/>
                  <a:moveTo>
                    <a:pt x="35" y="16"/>
                  </a:moveTo>
                  <a:cubicBezTo>
                    <a:pt x="65" y="16"/>
                    <a:pt x="65" y="16"/>
                    <a:pt x="65" y="16"/>
                  </a:cubicBezTo>
                  <a:cubicBezTo>
                    <a:pt x="65" y="102"/>
                    <a:pt x="65" y="102"/>
                    <a:pt x="65" y="102"/>
                  </a:cubicBezTo>
                  <a:cubicBezTo>
                    <a:pt x="35" y="102"/>
                    <a:pt x="35" y="102"/>
                    <a:pt x="35" y="102"/>
                  </a:cubicBezTo>
                  <a:lnTo>
                    <a:pt x="35" y="16"/>
                  </a:lnTo>
                  <a:close/>
                  <a:moveTo>
                    <a:pt x="201" y="102"/>
                  </a:moveTo>
                  <a:cubicBezTo>
                    <a:pt x="201" y="16"/>
                    <a:pt x="201" y="16"/>
                    <a:pt x="201" y="16"/>
                  </a:cubicBezTo>
                  <a:cubicBezTo>
                    <a:pt x="231" y="16"/>
                    <a:pt x="231" y="16"/>
                    <a:pt x="231" y="16"/>
                  </a:cubicBezTo>
                  <a:cubicBezTo>
                    <a:pt x="231" y="102"/>
                    <a:pt x="231" y="102"/>
                    <a:pt x="231" y="102"/>
                  </a:cubicBezTo>
                  <a:lnTo>
                    <a:pt x="201" y="10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1" name="Freeform 56"/>
            <p:cNvSpPr>
              <a:spLocks/>
            </p:cNvSpPr>
            <p:nvPr/>
          </p:nvSpPr>
          <p:spPr bwMode="gray">
            <a:xfrm>
              <a:off x="8642650" y="5067620"/>
              <a:ext cx="327025" cy="63500"/>
            </a:xfrm>
            <a:custGeom>
              <a:avLst/>
              <a:gdLst>
                <a:gd name="T0" fmla="*/ 22 w 236"/>
                <a:gd name="T1" fmla="*/ 34 h 47"/>
                <a:gd name="T2" fmla="*/ 14 w 236"/>
                <a:gd name="T3" fmla="*/ 25 h 47"/>
                <a:gd name="T4" fmla="*/ 14 w 236"/>
                <a:gd name="T5" fmla="*/ 0 h 47"/>
                <a:gd name="T6" fmla="*/ 0 w 236"/>
                <a:gd name="T7" fmla="*/ 0 h 47"/>
                <a:gd name="T8" fmla="*/ 0 w 236"/>
                <a:gd name="T9" fmla="*/ 39 h 47"/>
                <a:gd name="T10" fmla="*/ 9 w 236"/>
                <a:gd name="T11" fmla="*/ 47 h 47"/>
                <a:gd name="T12" fmla="*/ 236 w 236"/>
                <a:gd name="T13" fmla="*/ 47 h 47"/>
                <a:gd name="T14" fmla="*/ 236 w 236"/>
                <a:gd name="T15" fmla="*/ 34 h 47"/>
                <a:gd name="T16" fmla="*/ 22 w 236"/>
                <a:gd name="T17" fmla="*/ 3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47">
                  <a:moveTo>
                    <a:pt x="22" y="34"/>
                  </a:moveTo>
                  <a:cubicBezTo>
                    <a:pt x="17" y="34"/>
                    <a:pt x="14" y="30"/>
                    <a:pt x="14" y="25"/>
                  </a:cubicBezTo>
                  <a:cubicBezTo>
                    <a:pt x="14" y="0"/>
                    <a:pt x="14" y="0"/>
                    <a:pt x="14" y="0"/>
                  </a:cubicBezTo>
                  <a:cubicBezTo>
                    <a:pt x="0" y="0"/>
                    <a:pt x="0" y="0"/>
                    <a:pt x="0" y="0"/>
                  </a:cubicBezTo>
                  <a:cubicBezTo>
                    <a:pt x="0" y="39"/>
                    <a:pt x="0" y="39"/>
                    <a:pt x="0" y="39"/>
                  </a:cubicBezTo>
                  <a:cubicBezTo>
                    <a:pt x="0" y="44"/>
                    <a:pt x="4" y="47"/>
                    <a:pt x="9" y="47"/>
                  </a:cubicBezTo>
                  <a:cubicBezTo>
                    <a:pt x="236" y="47"/>
                    <a:pt x="236" y="47"/>
                    <a:pt x="236" y="47"/>
                  </a:cubicBezTo>
                  <a:cubicBezTo>
                    <a:pt x="236" y="34"/>
                    <a:pt x="236" y="34"/>
                    <a:pt x="236" y="34"/>
                  </a:cubicBezTo>
                  <a:lnTo>
                    <a:pt x="22" y="34"/>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2" name="Freeform 57"/>
            <p:cNvSpPr>
              <a:spLocks/>
            </p:cNvSpPr>
            <p:nvPr/>
          </p:nvSpPr>
          <p:spPr bwMode="gray">
            <a:xfrm>
              <a:off x="8642650" y="5046983"/>
              <a:ext cx="346075" cy="84137"/>
            </a:xfrm>
            <a:custGeom>
              <a:avLst/>
              <a:gdLst>
                <a:gd name="T0" fmla="*/ 241 w 250"/>
                <a:gd name="T1" fmla="*/ 61 h 61"/>
                <a:gd name="T2" fmla="*/ 236 w 250"/>
                <a:gd name="T3" fmla="*/ 61 h 61"/>
                <a:gd name="T4" fmla="*/ 236 w 250"/>
                <a:gd name="T5" fmla="*/ 22 h 61"/>
                <a:gd name="T6" fmla="*/ 228 w 250"/>
                <a:gd name="T7" fmla="*/ 14 h 61"/>
                <a:gd name="T8" fmla="*/ 0 w 250"/>
                <a:gd name="T9" fmla="*/ 14 h 61"/>
                <a:gd name="T10" fmla="*/ 0 w 250"/>
                <a:gd name="T11" fmla="*/ 9 h 61"/>
                <a:gd name="T12" fmla="*/ 9 w 250"/>
                <a:gd name="T13" fmla="*/ 0 h 61"/>
                <a:gd name="T14" fmla="*/ 241 w 250"/>
                <a:gd name="T15" fmla="*/ 0 h 61"/>
                <a:gd name="T16" fmla="*/ 250 w 250"/>
                <a:gd name="T17" fmla="*/ 9 h 61"/>
                <a:gd name="T18" fmla="*/ 250 w 250"/>
                <a:gd name="T19" fmla="*/ 53 h 61"/>
                <a:gd name="T20" fmla="*/ 241 w 250"/>
                <a:gd name="T21" fmla="*/ 6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61">
                  <a:moveTo>
                    <a:pt x="241" y="61"/>
                  </a:moveTo>
                  <a:cubicBezTo>
                    <a:pt x="236" y="61"/>
                    <a:pt x="236" y="61"/>
                    <a:pt x="236" y="61"/>
                  </a:cubicBezTo>
                  <a:cubicBezTo>
                    <a:pt x="236" y="22"/>
                    <a:pt x="236" y="22"/>
                    <a:pt x="236" y="22"/>
                  </a:cubicBezTo>
                  <a:cubicBezTo>
                    <a:pt x="236" y="18"/>
                    <a:pt x="232" y="14"/>
                    <a:pt x="228" y="14"/>
                  </a:cubicBezTo>
                  <a:cubicBezTo>
                    <a:pt x="0" y="14"/>
                    <a:pt x="0" y="14"/>
                    <a:pt x="0" y="14"/>
                  </a:cubicBezTo>
                  <a:cubicBezTo>
                    <a:pt x="0" y="9"/>
                    <a:pt x="0" y="9"/>
                    <a:pt x="0" y="9"/>
                  </a:cubicBezTo>
                  <a:cubicBezTo>
                    <a:pt x="0" y="4"/>
                    <a:pt x="4" y="0"/>
                    <a:pt x="9" y="0"/>
                  </a:cubicBezTo>
                  <a:cubicBezTo>
                    <a:pt x="241" y="0"/>
                    <a:pt x="241" y="0"/>
                    <a:pt x="241" y="0"/>
                  </a:cubicBezTo>
                  <a:cubicBezTo>
                    <a:pt x="246" y="0"/>
                    <a:pt x="250" y="4"/>
                    <a:pt x="250" y="9"/>
                  </a:cubicBezTo>
                  <a:cubicBezTo>
                    <a:pt x="250" y="53"/>
                    <a:pt x="250" y="53"/>
                    <a:pt x="250" y="53"/>
                  </a:cubicBezTo>
                  <a:cubicBezTo>
                    <a:pt x="250" y="58"/>
                    <a:pt x="246" y="61"/>
                    <a:pt x="241" y="6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3" name="Freeform 58"/>
            <p:cNvSpPr>
              <a:spLocks/>
            </p:cNvSpPr>
            <p:nvPr/>
          </p:nvSpPr>
          <p:spPr bwMode="gray">
            <a:xfrm>
              <a:off x="10792125" y="4919983"/>
              <a:ext cx="61913" cy="311150"/>
            </a:xfrm>
            <a:custGeom>
              <a:avLst/>
              <a:gdLst>
                <a:gd name="T0" fmla="*/ 39 w 45"/>
                <a:gd name="T1" fmla="*/ 180 h 226"/>
                <a:gd name="T2" fmla="*/ 33 w 45"/>
                <a:gd name="T3" fmla="*/ 180 h 226"/>
                <a:gd name="T4" fmla="*/ 33 w 45"/>
                <a:gd name="T5" fmla="*/ 0 h 226"/>
                <a:gd name="T6" fmla="*/ 12 w 45"/>
                <a:gd name="T7" fmla="*/ 0 h 226"/>
                <a:gd name="T8" fmla="*/ 12 w 45"/>
                <a:gd name="T9" fmla="*/ 180 h 226"/>
                <a:gd name="T10" fmla="*/ 5 w 45"/>
                <a:gd name="T11" fmla="*/ 180 h 226"/>
                <a:gd name="T12" fmla="*/ 0 w 45"/>
                <a:gd name="T13" fmla="*/ 186 h 226"/>
                <a:gd name="T14" fmla="*/ 0 w 45"/>
                <a:gd name="T15" fmla="*/ 226 h 226"/>
                <a:gd name="T16" fmla="*/ 45 w 45"/>
                <a:gd name="T17" fmla="*/ 226 h 226"/>
                <a:gd name="T18" fmla="*/ 45 w 45"/>
                <a:gd name="T19" fmla="*/ 186 h 226"/>
                <a:gd name="T20" fmla="*/ 39 w 45"/>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5" h="226">
                  <a:moveTo>
                    <a:pt x="39" y="180"/>
                  </a:moveTo>
                  <a:cubicBezTo>
                    <a:pt x="33" y="180"/>
                    <a:pt x="33" y="180"/>
                    <a:pt x="33" y="180"/>
                  </a:cubicBezTo>
                  <a:cubicBezTo>
                    <a:pt x="33" y="0"/>
                    <a:pt x="33" y="0"/>
                    <a:pt x="33" y="0"/>
                  </a:cubicBez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45" y="226"/>
                    <a:pt x="45" y="226"/>
                    <a:pt x="45" y="226"/>
                  </a:cubicBezTo>
                  <a:cubicBezTo>
                    <a:pt x="45" y="186"/>
                    <a:pt x="45" y="186"/>
                    <a:pt x="45" y="186"/>
                  </a:cubicBezTo>
                  <a:cubicBezTo>
                    <a:pt x="45" y="182"/>
                    <a:pt x="42" y="180"/>
                    <a:pt x="39" y="180"/>
                  </a:cubicBezTo>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4" name="Freeform 59"/>
            <p:cNvSpPr>
              <a:spLocks/>
            </p:cNvSpPr>
            <p:nvPr/>
          </p:nvSpPr>
          <p:spPr bwMode="gray">
            <a:xfrm>
              <a:off x="10827050" y="4919983"/>
              <a:ext cx="26988" cy="311150"/>
            </a:xfrm>
            <a:custGeom>
              <a:avLst/>
              <a:gdLst>
                <a:gd name="T0" fmla="*/ 14 w 20"/>
                <a:gd name="T1" fmla="*/ 180 h 226"/>
                <a:gd name="T2" fmla="*/ 8 w 20"/>
                <a:gd name="T3" fmla="*/ 180 h 226"/>
                <a:gd name="T4" fmla="*/ 8 w 20"/>
                <a:gd name="T5" fmla="*/ 0 h 226"/>
                <a:gd name="T6" fmla="*/ 0 w 20"/>
                <a:gd name="T7" fmla="*/ 0 h 226"/>
                <a:gd name="T8" fmla="*/ 0 w 20"/>
                <a:gd name="T9" fmla="*/ 180 h 226"/>
                <a:gd name="T10" fmla="*/ 6 w 20"/>
                <a:gd name="T11" fmla="*/ 180 h 226"/>
                <a:gd name="T12" fmla="*/ 12 w 20"/>
                <a:gd name="T13" fmla="*/ 186 h 226"/>
                <a:gd name="T14" fmla="*/ 12 w 20"/>
                <a:gd name="T15" fmla="*/ 226 h 226"/>
                <a:gd name="T16" fmla="*/ 20 w 20"/>
                <a:gd name="T17" fmla="*/ 226 h 226"/>
                <a:gd name="T18" fmla="*/ 20 w 20"/>
                <a:gd name="T19" fmla="*/ 186 h 226"/>
                <a:gd name="T20" fmla="*/ 14 w 20"/>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226">
                  <a:moveTo>
                    <a:pt x="14" y="180"/>
                  </a:moveTo>
                  <a:cubicBezTo>
                    <a:pt x="8" y="180"/>
                    <a:pt x="8" y="180"/>
                    <a:pt x="8" y="180"/>
                  </a:cubicBezTo>
                  <a:cubicBezTo>
                    <a:pt x="8" y="0"/>
                    <a:pt x="8" y="0"/>
                    <a:pt x="8" y="0"/>
                  </a:cubicBezTo>
                  <a:cubicBezTo>
                    <a:pt x="0" y="0"/>
                    <a:pt x="0" y="0"/>
                    <a:pt x="0" y="0"/>
                  </a:cubicBezTo>
                  <a:cubicBezTo>
                    <a:pt x="0" y="180"/>
                    <a:pt x="0" y="180"/>
                    <a:pt x="0" y="180"/>
                  </a:cubicBezTo>
                  <a:cubicBezTo>
                    <a:pt x="6" y="180"/>
                    <a:pt x="6" y="180"/>
                    <a:pt x="6" y="180"/>
                  </a:cubicBezTo>
                  <a:cubicBezTo>
                    <a:pt x="9" y="180"/>
                    <a:pt x="12" y="182"/>
                    <a:pt x="12" y="186"/>
                  </a:cubicBezTo>
                  <a:cubicBezTo>
                    <a:pt x="12" y="226"/>
                    <a:pt x="12" y="226"/>
                    <a:pt x="12" y="226"/>
                  </a:cubicBezTo>
                  <a:cubicBezTo>
                    <a:pt x="20" y="226"/>
                    <a:pt x="20" y="226"/>
                    <a:pt x="20" y="226"/>
                  </a:cubicBezTo>
                  <a:cubicBezTo>
                    <a:pt x="20" y="186"/>
                    <a:pt x="20" y="186"/>
                    <a:pt x="20" y="186"/>
                  </a:cubicBezTo>
                  <a:cubicBezTo>
                    <a:pt x="20" y="182"/>
                    <a:pt x="17" y="180"/>
                    <a:pt x="14" y="18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5" name="Freeform 60"/>
            <p:cNvSpPr>
              <a:spLocks/>
            </p:cNvSpPr>
            <p:nvPr/>
          </p:nvSpPr>
          <p:spPr bwMode="gray">
            <a:xfrm>
              <a:off x="10792125" y="4919983"/>
              <a:ext cx="25400" cy="311150"/>
            </a:xfrm>
            <a:custGeom>
              <a:avLst/>
              <a:gdLst>
                <a:gd name="T0" fmla="*/ 19 w 19"/>
                <a:gd name="T1" fmla="*/ 0 h 226"/>
                <a:gd name="T2" fmla="*/ 12 w 19"/>
                <a:gd name="T3" fmla="*/ 0 h 226"/>
                <a:gd name="T4" fmla="*/ 12 w 19"/>
                <a:gd name="T5" fmla="*/ 180 h 226"/>
                <a:gd name="T6" fmla="*/ 5 w 19"/>
                <a:gd name="T7" fmla="*/ 180 h 226"/>
                <a:gd name="T8" fmla="*/ 0 w 19"/>
                <a:gd name="T9" fmla="*/ 186 h 226"/>
                <a:gd name="T10" fmla="*/ 0 w 19"/>
                <a:gd name="T11" fmla="*/ 226 h 226"/>
                <a:gd name="T12" fmla="*/ 7 w 19"/>
                <a:gd name="T13" fmla="*/ 226 h 226"/>
                <a:gd name="T14" fmla="*/ 7 w 19"/>
                <a:gd name="T15" fmla="*/ 186 h 226"/>
                <a:gd name="T16" fmla="*/ 13 w 19"/>
                <a:gd name="T17" fmla="*/ 180 h 226"/>
                <a:gd name="T18" fmla="*/ 19 w 19"/>
                <a:gd name="T19" fmla="*/ 180 h 226"/>
                <a:gd name="T20" fmla="*/ 19 w 19"/>
                <a:gd name="T21" fmla="*/ 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 h="226">
                  <a:moveTo>
                    <a:pt x="19" y="0"/>
                  </a:move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7" y="226"/>
                    <a:pt x="7" y="226"/>
                    <a:pt x="7" y="226"/>
                  </a:cubicBezTo>
                  <a:cubicBezTo>
                    <a:pt x="7" y="186"/>
                    <a:pt x="7" y="186"/>
                    <a:pt x="7" y="186"/>
                  </a:cubicBezTo>
                  <a:cubicBezTo>
                    <a:pt x="7" y="182"/>
                    <a:pt x="10" y="180"/>
                    <a:pt x="13" y="180"/>
                  </a:cubicBezTo>
                  <a:cubicBezTo>
                    <a:pt x="19" y="180"/>
                    <a:pt x="19" y="180"/>
                    <a:pt x="19" y="180"/>
                  </a:cubicBezTo>
                  <a:cubicBezTo>
                    <a:pt x="19" y="0"/>
                    <a:pt x="19" y="0"/>
                    <a:pt x="19" y="0"/>
                  </a:cubicBezTo>
                </a:path>
              </a:pathLst>
            </a:custGeom>
            <a:solidFill>
              <a:srgbClr val="FFC7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6" name="Freeform 61"/>
            <p:cNvSpPr>
              <a:spLocks/>
            </p:cNvSpPr>
            <p:nvPr/>
          </p:nvSpPr>
          <p:spPr bwMode="gray">
            <a:xfrm>
              <a:off x="10068225" y="4172270"/>
              <a:ext cx="242888" cy="239712"/>
            </a:xfrm>
            <a:custGeom>
              <a:avLst/>
              <a:gdLst>
                <a:gd name="T0" fmla="*/ 153 w 153"/>
                <a:gd name="T1" fmla="*/ 98 h 151"/>
                <a:gd name="T2" fmla="*/ 100 w 153"/>
                <a:gd name="T3" fmla="*/ 151 h 151"/>
                <a:gd name="T4" fmla="*/ 0 w 153"/>
                <a:gd name="T5" fmla="*/ 52 h 151"/>
                <a:gd name="T6" fmla="*/ 53 w 153"/>
                <a:gd name="T7" fmla="*/ 0 h 151"/>
                <a:gd name="T8" fmla="*/ 153 w 153"/>
                <a:gd name="T9" fmla="*/ 98 h 151"/>
              </a:gdLst>
              <a:ahLst/>
              <a:cxnLst>
                <a:cxn ang="0">
                  <a:pos x="T0" y="T1"/>
                </a:cxn>
                <a:cxn ang="0">
                  <a:pos x="T2" y="T3"/>
                </a:cxn>
                <a:cxn ang="0">
                  <a:pos x="T4" y="T5"/>
                </a:cxn>
                <a:cxn ang="0">
                  <a:pos x="T6" y="T7"/>
                </a:cxn>
                <a:cxn ang="0">
                  <a:pos x="T8" y="T9"/>
                </a:cxn>
              </a:cxnLst>
              <a:rect l="0" t="0" r="r" b="b"/>
              <a:pathLst>
                <a:path w="153" h="151">
                  <a:moveTo>
                    <a:pt x="153" y="98"/>
                  </a:moveTo>
                  <a:lnTo>
                    <a:pt x="100" y="151"/>
                  </a:lnTo>
                  <a:lnTo>
                    <a:pt x="0" y="52"/>
                  </a:lnTo>
                  <a:lnTo>
                    <a:pt x="53" y="0"/>
                  </a:lnTo>
                  <a:lnTo>
                    <a:pt x="153" y="98"/>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7" name="Freeform 62"/>
            <p:cNvSpPr>
              <a:spLocks/>
            </p:cNvSpPr>
            <p:nvPr/>
          </p:nvSpPr>
          <p:spPr bwMode="gray">
            <a:xfrm>
              <a:off x="9560225" y="3665858"/>
              <a:ext cx="579438" cy="576262"/>
            </a:xfrm>
            <a:custGeom>
              <a:avLst/>
              <a:gdLst>
                <a:gd name="T0" fmla="*/ 415 w 419"/>
                <a:gd name="T1" fmla="*/ 379 h 419"/>
                <a:gd name="T2" fmla="*/ 415 w 419"/>
                <a:gd name="T3" fmla="*/ 392 h 419"/>
                <a:gd name="T4" fmla="*/ 392 w 419"/>
                <a:gd name="T5" fmla="*/ 415 h 419"/>
                <a:gd name="T6" fmla="*/ 380 w 419"/>
                <a:gd name="T7" fmla="*/ 415 h 419"/>
                <a:gd name="T8" fmla="*/ 3 w 419"/>
                <a:gd name="T9" fmla="*/ 39 h 419"/>
                <a:gd name="T10" fmla="*/ 3 w 419"/>
                <a:gd name="T11" fmla="*/ 27 h 419"/>
                <a:gd name="T12" fmla="*/ 27 w 419"/>
                <a:gd name="T13" fmla="*/ 3 h 419"/>
                <a:gd name="T14" fmla="*/ 39 w 419"/>
                <a:gd name="T15" fmla="*/ 3 h 419"/>
                <a:gd name="T16" fmla="*/ 415 w 419"/>
                <a:gd name="T17" fmla="*/ 379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19" h="419">
                  <a:moveTo>
                    <a:pt x="415" y="379"/>
                  </a:moveTo>
                  <a:cubicBezTo>
                    <a:pt x="419" y="383"/>
                    <a:pt x="419" y="388"/>
                    <a:pt x="415" y="392"/>
                  </a:cubicBezTo>
                  <a:cubicBezTo>
                    <a:pt x="392" y="415"/>
                    <a:pt x="392" y="415"/>
                    <a:pt x="392" y="415"/>
                  </a:cubicBezTo>
                  <a:cubicBezTo>
                    <a:pt x="388" y="419"/>
                    <a:pt x="383" y="419"/>
                    <a:pt x="380" y="415"/>
                  </a:cubicBezTo>
                  <a:cubicBezTo>
                    <a:pt x="3" y="39"/>
                    <a:pt x="3" y="39"/>
                    <a:pt x="3" y="39"/>
                  </a:cubicBezTo>
                  <a:cubicBezTo>
                    <a:pt x="0" y="35"/>
                    <a:pt x="0" y="30"/>
                    <a:pt x="3" y="27"/>
                  </a:cubicBezTo>
                  <a:cubicBezTo>
                    <a:pt x="27" y="3"/>
                    <a:pt x="27" y="3"/>
                    <a:pt x="27" y="3"/>
                  </a:cubicBezTo>
                  <a:cubicBezTo>
                    <a:pt x="30" y="0"/>
                    <a:pt x="36" y="0"/>
                    <a:pt x="39" y="3"/>
                  </a:cubicBezTo>
                  <a:lnTo>
                    <a:pt x="415" y="379"/>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8" name="Freeform 63"/>
            <p:cNvSpPr>
              <a:spLocks/>
            </p:cNvSpPr>
            <p:nvPr/>
          </p:nvSpPr>
          <p:spPr bwMode="gray">
            <a:xfrm>
              <a:off x="10185700" y="4288158"/>
              <a:ext cx="1066800" cy="1058862"/>
            </a:xfrm>
            <a:custGeom>
              <a:avLst/>
              <a:gdLst>
                <a:gd name="T0" fmla="*/ 672 w 672"/>
                <a:gd name="T1" fmla="*/ 594 h 667"/>
                <a:gd name="T2" fmla="*/ 597 w 672"/>
                <a:gd name="T3" fmla="*/ 667 h 667"/>
                <a:gd name="T4" fmla="*/ 0 w 672"/>
                <a:gd name="T5" fmla="*/ 74 h 667"/>
                <a:gd name="T6" fmla="*/ 74 w 672"/>
                <a:gd name="T7" fmla="*/ 0 h 667"/>
                <a:gd name="T8" fmla="*/ 672 w 672"/>
                <a:gd name="T9" fmla="*/ 594 h 667"/>
              </a:gdLst>
              <a:ahLst/>
              <a:cxnLst>
                <a:cxn ang="0">
                  <a:pos x="T0" y="T1"/>
                </a:cxn>
                <a:cxn ang="0">
                  <a:pos x="T2" y="T3"/>
                </a:cxn>
                <a:cxn ang="0">
                  <a:pos x="T4" y="T5"/>
                </a:cxn>
                <a:cxn ang="0">
                  <a:pos x="T6" y="T7"/>
                </a:cxn>
                <a:cxn ang="0">
                  <a:pos x="T8" y="T9"/>
                </a:cxn>
              </a:cxnLst>
              <a:rect l="0" t="0" r="r" b="b"/>
              <a:pathLst>
                <a:path w="672" h="667">
                  <a:moveTo>
                    <a:pt x="672" y="594"/>
                  </a:moveTo>
                  <a:lnTo>
                    <a:pt x="597" y="667"/>
                  </a:lnTo>
                  <a:lnTo>
                    <a:pt x="0" y="74"/>
                  </a:lnTo>
                  <a:lnTo>
                    <a:pt x="74" y="0"/>
                  </a:lnTo>
                  <a:lnTo>
                    <a:pt x="672" y="594"/>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9" name="Freeform 64"/>
            <p:cNvSpPr>
              <a:spLocks/>
            </p:cNvSpPr>
            <p:nvPr/>
          </p:nvSpPr>
          <p:spPr bwMode="gray">
            <a:xfrm>
              <a:off x="10055525" y="4159570"/>
              <a:ext cx="109538" cy="106362"/>
            </a:xfrm>
            <a:custGeom>
              <a:avLst/>
              <a:gdLst>
                <a:gd name="T0" fmla="*/ 9 w 79"/>
                <a:gd name="T1" fmla="*/ 77 h 77"/>
                <a:gd name="T2" fmla="*/ 4 w 79"/>
                <a:gd name="T3" fmla="*/ 75 h 77"/>
                <a:gd name="T4" fmla="*/ 4 w 79"/>
                <a:gd name="T5" fmla="*/ 64 h 77"/>
                <a:gd name="T6" fmla="*/ 64 w 79"/>
                <a:gd name="T7" fmla="*/ 3 h 77"/>
                <a:gd name="T8" fmla="*/ 75 w 79"/>
                <a:gd name="T9" fmla="*/ 3 h 77"/>
                <a:gd name="T10" fmla="*/ 75 w 79"/>
                <a:gd name="T11" fmla="*/ 15 h 77"/>
                <a:gd name="T12" fmla="*/ 15 w 79"/>
                <a:gd name="T13" fmla="*/ 75 h 77"/>
                <a:gd name="T14" fmla="*/ 9 w 79"/>
                <a:gd name="T15" fmla="*/ 77 h 7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77">
                  <a:moveTo>
                    <a:pt x="9" y="77"/>
                  </a:moveTo>
                  <a:cubicBezTo>
                    <a:pt x="7" y="77"/>
                    <a:pt x="5" y="77"/>
                    <a:pt x="4" y="75"/>
                  </a:cubicBezTo>
                  <a:cubicBezTo>
                    <a:pt x="0" y="72"/>
                    <a:pt x="0" y="67"/>
                    <a:pt x="4" y="64"/>
                  </a:cubicBezTo>
                  <a:cubicBezTo>
                    <a:pt x="64" y="3"/>
                    <a:pt x="64" y="3"/>
                    <a:pt x="64" y="3"/>
                  </a:cubicBezTo>
                  <a:cubicBezTo>
                    <a:pt x="67" y="0"/>
                    <a:pt x="72" y="0"/>
                    <a:pt x="75" y="3"/>
                  </a:cubicBezTo>
                  <a:cubicBezTo>
                    <a:pt x="79" y="6"/>
                    <a:pt x="79" y="12"/>
                    <a:pt x="75" y="15"/>
                  </a:cubicBezTo>
                  <a:cubicBezTo>
                    <a:pt x="15" y="75"/>
                    <a:pt x="15" y="75"/>
                    <a:pt x="15" y="75"/>
                  </a:cubicBezTo>
                  <a:cubicBezTo>
                    <a:pt x="13" y="77"/>
                    <a:pt x="11" y="77"/>
                    <a:pt x="9" y="7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0" name="Freeform 65"/>
            <p:cNvSpPr>
              <a:spLocks/>
            </p:cNvSpPr>
            <p:nvPr/>
          </p:nvSpPr>
          <p:spPr bwMode="gray">
            <a:xfrm>
              <a:off x="9787237" y="3891283"/>
              <a:ext cx="79375" cy="77787"/>
            </a:xfrm>
            <a:custGeom>
              <a:avLst/>
              <a:gdLst>
                <a:gd name="T0" fmla="*/ 9 w 58"/>
                <a:gd name="T1" fmla="*/ 57 h 57"/>
                <a:gd name="T2" fmla="*/ 3 w 58"/>
                <a:gd name="T3" fmla="*/ 55 h 57"/>
                <a:gd name="T4" fmla="*/ 3 w 58"/>
                <a:gd name="T5" fmla="*/ 44 h 57"/>
                <a:gd name="T6" fmla="*/ 44 w 58"/>
                <a:gd name="T7" fmla="*/ 3 h 57"/>
                <a:gd name="T8" fmla="*/ 55 w 58"/>
                <a:gd name="T9" fmla="*/ 3 h 57"/>
                <a:gd name="T10" fmla="*/ 55 w 58"/>
                <a:gd name="T11" fmla="*/ 14 h 57"/>
                <a:gd name="T12" fmla="*/ 15 w 58"/>
                <a:gd name="T13" fmla="*/ 55 h 57"/>
                <a:gd name="T14" fmla="*/ 9 w 58"/>
                <a:gd name="T15" fmla="*/ 57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8" h="57">
                  <a:moveTo>
                    <a:pt x="9" y="57"/>
                  </a:moveTo>
                  <a:cubicBezTo>
                    <a:pt x="7" y="57"/>
                    <a:pt x="5" y="56"/>
                    <a:pt x="3" y="55"/>
                  </a:cubicBezTo>
                  <a:cubicBezTo>
                    <a:pt x="0" y="52"/>
                    <a:pt x="0" y="47"/>
                    <a:pt x="3" y="44"/>
                  </a:cubicBezTo>
                  <a:cubicBezTo>
                    <a:pt x="44" y="3"/>
                    <a:pt x="44" y="3"/>
                    <a:pt x="44" y="3"/>
                  </a:cubicBezTo>
                  <a:cubicBezTo>
                    <a:pt x="47" y="0"/>
                    <a:pt x="52" y="0"/>
                    <a:pt x="55" y="3"/>
                  </a:cubicBezTo>
                  <a:cubicBezTo>
                    <a:pt x="58" y="6"/>
                    <a:pt x="58" y="11"/>
                    <a:pt x="55" y="14"/>
                  </a:cubicBezTo>
                  <a:cubicBezTo>
                    <a:pt x="15" y="55"/>
                    <a:pt x="15" y="55"/>
                    <a:pt x="15" y="55"/>
                  </a:cubicBezTo>
                  <a:cubicBezTo>
                    <a:pt x="13" y="56"/>
                    <a:pt x="11" y="57"/>
                    <a:pt x="9" y="5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1" name="Freeform 66"/>
            <p:cNvSpPr>
              <a:spLocks/>
            </p:cNvSpPr>
            <p:nvPr/>
          </p:nvSpPr>
          <p:spPr bwMode="gray">
            <a:xfrm>
              <a:off x="10168237" y="4270695"/>
              <a:ext cx="153988" cy="150812"/>
            </a:xfrm>
            <a:custGeom>
              <a:avLst/>
              <a:gdLst>
                <a:gd name="T0" fmla="*/ 9 w 111"/>
                <a:gd name="T1" fmla="*/ 110 h 110"/>
                <a:gd name="T2" fmla="*/ 3 w 111"/>
                <a:gd name="T3" fmla="*/ 108 h 110"/>
                <a:gd name="T4" fmla="*/ 3 w 111"/>
                <a:gd name="T5" fmla="*/ 96 h 110"/>
                <a:gd name="T6" fmla="*/ 96 w 111"/>
                <a:gd name="T7" fmla="*/ 3 h 110"/>
                <a:gd name="T8" fmla="*/ 108 w 111"/>
                <a:gd name="T9" fmla="*/ 3 h 110"/>
                <a:gd name="T10" fmla="*/ 108 w 111"/>
                <a:gd name="T11" fmla="*/ 15 h 110"/>
                <a:gd name="T12" fmla="*/ 15 w 111"/>
                <a:gd name="T13" fmla="*/ 108 h 110"/>
                <a:gd name="T14" fmla="*/ 9 w 111"/>
                <a:gd name="T15" fmla="*/ 110 h 11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1" h="110">
                  <a:moveTo>
                    <a:pt x="9" y="110"/>
                  </a:moveTo>
                  <a:cubicBezTo>
                    <a:pt x="7" y="110"/>
                    <a:pt x="5" y="109"/>
                    <a:pt x="3" y="108"/>
                  </a:cubicBezTo>
                  <a:cubicBezTo>
                    <a:pt x="0" y="104"/>
                    <a:pt x="0" y="99"/>
                    <a:pt x="3" y="96"/>
                  </a:cubicBezTo>
                  <a:cubicBezTo>
                    <a:pt x="96" y="3"/>
                    <a:pt x="96" y="3"/>
                    <a:pt x="96" y="3"/>
                  </a:cubicBezTo>
                  <a:cubicBezTo>
                    <a:pt x="100" y="0"/>
                    <a:pt x="105" y="0"/>
                    <a:pt x="108" y="3"/>
                  </a:cubicBezTo>
                  <a:cubicBezTo>
                    <a:pt x="111" y="6"/>
                    <a:pt x="111" y="11"/>
                    <a:pt x="108" y="15"/>
                  </a:cubicBezTo>
                  <a:cubicBezTo>
                    <a:pt x="15" y="108"/>
                    <a:pt x="15" y="108"/>
                    <a:pt x="15" y="108"/>
                  </a:cubicBezTo>
                  <a:cubicBezTo>
                    <a:pt x="13" y="109"/>
                    <a:pt x="11" y="110"/>
                    <a:pt x="9" y="11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2" name="Freeform 67"/>
            <p:cNvSpPr>
              <a:spLocks/>
            </p:cNvSpPr>
            <p:nvPr/>
          </p:nvSpPr>
          <p:spPr bwMode="gray">
            <a:xfrm>
              <a:off x="10269837" y="4296095"/>
              <a:ext cx="982663" cy="944562"/>
            </a:xfrm>
            <a:custGeom>
              <a:avLst/>
              <a:gdLst>
                <a:gd name="T0" fmla="*/ 619 w 619"/>
                <a:gd name="T1" fmla="*/ 589 h 595"/>
                <a:gd name="T2" fmla="*/ 613 w 619"/>
                <a:gd name="T3" fmla="*/ 595 h 595"/>
                <a:gd name="T4" fmla="*/ 0 w 619"/>
                <a:gd name="T5" fmla="*/ 26 h 595"/>
                <a:gd name="T6" fmla="*/ 27 w 619"/>
                <a:gd name="T7" fmla="*/ 0 h 595"/>
                <a:gd name="T8" fmla="*/ 619 w 619"/>
                <a:gd name="T9" fmla="*/ 589 h 595"/>
              </a:gdLst>
              <a:ahLst/>
              <a:cxnLst>
                <a:cxn ang="0">
                  <a:pos x="T0" y="T1"/>
                </a:cxn>
                <a:cxn ang="0">
                  <a:pos x="T2" y="T3"/>
                </a:cxn>
                <a:cxn ang="0">
                  <a:pos x="T4" y="T5"/>
                </a:cxn>
                <a:cxn ang="0">
                  <a:pos x="T6" y="T7"/>
                </a:cxn>
                <a:cxn ang="0">
                  <a:pos x="T8" y="T9"/>
                </a:cxn>
              </a:cxnLst>
              <a:rect l="0" t="0" r="r" b="b"/>
              <a:pathLst>
                <a:path w="619" h="595">
                  <a:moveTo>
                    <a:pt x="619" y="589"/>
                  </a:moveTo>
                  <a:lnTo>
                    <a:pt x="613" y="595"/>
                  </a:lnTo>
                  <a:lnTo>
                    <a:pt x="0" y="26"/>
                  </a:lnTo>
                  <a:lnTo>
                    <a:pt x="27" y="0"/>
                  </a:lnTo>
                  <a:lnTo>
                    <a:pt x="619" y="589"/>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3" name="Freeform 68"/>
            <p:cNvSpPr>
              <a:spLocks/>
            </p:cNvSpPr>
            <p:nvPr/>
          </p:nvSpPr>
          <p:spPr bwMode="gray">
            <a:xfrm>
              <a:off x="10193637" y="4370708"/>
              <a:ext cx="949325" cy="976312"/>
            </a:xfrm>
            <a:custGeom>
              <a:avLst/>
              <a:gdLst>
                <a:gd name="T0" fmla="*/ 592 w 598"/>
                <a:gd name="T1" fmla="*/ 615 h 615"/>
                <a:gd name="T2" fmla="*/ 598 w 598"/>
                <a:gd name="T3" fmla="*/ 610 h 615"/>
                <a:gd name="T4" fmla="*/ 27 w 598"/>
                <a:gd name="T5" fmla="*/ 0 h 615"/>
                <a:gd name="T6" fmla="*/ 0 w 598"/>
                <a:gd name="T7" fmla="*/ 27 h 615"/>
                <a:gd name="T8" fmla="*/ 592 w 598"/>
                <a:gd name="T9" fmla="*/ 615 h 615"/>
              </a:gdLst>
              <a:ahLst/>
              <a:cxnLst>
                <a:cxn ang="0">
                  <a:pos x="T0" y="T1"/>
                </a:cxn>
                <a:cxn ang="0">
                  <a:pos x="T2" y="T3"/>
                </a:cxn>
                <a:cxn ang="0">
                  <a:pos x="T4" y="T5"/>
                </a:cxn>
                <a:cxn ang="0">
                  <a:pos x="T6" y="T7"/>
                </a:cxn>
                <a:cxn ang="0">
                  <a:pos x="T8" y="T9"/>
                </a:cxn>
              </a:cxnLst>
              <a:rect l="0" t="0" r="r" b="b"/>
              <a:pathLst>
                <a:path w="598" h="615">
                  <a:moveTo>
                    <a:pt x="592" y="615"/>
                  </a:moveTo>
                  <a:lnTo>
                    <a:pt x="598" y="610"/>
                  </a:lnTo>
                  <a:lnTo>
                    <a:pt x="27" y="0"/>
                  </a:lnTo>
                  <a:lnTo>
                    <a:pt x="0" y="27"/>
                  </a:lnTo>
                  <a:lnTo>
                    <a:pt x="592" y="61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4" name="Freeform 69"/>
            <p:cNvSpPr>
              <a:spLocks/>
            </p:cNvSpPr>
            <p:nvPr/>
          </p:nvSpPr>
          <p:spPr bwMode="gray">
            <a:xfrm>
              <a:off x="10615912" y="5231133"/>
              <a:ext cx="665163" cy="93662"/>
            </a:xfrm>
            <a:custGeom>
              <a:avLst/>
              <a:gdLst>
                <a:gd name="T0" fmla="*/ 481 w 481"/>
                <a:gd name="T1" fmla="*/ 14 h 69"/>
                <a:gd name="T2" fmla="*/ 467 w 481"/>
                <a:gd name="T3" fmla="*/ 0 h 69"/>
                <a:gd name="T4" fmla="*/ 15 w 481"/>
                <a:gd name="T5" fmla="*/ 0 h 69"/>
                <a:gd name="T6" fmla="*/ 0 w 481"/>
                <a:gd name="T7" fmla="*/ 14 h 69"/>
                <a:gd name="T8" fmla="*/ 0 w 481"/>
                <a:gd name="T9" fmla="*/ 55 h 69"/>
                <a:gd name="T10" fmla="*/ 15 w 481"/>
                <a:gd name="T11" fmla="*/ 69 h 69"/>
                <a:gd name="T12" fmla="*/ 467 w 481"/>
                <a:gd name="T13" fmla="*/ 69 h 69"/>
                <a:gd name="T14" fmla="*/ 481 w 481"/>
                <a:gd name="T15" fmla="*/ 55 h 69"/>
                <a:gd name="T16" fmla="*/ 481 w 481"/>
                <a:gd name="T17" fmla="*/ 1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81" h="69">
                  <a:moveTo>
                    <a:pt x="481" y="14"/>
                  </a:moveTo>
                  <a:cubicBezTo>
                    <a:pt x="481" y="6"/>
                    <a:pt x="475" y="0"/>
                    <a:pt x="467" y="0"/>
                  </a:cubicBezTo>
                  <a:cubicBezTo>
                    <a:pt x="15" y="0"/>
                    <a:pt x="15" y="0"/>
                    <a:pt x="15" y="0"/>
                  </a:cubicBezTo>
                  <a:cubicBezTo>
                    <a:pt x="7" y="0"/>
                    <a:pt x="0" y="6"/>
                    <a:pt x="0" y="14"/>
                  </a:cubicBezTo>
                  <a:cubicBezTo>
                    <a:pt x="0" y="55"/>
                    <a:pt x="0" y="55"/>
                    <a:pt x="0" y="55"/>
                  </a:cubicBezTo>
                  <a:cubicBezTo>
                    <a:pt x="0" y="63"/>
                    <a:pt x="7" y="69"/>
                    <a:pt x="15" y="69"/>
                  </a:cubicBezTo>
                  <a:cubicBezTo>
                    <a:pt x="467" y="69"/>
                    <a:pt x="467" y="69"/>
                    <a:pt x="467" y="69"/>
                  </a:cubicBezTo>
                  <a:cubicBezTo>
                    <a:pt x="475" y="69"/>
                    <a:pt x="481" y="63"/>
                    <a:pt x="481" y="55"/>
                  </a:cubicBezTo>
                  <a:lnTo>
                    <a:pt x="481" y="1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5" name="Oval 70"/>
            <p:cNvSpPr>
              <a:spLocks noChangeArrowheads="1"/>
            </p:cNvSpPr>
            <p:nvPr/>
          </p:nvSpPr>
          <p:spPr bwMode="gray">
            <a:xfrm>
              <a:off x="103127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6" name="Oval 71"/>
            <p:cNvSpPr>
              <a:spLocks noChangeArrowheads="1"/>
            </p:cNvSpPr>
            <p:nvPr/>
          </p:nvSpPr>
          <p:spPr bwMode="gray">
            <a:xfrm>
              <a:off x="10695287"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7" name="Oval 72"/>
            <p:cNvSpPr>
              <a:spLocks noChangeArrowheads="1"/>
            </p:cNvSpPr>
            <p:nvPr/>
          </p:nvSpPr>
          <p:spPr bwMode="gray">
            <a:xfrm>
              <a:off x="109858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8" name="Freeform 73"/>
            <p:cNvSpPr>
              <a:spLocks/>
            </p:cNvSpPr>
            <p:nvPr/>
          </p:nvSpPr>
          <p:spPr bwMode="gray">
            <a:xfrm>
              <a:off x="10176175" y="5042220"/>
              <a:ext cx="341313" cy="404812"/>
            </a:xfrm>
            <a:custGeom>
              <a:avLst/>
              <a:gdLst>
                <a:gd name="T0" fmla="*/ 247 w 247"/>
                <a:gd name="T1" fmla="*/ 0 h 295"/>
                <a:gd name="T2" fmla="*/ 66 w 247"/>
                <a:gd name="T3" fmla="*/ 0 h 295"/>
                <a:gd name="T4" fmla="*/ 16 w 247"/>
                <a:gd name="T5" fmla="*/ 295 h 295"/>
                <a:gd name="T6" fmla="*/ 197 w 247"/>
                <a:gd name="T7" fmla="*/ 295 h 295"/>
                <a:gd name="T8" fmla="*/ 247 w 247"/>
                <a:gd name="T9" fmla="*/ 0 h 295"/>
              </a:gdLst>
              <a:ahLst/>
              <a:cxnLst>
                <a:cxn ang="0">
                  <a:pos x="T0" y="T1"/>
                </a:cxn>
                <a:cxn ang="0">
                  <a:pos x="T2" y="T3"/>
                </a:cxn>
                <a:cxn ang="0">
                  <a:pos x="T4" y="T5"/>
                </a:cxn>
                <a:cxn ang="0">
                  <a:pos x="T6" y="T7"/>
                </a:cxn>
                <a:cxn ang="0">
                  <a:pos x="T8" y="T9"/>
                </a:cxn>
              </a:cxnLst>
              <a:rect l="0" t="0" r="r" b="b"/>
              <a:pathLst>
                <a:path w="247" h="295">
                  <a:moveTo>
                    <a:pt x="247" y="0"/>
                  </a:moveTo>
                  <a:cubicBezTo>
                    <a:pt x="193" y="0"/>
                    <a:pt x="97" y="0"/>
                    <a:pt x="66" y="0"/>
                  </a:cubicBezTo>
                  <a:cubicBezTo>
                    <a:pt x="0" y="76"/>
                    <a:pt x="16" y="295"/>
                    <a:pt x="16" y="295"/>
                  </a:cubicBezTo>
                  <a:cubicBezTo>
                    <a:pt x="197" y="295"/>
                    <a:pt x="197" y="295"/>
                    <a:pt x="197" y="295"/>
                  </a:cubicBezTo>
                  <a:cubicBezTo>
                    <a:pt x="197" y="295"/>
                    <a:pt x="181" y="76"/>
                    <a:pt x="247" y="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9" name="Freeform 74"/>
            <p:cNvSpPr>
              <a:spLocks/>
            </p:cNvSpPr>
            <p:nvPr/>
          </p:nvSpPr>
          <p:spPr bwMode="gray">
            <a:xfrm>
              <a:off x="10727037" y="5324795"/>
              <a:ext cx="3175" cy="1587"/>
            </a:xfrm>
            <a:custGeom>
              <a:avLst/>
              <a:gdLst>
                <a:gd name="T0" fmla="*/ 0 w 2"/>
                <a:gd name="T1" fmla="*/ 1 h 1"/>
                <a:gd name="T2" fmla="*/ 2 w 2"/>
                <a:gd name="T3" fmla="*/ 0 h 1"/>
                <a:gd name="T4" fmla="*/ 0 w 2"/>
                <a:gd name="T5" fmla="*/ 0 h 1"/>
                <a:gd name="T6" fmla="*/ 0 w 2"/>
                <a:gd name="T7" fmla="*/ 1 h 1"/>
              </a:gdLst>
              <a:ahLst/>
              <a:cxnLst>
                <a:cxn ang="0">
                  <a:pos x="T0" y="T1"/>
                </a:cxn>
                <a:cxn ang="0">
                  <a:pos x="T2" y="T3"/>
                </a:cxn>
                <a:cxn ang="0">
                  <a:pos x="T4" y="T5"/>
                </a:cxn>
                <a:cxn ang="0">
                  <a:pos x="T6" y="T7"/>
                </a:cxn>
              </a:cxnLst>
              <a:rect l="0" t="0" r="r" b="b"/>
              <a:pathLst>
                <a:path w="2" h="1">
                  <a:moveTo>
                    <a:pt x="0" y="1"/>
                  </a:moveTo>
                  <a:cubicBezTo>
                    <a:pt x="1" y="0"/>
                    <a:pt x="2" y="0"/>
                    <a:pt x="2" y="0"/>
                  </a:cubicBezTo>
                  <a:cubicBezTo>
                    <a:pt x="0" y="0"/>
                    <a:pt x="0" y="0"/>
                    <a:pt x="0" y="0"/>
                  </a:cubicBezTo>
                  <a:lnTo>
                    <a:pt x="0" y="1"/>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0" name="Freeform 75"/>
            <p:cNvSpPr>
              <a:spLocks/>
            </p:cNvSpPr>
            <p:nvPr/>
          </p:nvSpPr>
          <p:spPr bwMode="gray">
            <a:xfrm>
              <a:off x="10512725" y="5324795"/>
              <a:ext cx="3175" cy="1587"/>
            </a:xfrm>
            <a:custGeom>
              <a:avLst/>
              <a:gdLst>
                <a:gd name="T0" fmla="*/ 0 w 3"/>
                <a:gd name="T1" fmla="*/ 1 h 1"/>
                <a:gd name="T2" fmla="*/ 3 w 3"/>
                <a:gd name="T3" fmla="*/ 0 h 1"/>
                <a:gd name="T4" fmla="*/ 0 w 3"/>
                <a:gd name="T5" fmla="*/ 0 h 1"/>
                <a:gd name="T6" fmla="*/ 0 w 3"/>
                <a:gd name="T7" fmla="*/ 1 h 1"/>
              </a:gdLst>
              <a:ahLst/>
              <a:cxnLst>
                <a:cxn ang="0">
                  <a:pos x="T0" y="T1"/>
                </a:cxn>
                <a:cxn ang="0">
                  <a:pos x="T2" y="T3"/>
                </a:cxn>
                <a:cxn ang="0">
                  <a:pos x="T4" y="T5"/>
                </a:cxn>
                <a:cxn ang="0">
                  <a:pos x="T6" y="T7"/>
                </a:cxn>
              </a:cxnLst>
              <a:rect l="0" t="0" r="r" b="b"/>
              <a:pathLst>
                <a:path w="3" h="1">
                  <a:moveTo>
                    <a:pt x="0" y="1"/>
                  </a:moveTo>
                  <a:cubicBezTo>
                    <a:pt x="1" y="0"/>
                    <a:pt x="2" y="0"/>
                    <a:pt x="3" y="0"/>
                  </a:cubicBezTo>
                  <a:cubicBezTo>
                    <a:pt x="0" y="0"/>
                    <a:pt x="0" y="0"/>
                    <a:pt x="0" y="0"/>
                  </a:cubicBezTo>
                  <a:lnTo>
                    <a:pt x="0" y="1"/>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1" name="Freeform 76"/>
            <p:cNvSpPr>
              <a:spLocks/>
            </p:cNvSpPr>
            <p:nvPr/>
          </p:nvSpPr>
          <p:spPr bwMode="gray">
            <a:xfrm>
              <a:off x="10176175" y="5042220"/>
              <a:ext cx="127000" cy="404812"/>
            </a:xfrm>
            <a:custGeom>
              <a:avLst/>
              <a:gdLst>
                <a:gd name="T0" fmla="*/ 92 w 92"/>
                <a:gd name="T1" fmla="*/ 0 h 295"/>
                <a:gd name="T2" fmla="*/ 66 w 92"/>
                <a:gd name="T3" fmla="*/ 0 h 295"/>
                <a:gd name="T4" fmla="*/ 16 w 92"/>
                <a:gd name="T5" fmla="*/ 295 h 295"/>
                <a:gd name="T6" fmla="*/ 42 w 92"/>
                <a:gd name="T7" fmla="*/ 295 h 295"/>
                <a:gd name="T8" fmla="*/ 92 w 92"/>
                <a:gd name="T9" fmla="*/ 0 h 295"/>
              </a:gdLst>
              <a:ahLst/>
              <a:cxnLst>
                <a:cxn ang="0">
                  <a:pos x="T0" y="T1"/>
                </a:cxn>
                <a:cxn ang="0">
                  <a:pos x="T2" y="T3"/>
                </a:cxn>
                <a:cxn ang="0">
                  <a:pos x="T4" y="T5"/>
                </a:cxn>
                <a:cxn ang="0">
                  <a:pos x="T6" y="T7"/>
                </a:cxn>
                <a:cxn ang="0">
                  <a:pos x="T8" y="T9"/>
                </a:cxn>
              </a:cxnLst>
              <a:rect l="0" t="0" r="r" b="b"/>
              <a:pathLst>
                <a:path w="92" h="295">
                  <a:moveTo>
                    <a:pt x="92" y="0"/>
                  </a:moveTo>
                  <a:cubicBezTo>
                    <a:pt x="82" y="0"/>
                    <a:pt x="73" y="0"/>
                    <a:pt x="66" y="0"/>
                  </a:cubicBezTo>
                  <a:cubicBezTo>
                    <a:pt x="0" y="76"/>
                    <a:pt x="16" y="295"/>
                    <a:pt x="16" y="295"/>
                  </a:cubicBezTo>
                  <a:cubicBezTo>
                    <a:pt x="42" y="295"/>
                    <a:pt x="42" y="295"/>
                    <a:pt x="42" y="295"/>
                  </a:cubicBezTo>
                  <a:cubicBezTo>
                    <a:pt x="42" y="295"/>
                    <a:pt x="26" y="76"/>
                    <a:pt x="92" y="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2" name="Rectangle 77"/>
            <p:cNvSpPr>
              <a:spLocks noChangeArrowheads="1"/>
            </p:cNvSpPr>
            <p:nvPr/>
          </p:nvSpPr>
          <p:spPr bwMode="gray">
            <a:xfrm>
              <a:off x="9574512" y="3729358"/>
              <a:ext cx="22225" cy="693737"/>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3" name="Freeform 78"/>
            <p:cNvSpPr>
              <a:spLocks/>
            </p:cNvSpPr>
            <p:nvPr/>
          </p:nvSpPr>
          <p:spPr bwMode="gray">
            <a:xfrm>
              <a:off x="10393662" y="5042220"/>
              <a:ext cx="906463" cy="404812"/>
            </a:xfrm>
            <a:custGeom>
              <a:avLst/>
              <a:gdLst>
                <a:gd name="T0" fmla="*/ 642 w 656"/>
                <a:gd name="T1" fmla="*/ 206 h 295"/>
                <a:gd name="T2" fmla="*/ 219 w 656"/>
                <a:gd name="T3" fmla="*/ 206 h 295"/>
                <a:gd name="T4" fmla="*/ 217 w 656"/>
                <a:gd name="T5" fmla="*/ 207 h 295"/>
                <a:gd name="T6" fmla="*/ 217 w 656"/>
                <a:gd name="T7" fmla="*/ 0 h 295"/>
                <a:gd name="T8" fmla="*/ 66 w 656"/>
                <a:gd name="T9" fmla="*/ 0 h 295"/>
                <a:gd name="T10" fmla="*/ 16 w 656"/>
                <a:gd name="T11" fmla="*/ 295 h 295"/>
                <a:gd name="T12" fmla="*/ 642 w 656"/>
                <a:gd name="T13" fmla="*/ 295 h 295"/>
                <a:gd name="T14" fmla="*/ 656 w 656"/>
                <a:gd name="T15" fmla="*/ 281 h 295"/>
                <a:gd name="T16" fmla="*/ 656 w 656"/>
                <a:gd name="T17" fmla="*/ 221 h 295"/>
                <a:gd name="T18" fmla="*/ 642 w 656"/>
                <a:gd name="T19" fmla="*/ 206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56" h="295">
                  <a:moveTo>
                    <a:pt x="642" y="206"/>
                  </a:moveTo>
                  <a:cubicBezTo>
                    <a:pt x="219" y="206"/>
                    <a:pt x="219" y="206"/>
                    <a:pt x="219" y="206"/>
                  </a:cubicBezTo>
                  <a:cubicBezTo>
                    <a:pt x="219" y="206"/>
                    <a:pt x="218" y="206"/>
                    <a:pt x="217" y="207"/>
                  </a:cubicBezTo>
                  <a:cubicBezTo>
                    <a:pt x="217" y="0"/>
                    <a:pt x="217" y="0"/>
                    <a:pt x="217" y="0"/>
                  </a:cubicBezTo>
                  <a:cubicBezTo>
                    <a:pt x="217" y="0"/>
                    <a:pt x="119" y="0"/>
                    <a:pt x="66" y="0"/>
                  </a:cubicBezTo>
                  <a:cubicBezTo>
                    <a:pt x="0" y="76"/>
                    <a:pt x="16" y="295"/>
                    <a:pt x="16" y="295"/>
                  </a:cubicBezTo>
                  <a:cubicBezTo>
                    <a:pt x="642" y="295"/>
                    <a:pt x="642" y="295"/>
                    <a:pt x="642" y="295"/>
                  </a:cubicBezTo>
                  <a:cubicBezTo>
                    <a:pt x="650" y="295"/>
                    <a:pt x="656" y="289"/>
                    <a:pt x="656" y="281"/>
                  </a:cubicBezTo>
                  <a:cubicBezTo>
                    <a:pt x="656" y="221"/>
                    <a:pt x="656" y="221"/>
                    <a:pt x="656" y="221"/>
                  </a:cubicBezTo>
                  <a:cubicBezTo>
                    <a:pt x="656" y="213"/>
                    <a:pt x="650" y="206"/>
                    <a:pt x="642" y="206"/>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4" name="Freeform 79"/>
            <p:cNvSpPr>
              <a:spLocks/>
            </p:cNvSpPr>
            <p:nvPr/>
          </p:nvSpPr>
          <p:spPr bwMode="gray">
            <a:xfrm>
              <a:off x="10393662" y="5042220"/>
              <a:ext cx="300038" cy="404812"/>
            </a:xfrm>
            <a:custGeom>
              <a:avLst/>
              <a:gdLst>
                <a:gd name="T0" fmla="*/ 81 w 217"/>
                <a:gd name="T1" fmla="*/ 15 h 295"/>
                <a:gd name="T2" fmla="*/ 217 w 217"/>
                <a:gd name="T3" fmla="*/ 15 h 295"/>
                <a:gd name="T4" fmla="*/ 217 w 217"/>
                <a:gd name="T5" fmla="*/ 0 h 295"/>
                <a:gd name="T6" fmla="*/ 66 w 217"/>
                <a:gd name="T7" fmla="*/ 0 h 295"/>
                <a:gd name="T8" fmla="*/ 16 w 217"/>
                <a:gd name="T9" fmla="*/ 295 h 295"/>
                <a:gd name="T10" fmla="*/ 30 w 217"/>
                <a:gd name="T11" fmla="*/ 295 h 295"/>
                <a:gd name="T12" fmla="*/ 81 w 217"/>
                <a:gd name="T13" fmla="*/ 15 h 295"/>
              </a:gdLst>
              <a:ahLst/>
              <a:cxnLst>
                <a:cxn ang="0">
                  <a:pos x="T0" y="T1"/>
                </a:cxn>
                <a:cxn ang="0">
                  <a:pos x="T2" y="T3"/>
                </a:cxn>
                <a:cxn ang="0">
                  <a:pos x="T4" y="T5"/>
                </a:cxn>
                <a:cxn ang="0">
                  <a:pos x="T6" y="T7"/>
                </a:cxn>
                <a:cxn ang="0">
                  <a:pos x="T8" y="T9"/>
                </a:cxn>
                <a:cxn ang="0">
                  <a:pos x="T10" y="T11"/>
                </a:cxn>
                <a:cxn ang="0">
                  <a:pos x="T12" y="T13"/>
                </a:cxn>
              </a:cxnLst>
              <a:rect l="0" t="0" r="r" b="b"/>
              <a:pathLst>
                <a:path w="217" h="295">
                  <a:moveTo>
                    <a:pt x="81" y="15"/>
                  </a:moveTo>
                  <a:cubicBezTo>
                    <a:pt x="122" y="15"/>
                    <a:pt x="188" y="15"/>
                    <a:pt x="217" y="15"/>
                  </a:cubicBezTo>
                  <a:cubicBezTo>
                    <a:pt x="217" y="0"/>
                    <a:pt x="217" y="0"/>
                    <a:pt x="217" y="0"/>
                  </a:cubicBezTo>
                  <a:cubicBezTo>
                    <a:pt x="217" y="0"/>
                    <a:pt x="119" y="0"/>
                    <a:pt x="66" y="0"/>
                  </a:cubicBezTo>
                  <a:cubicBezTo>
                    <a:pt x="0" y="76"/>
                    <a:pt x="16" y="295"/>
                    <a:pt x="16" y="295"/>
                  </a:cubicBezTo>
                  <a:cubicBezTo>
                    <a:pt x="30" y="295"/>
                    <a:pt x="30" y="295"/>
                    <a:pt x="30" y="295"/>
                  </a:cubicBezTo>
                  <a:cubicBezTo>
                    <a:pt x="28" y="244"/>
                    <a:pt x="25" y="79"/>
                    <a:pt x="81" y="15"/>
                  </a:cubicBezTo>
                  <a:close/>
                </a:path>
              </a:pathLst>
            </a:custGeom>
            <a:solidFill>
              <a:srgbClr val="FFCB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5" name="Freeform 80"/>
            <p:cNvSpPr>
              <a:spLocks/>
            </p:cNvSpPr>
            <p:nvPr/>
          </p:nvSpPr>
          <p:spPr bwMode="gray">
            <a:xfrm>
              <a:off x="10414300" y="54279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6" name="Freeform 81"/>
            <p:cNvSpPr>
              <a:spLocks/>
            </p:cNvSpPr>
            <p:nvPr/>
          </p:nvSpPr>
          <p:spPr bwMode="gray">
            <a:xfrm>
              <a:off x="10414300" y="5432745"/>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7" name="Freeform 82"/>
            <p:cNvSpPr>
              <a:spLocks/>
            </p:cNvSpPr>
            <p:nvPr/>
          </p:nvSpPr>
          <p:spPr bwMode="gray">
            <a:xfrm>
              <a:off x="10414300" y="54406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8" name="Freeform 83"/>
            <p:cNvSpPr>
              <a:spLocks/>
            </p:cNvSpPr>
            <p:nvPr/>
          </p:nvSpPr>
          <p:spPr bwMode="gray">
            <a:xfrm>
              <a:off x="10433350" y="5324795"/>
              <a:ext cx="866775" cy="122237"/>
            </a:xfrm>
            <a:custGeom>
              <a:avLst/>
              <a:gdLst>
                <a:gd name="T0" fmla="*/ 613 w 627"/>
                <a:gd name="T1" fmla="*/ 0 h 89"/>
                <a:gd name="T2" fmla="*/ 613 w 627"/>
                <a:gd name="T3" fmla="*/ 56 h 89"/>
                <a:gd name="T4" fmla="*/ 599 w 627"/>
                <a:gd name="T5" fmla="*/ 71 h 89"/>
                <a:gd name="T6" fmla="*/ 0 w 627"/>
                <a:gd name="T7" fmla="*/ 71 h 89"/>
                <a:gd name="T8" fmla="*/ 1 w 627"/>
                <a:gd name="T9" fmla="*/ 89 h 89"/>
                <a:gd name="T10" fmla="*/ 613 w 627"/>
                <a:gd name="T11" fmla="*/ 89 h 89"/>
                <a:gd name="T12" fmla="*/ 627 w 627"/>
                <a:gd name="T13" fmla="*/ 75 h 89"/>
                <a:gd name="T14" fmla="*/ 627 w 627"/>
                <a:gd name="T15" fmla="*/ 15 h 89"/>
                <a:gd name="T16" fmla="*/ 613 w 627"/>
                <a:gd name="T17"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7" h="89">
                  <a:moveTo>
                    <a:pt x="613" y="0"/>
                  </a:moveTo>
                  <a:cubicBezTo>
                    <a:pt x="613" y="56"/>
                    <a:pt x="613" y="56"/>
                    <a:pt x="613" y="56"/>
                  </a:cubicBezTo>
                  <a:cubicBezTo>
                    <a:pt x="613" y="64"/>
                    <a:pt x="607" y="71"/>
                    <a:pt x="599" y="71"/>
                  </a:cubicBezTo>
                  <a:cubicBezTo>
                    <a:pt x="0" y="71"/>
                    <a:pt x="0" y="71"/>
                    <a:pt x="0" y="71"/>
                  </a:cubicBezTo>
                  <a:cubicBezTo>
                    <a:pt x="0" y="78"/>
                    <a:pt x="1" y="84"/>
                    <a:pt x="1" y="89"/>
                  </a:cubicBezTo>
                  <a:cubicBezTo>
                    <a:pt x="613" y="89"/>
                    <a:pt x="613" y="89"/>
                    <a:pt x="613" y="89"/>
                  </a:cubicBezTo>
                  <a:cubicBezTo>
                    <a:pt x="621" y="89"/>
                    <a:pt x="627" y="83"/>
                    <a:pt x="627" y="75"/>
                  </a:cubicBezTo>
                  <a:cubicBezTo>
                    <a:pt x="627" y="15"/>
                    <a:pt x="627" y="15"/>
                    <a:pt x="627" y="15"/>
                  </a:cubicBezTo>
                  <a:cubicBezTo>
                    <a:pt x="627" y="7"/>
                    <a:pt x="621" y="1"/>
                    <a:pt x="613" y="0"/>
                  </a:cubicBezTo>
                  <a:close/>
                </a:path>
              </a:pathLst>
            </a:custGeom>
            <a:solidFill>
              <a:srgbClr val="DB9D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9" name="Freeform 84"/>
            <p:cNvSpPr>
              <a:spLocks/>
            </p:cNvSpPr>
            <p:nvPr/>
          </p:nvSpPr>
          <p:spPr bwMode="gray">
            <a:xfrm>
              <a:off x="10452400" y="5086670"/>
              <a:ext cx="203200" cy="238125"/>
            </a:xfrm>
            <a:custGeom>
              <a:avLst/>
              <a:gdLst>
                <a:gd name="T0" fmla="*/ 146 w 146"/>
                <a:gd name="T1" fmla="*/ 174 h 174"/>
                <a:gd name="T2" fmla="*/ 146 w 146"/>
                <a:gd name="T3" fmla="*/ 0 h 174"/>
                <a:gd name="T4" fmla="*/ 40 w 146"/>
                <a:gd name="T5" fmla="*/ 0 h 174"/>
                <a:gd name="T6" fmla="*/ 0 w 146"/>
                <a:gd name="T7" fmla="*/ 174 h 174"/>
                <a:gd name="T8" fmla="*/ 146 w 146"/>
                <a:gd name="T9" fmla="*/ 174 h 174"/>
              </a:gdLst>
              <a:ahLst/>
              <a:cxnLst>
                <a:cxn ang="0">
                  <a:pos x="T0" y="T1"/>
                </a:cxn>
                <a:cxn ang="0">
                  <a:pos x="T2" y="T3"/>
                </a:cxn>
                <a:cxn ang="0">
                  <a:pos x="T4" y="T5"/>
                </a:cxn>
                <a:cxn ang="0">
                  <a:pos x="T6" y="T7"/>
                </a:cxn>
                <a:cxn ang="0">
                  <a:pos x="T8" y="T9"/>
                </a:cxn>
              </a:cxnLst>
              <a:rect l="0" t="0" r="r" b="b"/>
              <a:pathLst>
                <a:path w="146" h="174">
                  <a:moveTo>
                    <a:pt x="146" y="174"/>
                  </a:moveTo>
                  <a:cubicBezTo>
                    <a:pt x="146" y="0"/>
                    <a:pt x="146" y="0"/>
                    <a:pt x="146" y="0"/>
                  </a:cubicBezTo>
                  <a:cubicBezTo>
                    <a:pt x="146" y="0"/>
                    <a:pt x="82" y="0"/>
                    <a:pt x="40" y="0"/>
                  </a:cubicBezTo>
                  <a:cubicBezTo>
                    <a:pt x="8" y="38"/>
                    <a:pt x="0" y="119"/>
                    <a:pt x="0" y="174"/>
                  </a:cubicBezTo>
                  <a:lnTo>
                    <a:pt x="146" y="17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0" name="Freeform 85"/>
            <p:cNvSpPr>
              <a:spLocks/>
            </p:cNvSpPr>
            <p:nvPr/>
          </p:nvSpPr>
          <p:spPr bwMode="gray">
            <a:xfrm>
              <a:off x="10452400" y="5086670"/>
              <a:ext cx="203200" cy="238125"/>
            </a:xfrm>
            <a:custGeom>
              <a:avLst/>
              <a:gdLst>
                <a:gd name="T0" fmla="*/ 146 w 146"/>
                <a:gd name="T1" fmla="*/ 174 h 174"/>
                <a:gd name="T2" fmla="*/ 40 w 146"/>
                <a:gd name="T3" fmla="*/ 0 h 174"/>
                <a:gd name="T4" fmla="*/ 0 w 146"/>
                <a:gd name="T5" fmla="*/ 174 h 174"/>
                <a:gd name="T6" fmla="*/ 146 w 146"/>
                <a:gd name="T7" fmla="*/ 174 h 174"/>
              </a:gdLst>
              <a:ahLst/>
              <a:cxnLst>
                <a:cxn ang="0">
                  <a:pos x="T0" y="T1"/>
                </a:cxn>
                <a:cxn ang="0">
                  <a:pos x="T2" y="T3"/>
                </a:cxn>
                <a:cxn ang="0">
                  <a:pos x="T4" y="T5"/>
                </a:cxn>
                <a:cxn ang="0">
                  <a:pos x="T6" y="T7"/>
                </a:cxn>
              </a:cxnLst>
              <a:rect l="0" t="0" r="r" b="b"/>
              <a:pathLst>
                <a:path w="146" h="174">
                  <a:moveTo>
                    <a:pt x="146" y="174"/>
                  </a:moveTo>
                  <a:cubicBezTo>
                    <a:pt x="146" y="174"/>
                    <a:pt x="84" y="73"/>
                    <a:pt x="40" y="0"/>
                  </a:cubicBezTo>
                  <a:cubicBezTo>
                    <a:pt x="8" y="38"/>
                    <a:pt x="0" y="119"/>
                    <a:pt x="0" y="174"/>
                  </a:cubicBezTo>
                  <a:lnTo>
                    <a:pt x="146" y="174"/>
                  </a:ln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1" name="Oval 86"/>
            <p:cNvSpPr>
              <a:spLocks noChangeArrowheads="1"/>
            </p:cNvSpPr>
            <p:nvPr/>
          </p:nvSpPr>
          <p:spPr bwMode="gray">
            <a:xfrm>
              <a:off x="10458750" y="5353370"/>
              <a:ext cx="188913"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2" name="Oval 87"/>
            <p:cNvSpPr>
              <a:spLocks noChangeArrowheads="1"/>
            </p:cNvSpPr>
            <p:nvPr/>
          </p:nvSpPr>
          <p:spPr bwMode="gray">
            <a:xfrm>
              <a:off x="10503200" y="5396233"/>
              <a:ext cx="100013"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3" name="Oval 88"/>
            <p:cNvSpPr>
              <a:spLocks noChangeArrowheads="1"/>
            </p:cNvSpPr>
            <p:nvPr/>
          </p:nvSpPr>
          <p:spPr bwMode="gray">
            <a:xfrm>
              <a:off x="11041362" y="5353370"/>
              <a:ext cx="192088"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4" name="Oval 89"/>
            <p:cNvSpPr>
              <a:spLocks noChangeArrowheads="1"/>
            </p:cNvSpPr>
            <p:nvPr/>
          </p:nvSpPr>
          <p:spPr bwMode="gray">
            <a:xfrm>
              <a:off x="1083975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5" name="Freeform 90"/>
            <p:cNvSpPr>
              <a:spLocks/>
            </p:cNvSpPr>
            <p:nvPr/>
          </p:nvSpPr>
          <p:spPr bwMode="gray">
            <a:xfrm>
              <a:off x="10503200" y="5412108"/>
              <a:ext cx="85725" cy="87312"/>
            </a:xfrm>
            <a:custGeom>
              <a:avLst/>
              <a:gdLst>
                <a:gd name="T0" fmla="*/ 37 w 62"/>
                <a:gd name="T1" fmla="*/ 63 h 63"/>
                <a:gd name="T2" fmla="*/ 62 w 62"/>
                <a:gd name="T3" fmla="*/ 52 h 63"/>
                <a:gd name="T4" fmla="*/ 10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0" y="0"/>
                    <a:pt x="10" y="0"/>
                    <a:pt x="10"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6" name="Freeform 91"/>
            <p:cNvSpPr>
              <a:spLocks/>
            </p:cNvSpPr>
            <p:nvPr/>
          </p:nvSpPr>
          <p:spPr bwMode="gray">
            <a:xfrm>
              <a:off x="10241262" y="5359720"/>
              <a:ext cx="120650" cy="15875"/>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9"/>
                    <a:pt x="0" y="6"/>
                  </a:cubicBezTo>
                  <a:cubicBezTo>
                    <a:pt x="0" y="3"/>
                    <a:pt x="2" y="0"/>
                    <a:pt x="6" y="0"/>
                  </a:cubicBezTo>
                  <a:cubicBezTo>
                    <a:pt x="81" y="0"/>
                    <a:pt x="81" y="0"/>
                    <a:pt x="81" y="0"/>
                  </a:cubicBezTo>
                  <a:cubicBezTo>
                    <a:pt x="84" y="0"/>
                    <a:pt x="87" y="3"/>
                    <a:pt x="87" y="6"/>
                  </a:cubicBezTo>
                  <a:cubicBezTo>
                    <a:pt x="87" y="9"/>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7" name="Freeform 92"/>
            <p:cNvSpPr>
              <a:spLocks/>
            </p:cNvSpPr>
            <p:nvPr/>
          </p:nvSpPr>
          <p:spPr bwMode="gray">
            <a:xfrm>
              <a:off x="10241262" y="5396233"/>
              <a:ext cx="120650" cy="17462"/>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10"/>
                    <a:pt x="0" y="6"/>
                  </a:cubicBezTo>
                  <a:cubicBezTo>
                    <a:pt x="0" y="3"/>
                    <a:pt x="2" y="0"/>
                    <a:pt x="6" y="0"/>
                  </a:cubicBezTo>
                  <a:cubicBezTo>
                    <a:pt x="81" y="0"/>
                    <a:pt x="81" y="0"/>
                    <a:pt x="81" y="0"/>
                  </a:cubicBezTo>
                  <a:cubicBezTo>
                    <a:pt x="84" y="0"/>
                    <a:pt x="87" y="3"/>
                    <a:pt x="87" y="6"/>
                  </a:cubicBezTo>
                  <a:cubicBezTo>
                    <a:pt x="87" y="10"/>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8" name="Freeform 93"/>
            <p:cNvSpPr>
              <a:spLocks/>
            </p:cNvSpPr>
            <p:nvPr/>
          </p:nvSpPr>
          <p:spPr bwMode="gray">
            <a:xfrm>
              <a:off x="10209512" y="5086670"/>
              <a:ext cx="227013" cy="239712"/>
            </a:xfrm>
            <a:custGeom>
              <a:avLst/>
              <a:gdLst>
                <a:gd name="T0" fmla="*/ 31 w 164"/>
                <a:gd name="T1" fmla="*/ 0 h 175"/>
                <a:gd name="T2" fmla="*/ 0 w 164"/>
                <a:gd name="T3" fmla="*/ 175 h 175"/>
                <a:gd name="T4" fmla="*/ 133 w 164"/>
                <a:gd name="T5" fmla="*/ 175 h 175"/>
                <a:gd name="T6" fmla="*/ 164 w 164"/>
                <a:gd name="T7" fmla="*/ 0 h 175"/>
                <a:gd name="T8" fmla="*/ 31 w 164"/>
                <a:gd name="T9" fmla="*/ 0 h 175"/>
              </a:gdLst>
              <a:ahLst/>
              <a:cxnLst>
                <a:cxn ang="0">
                  <a:pos x="T0" y="T1"/>
                </a:cxn>
                <a:cxn ang="0">
                  <a:pos x="T2" y="T3"/>
                </a:cxn>
                <a:cxn ang="0">
                  <a:pos x="T4" y="T5"/>
                </a:cxn>
                <a:cxn ang="0">
                  <a:pos x="T6" y="T7"/>
                </a:cxn>
                <a:cxn ang="0">
                  <a:pos x="T8" y="T9"/>
                </a:cxn>
              </a:cxnLst>
              <a:rect l="0" t="0" r="r" b="b"/>
              <a:pathLst>
                <a:path w="164" h="175">
                  <a:moveTo>
                    <a:pt x="31" y="0"/>
                  </a:moveTo>
                  <a:cubicBezTo>
                    <a:pt x="9" y="49"/>
                    <a:pt x="1" y="119"/>
                    <a:pt x="0" y="175"/>
                  </a:cubicBezTo>
                  <a:cubicBezTo>
                    <a:pt x="133" y="175"/>
                    <a:pt x="133" y="175"/>
                    <a:pt x="133" y="175"/>
                  </a:cubicBezTo>
                  <a:cubicBezTo>
                    <a:pt x="134" y="119"/>
                    <a:pt x="142" y="49"/>
                    <a:pt x="164" y="0"/>
                  </a:cubicBezTo>
                  <a:lnTo>
                    <a:pt x="31" y="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9" name="Freeform 94"/>
            <p:cNvSpPr>
              <a:spLocks/>
            </p:cNvSpPr>
            <p:nvPr/>
          </p:nvSpPr>
          <p:spPr bwMode="gray">
            <a:xfrm>
              <a:off x="10209512" y="5086670"/>
              <a:ext cx="185738" cy="239712"/>
            </a:xfrm>
            <a:custGeom>
              <a:avLst/>
              <a:gdLst>
                <a:gd name="T0" fmla="*/ 31 w 134"/>
                <a:gd name="T1" fmla="*/ 0 h 175"/>
                <a:gd name="T2" fmla="*/ 0 w 134"/>
                <a:gd name="T3" fmla="*/ 175 h 175"/>
                <a:gd name="T4" fmla="*/ 133 w 134"/>
                <a:gd name="T5" fmla="*/ 175 h 175"/>
                <a:gd name="T6" fmla="*/ 31 w 134"/>
                <a:gd name="T7" fmla="*/ 0 h 175"/>
              </a:gdLst>
              <a:ahLst/>
              <a:cxnLst>
                <a:cxn ang="0">
                  <a:pos x="T0" y="T1"/>
                </a:cxn>
                <a:cxn ang="0">
                  <a:pos x="T2" y="T3"/>
                </a:cxn>
                <a:cxn ang="0">
                  <a:pos x="T4" y="T5"/>
                </a:cxn>
                <a:cxn ang="0">
                  <a:pos x="T6" y="T7"/>
                </a:cxn>
              </a:cxnLst>
              <a:rect l="0" t="0" r="r" b="b"/>
              <a:pathLst>
                <a:path w="134" h="175">
                  <a:moveTo>
                    <a:pt x="31" y="0"/>
                  </a:moveTo>
                  <a:cubicBezTo>
                    <a:pt x="9" y="49"/>
                    <a:pt x="1" y="119"/>
                    <a:pt x="0" y="175"/>
                  </a:cubicBezTo>
                  <a:cubicBezTo>
                    <a:pt x="133" y="175"/>
                    <a:pt x="133" y="175"/>
                    <a:pt x="133" y="175"/>
                  </a:cubicBezTo>
                  <a:cubicBezTo>
                    <a:pt x="134" y="119"/>
                    <a:pt x="31" y="0"/>
                    <a:pt x="31" y="0"/>
                  </a:cubicBez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0" name="Freeform 95"/>
            <p:cNvSpPr>
              <a:spLocks noEditPoints="1"/>
            </p:cNvSpPr>
            <p:nvPr/>
          </p:nvSpPr>
          <p:spPr bwMode="gray">
            <a:xfrm>
              <a:off x="9257012" y="4496120"/>
              <a:ext cx="280988" cy="279400"/>
            </a:xfrm>
            <a:custGeom>
              <a:avLst/>
              <a:gdLst>
                <a:gd name="T0" fmla="*/ 203 w 203"/>
                <a:gd name="T1" fmla="*/ 93 h 203"/>
                <a:gd name="T2" fmla="*/ 187 w 203"/>
                <a:gd name="T3" fmla="*/ 77 h 203"/>
                <a:gd name="T4" fmla="*/ 192 w 203"/>
                <a:gd name="T5" fmla="*/ 54 h 203"/>
                <a:gd name="T6" fmla="*/ 170 w 203"/>
                <a:gd name="T7" fmla="*/ 46 h 203"/>
                <a:gd name="T8" fmla="*/ 167 w 203"/>
                <a:gd name="T9" fmla="*/ 23 h 203"/>
                <a:gd name="T10" fmla="*/ 144 w 203"/>
                <a:gd name="T11" fmla="*/ 25 h 203"/>
                <a:gd name="T12" fmla="*/ 132 w 203"/>
                <a:gd name="T13" fmla="*/ 4 h 203"/>
                <a:gd name="T14" fmla="*/ 111 w 203"/>
                <a:gd name="T15" fmla="*/ 15 h 203"/>
                <a:gd name="T16" fmla="*/ 92 w 203"/>
                <a:gd name="T17" fmla="*/ 0 h 203"/>
                <a:gd name="T18" fmla="*/ 77 w 203"/>
                <a:gd name="T19" fmla="*/ 18 h 203"/>
                <a:gd name="T20" fmla="*/ 54 w 203"/>
                <a:gd name="T21" fmla="*/ 11 h 203"/>
                <a:gd name="T22" fmla="*/ 47 w 203"/>
                <a:gd name="T23" fmla="*/ 33 h 203"/>
                <a:gd name="T24" fmla="*/ 23 w 203"/>
                <a:gd name="T25" fmla="*/ 36 h 203"/>
                <a:gd name="T26" fmla="*/ 24 w 203"/>
                <a:gd name="T27" fmla="*/ 59 h 203"/>
                <a:gd name="T28" fmla="*/ 4 w 203"/>
                <a:gd name="T29" fmla="*/ 71 h 203"/>
                <a:gd name="T30" fmla="*/ 14 w 203"/>
                <a:gd name="T31" fmla="*/ 93 h 203"/>
                <a:gd name="T32" fmla="*/ 0 w 203"/>
                <a:gd name="T33" fmla="*/ 112 h 203"/>
                <a:gd name="T34" fmla="*/ 16 w 203"/>
                <a:gd name="T35" fmla="*/ 127 h 203"/>
                <a:gd name="T36" fmla="*/ 11 w 203"/>
                <a:gd name="T37" fmla="*/ 149 h 203"/>
                <a:gd name="T38" fmla="*/ 32 w 203"/>
                <a:gd name="T39" fmla="*/ 158 h 203"/>
                <a:gd name="T40" fmla="*/ 36 w 203"/>
                <a:gd name="T41" fmla="*/ 180 h 203"/>
                <a:gd name="T42" fmla="*/ 59 w 203"/>
                <a:gd name="T43" fmla="*/ 180 h 203"/>
                <a:gd name="T44" fmla="*/ 71 w 203"/>
                <a:gd name="T45" fmla="*/ 199 h 203"/>
                <a:gd name="T46" fmla="*/ 92 w 203"/>
                <a:gd name="T47" fmla="*/ 191 h 203"/>
                <a:gd name="T48" fmla="*/ 111 w 203"/>
                <a:gd name="T49" fmla="*/ 203 h 203"/>
                <a:gd name="T50" fmla="*/ 127 w 203"/>
                <a:gd name="T51" fmla="*/ 188 h 203"/>
                <a:gd name="T52" fmla="*/ 149 w 203"/>
                <a:gd name="T53" fmla="*/ 192 h 203"/>
                <a:gd name="T54" fmla="*/ 158 w 203"/>
                <a:gd name="T55" fmla="*/ 171 h 203"/>
                <a:gd name="T56" fmla="*/ 180 w 203"/>
                <a:gd name="T57" fmla="*/ 167 h 203"/>
                <a:gd name="T58" fmla="*/ 180 w 203"/>
                <a:gd name="T59" fmla="*/ 144 h 203"/>
                <a:gd name="T60" fmla="*/ 199 w 203"/>
                <a:gd name="T61" fmla="*/ 132 h 203"/>
                <a:gd name="T62" fmla="*/ 190 w 203"/>
                <a:gd name="T63" fmla="*/ 112 h 203"/>
                <a:gd name="T64" fmla="*/ 57 w 203"/>
                <a:gd name="T65" fmla="*/ 58 h 203"/>
                <a:gd name="T66" fmla="*/ 93 w 203"/>
                <a:gd name="T67" fmla="*/ 73 h 203"/>
                <a:gd name="T68" fmla="*/ 39 w 203"/>
                <a:gd name="T69" fmla="*/ 95 h 203"/>
                <a:gd name="T70" fmla="*/ 93 w 203"/>
                <a:gd name="T71" fmla="*/ 166 h 203"/>
                <a:gd name="T72" fmla="*/ 39 w 203"/>
                <a:gd name="T73" fmla="*/ 111 h 203"/>
                <a:gd name="T74" fmla="*/ 93 w 203"/>
                <a:gd name="T75" fmla="*/ 133 h 203"/>
                <a:gd name="T76" fmla="*/ 89 w 203"/>
                <a:gd name="T77" fmla="*/ 102 h 203"/>
                <a:gd name="T78" fmla="*/ 114 w 203"/>
                <a:gd name="T79" fmla="*/ 102 h 203"/>
                <a:gd name="T80" fmla="*/ 89 w 203"/>
                <a:gd name="T81" fmla="*/ 102 h 203"/>
                <a:gd name="T82" fmla="*/ 110 w 203"/>
                <a:gd name="T83" fmla="*/ 166 h 203"/>
                <a:gd name="T84" fmla="*/ 124 w 203"/>
                <a:gd name="T85" fmla="*/ 125 h 203"/>
                <a:gd name="T86" fmla="*/ 165 w 203"/>
                <a:gd name="T87" fmla="*/ 111 h 203"/>
                <a:gd name="T88" fmla="*/ 132 w 203"/>
                <a:gd name="T89" fmla="*/ 95 h 203"/>
                <a:gd name="T90" fmla="*/ 110 w 203"/>
                <a:gd name="T91" fmla="*/ 40 h 203"/>
                <a:gd name="T92" fmla="*/ 165 w 203"/>
                <a:gd name="T93" fmla="*/ 95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03" h="203">
                  <a:moveTo>
                    <a:pt x="203" y="112"/>
                  </a:moveTo>
                  <a:cubicBezTo>
                    <a:pt x="203" y="93"/>
                    <a:pt x="203" y="93"/>
                    <a:pt x="203" y="93"/>
                  </a:cubicBezTo>
                  <a:cubicBezTo>
                    <a:pt x="190" y="93"/>
                    <a:pt x="190" y="93"/>
                    <a:pt x="190" y="93"/>
                  </a:cubicBezTo>
                  <a:cubicBezTo>
                    <a:pt x="189" y="88"/>
                    <a:pt x="188" y="82"/>
                    <a:pt x="187" y="77"/>
                  </a:cubicBezTo>
                  <a:cubicBezTo>
                    <a:pt x="199" y="72"/>
                    <a:pt x="199" y="72"/>
                    <a:pt x="199" y="72"/>
                  </a:cubicBezTo>
                  <a:cubicBezTo>
                    <a:pt x="192" y="54"/>
                    <a:pt x="192" y="54"/>
                    <a:pt x="192" y="54"/>
                  </a:cubicBezTo>
                  <a:cubicBezTo>
                    <a:pt x="179" y="60"/>
                    <a:pt x="179" y="60"/>
                    <a:pt x="179" y="60"/>
                  </a:cubicBezTo>
                  <a:cubicBezTo>
                    <a:pt x="177" y="55"/>
                    <a:pt x="174" y="51"/>
                    <a:pt x="170" y="46"/>
                  </a:cubicBezTo>
                  <a:cubicBezTo>
                    <a:pt x="180" y="36"/>
                    <a:pt x="180" y="36"/>
                    <a:pt x="180" y="36"/>
                  </a:cubicBezTo>
                  <a:cubicBezTo>
                    <a:pt x="167" y="23"/>
                    <a:pt x="167" y="23"/>
                    <a:pt x="167" y="23"/>
                  </a:cubicBezTo>
                  <a:cubicBezTo>
                    <a:pt x="157" y="33"/>
                    <a:pt x="157" y="33"/>
                    <a:pt x="157" y="33"/>
                  </a:cubicBezTo>
                  <a:cubicBezTo>
                    <a:pt x="153" y="30"/>
                    <a:pt x="148" y="27"/>
                    <a:pt x="144" y="25"/>
                  </a:cubicBezTo>
                  <a:cubicBezTo>
                    <a:pt x="149" y="11"/>
                    <a:pt x="149" y="11"/>
                    <a:pt x="149" y="11"/>
                  </a:cubicBezTo>
                  <a:cubicBezTo>
                    <a:pt x="132" y="4"/>
                    <a:pt x="132" y="4"/>
                    <a:pt x="132" y="4"/>
                  </a:cubicBezTo>
                  <a:cubicBezTo>
                    <a:pt x="127" y="18"/>
                    <a:pt x="127" y="18"/>
                    <a:pt x="127" y="18"/>
                  </a:cubicBezTo>
                  <a:cubicBezTo>
                    <a:pt x="122" y="16"/>
                    <a:pt x="116" y="15"/>
                    <a:pt x="111" y="15"/>
                  </a:cubicBezTo>
                  <a:cubicBezTo>
                    <a:pt x="111" y="0"/>
                    <a:pt x="111" y="0"/>
                    <a:pt x="111" y="0"/>
                  </a:cubicBezTo>
                  <a:cubicBezTo>
                    <a:pt x="92" y="0"/>
                    <a:pt x="92" y="0"/>
                    <a:pt x="92" y="0"/>
                  </a:cubicBezTo>
                  <a:cubicBezTo>
                    <a:pt x="92" y="15"/>
                    <a:pt x="92" y="15"/>
                    <a:pt x="92" y="15"/>
                  </a:cubicBezTo>
                  <a:cubicBezTo>
                    <a:pt x="87" y="15"/>
                    <a:pt x="82" y="16"/>
                    <a:pt x="77" y="18"/>
                  </a:cubicBezTo>
                  <a:cubicBezTo>
                    <a:pt x="72" y="4"/>
                    <a:pt x="72" y="4"/>
                    <a:pt x="72" y="4"/>
                  </a:cubicBezTo>
                  <a:cubicBezTo>
                    <a:pt x="54" y="11"/>
                    <a:pt x="54" y="11"/>
                    <a:pt x="54" y="11"/>
                  </a:cubicBezTo>
                  <a:cubicBezTo>
                    <a:pt x="60" y="25"/>
                    <a:pt x="60" y="25"/>
                    <a:pt x="60" y="25"/>
                  </a:cubicBezTo>
                  <a:cubicBezTo>
                    <a:pt x="55" y="27"/>
                    <a:pt x="51" y="30"/>
                    <a:pt x="47" y="33"/>
                  </a:cubicBezTo>
                  <a:cubicBezTo>
                    <a:pt x="36" y="23"/>
                    <a:pt x="36" y="23"/>
                    <a:pt x="36" y="23"/>
                  </a:cubicBezTo>
                  <a:cubicBezTo>
                    <a:pt x="23" y="36"/>
                    <a:pt x="23" y="36"/>
                    <a:pt x="23" y="36"/>
                  </a:cubicBezTo>
                  <a:cubicBezTo>
                    <a:pt x="33" y="46"/>
                    <a:pt x="33" y="46"/>
                    <a:pt x="33" y="46"/>
                  </a:cubicBezTo>
                  <a:cubicBezTo>
                    <a:pt x="30" y="51"/>
                    <a:pt x="27" y="55"/>
                    <a:pt x="24" y="59"/>
                  </a:cubicBezTo>
                  <a:cubicBezTo>
                    <a:pt x="11" y="54"/>
                    <a:pt x="11" y="54"/>
                    <a:pt x="11" y="54"/>
                  </a:cubicBezTo>
                  <a:cubicBezTo>
                    <a:pt x="4" y="71"/>
                    <a:pt x="4" y="71"/>
                    <a:pt x="4" y="71"/>
                  </a:cubicBezTo>
                  <a:cubicBezTo>
                    <a:pt x="17" y="77"/>
                    <a:pt x="17" y="77"/>
                    <a:pt x="17" y="77"/>
                  </a:cubicBezTo>
                  <a:cubicBezTo>
                    <a:pt x="15" y="82"/>
                    <a:pt x="14" y="88"/>
                    <a:pt x="14" y="93"/>
                  </a:cubicBezTo>
                  <a:cubicBezTo>
                    <a:pt x="0" y="93"/>
                    <a:pt x="0" y="93"/>
                    <a:pt x="0" y="93"/>
                  </a:cubicBezTo>
                  <a:cubicBezTo>
                    <a:pt x="0" y="112"/>
                    <a:pt x="0" y="112"/>
                    <a:pt x="0" y="112"/>
                  </a:cubicBezTo>
                  <a:cubicBezTo>
                    <a:pt x="14" y="112"/>
                    <a:pt x="14" y="112"/>
                    <a:pt x="14" y="112"/>
                  </a:cubicBezTo>
                  <a:cubicBezTo>
                    <a:pt x="14" y="117"/>
                    <a:pt x="15" y="122"/>
                    <a:pt x="16" y="127"/>
                  </a:cubicBezTo>
                  <a:cubicBezTo>
                    <a:pt x="4" y="132"/>
                    <a:pt x="4" y="132"/>
                    <a:pt x="4" y="132"/>
                  </a:cubicBezTo>
                  <a:cubicBezTo>
                    <a:pt x="11" y="149"/>
                    <a:pt x="11" y="149"/>
                    <a:pt x="11" y="149"/>
                  </a:cubicBezTo>
                  <a:cubicBezTo>
                    <a:pt x="23" y="144"/>
                    <a:pt x="23" y="144"/>
                    <a:pt x="23" y="144"/>
                  </a:cubicBezTo>
                  <a:cubicBezTo>
                    <a:pt x="26" y="149"/>
                    <a:pt x="29" y="154"/>
                    <a:pt x="32" y="158"/>
                  </a:cubicBezTo>
                  <a:cubicBezTo>
                    <a:pt x="23" y="167"/>
                    <a:pt x="23" y="167"/>
                    <a:pt x="23" y="167"/>
                  </a:cubicBezTo>
                  <a:cubicBezTo>
                    <a:pt x="36" y="180"/>
                    <a:pt x="36" y="180"/>
                    <a:pt x="36" y="180"/>
                  </a:cubicBezTo>
                  <a:cubicBezTo>
                    <a:pt x="45" y="171"/>
                    <a:pt x="45" y="171"/>
                    <a:pt x="45" y="171"/>
                  </a:cubicBezTo>
                  <a:cubicBezTo>
                    <a:pt x="50" y="175"/>
                    <a:pt x="54" y="178"/>
                    <a:pt x="59" y="180"/>
                  </a:cubicBezTo>
                  <a:cubicBezTo>
                    <a:pt x="54" y="192"/>
                    <a:pt x="54" y="192"/>
                    <a:pt x="54" y="192"/>
                  </a:cubicBezTo>
                  <a:cubicBezTo>
                    <a:pt x="71" y="199"/>
                    <a:pt x="71" y="199"/>
                    <a:pt x="71" y="199"/>
                  </a:cubicBezTo>
                  <a:cubicBezTo>
                    <a:pt x="76" y="188"/>
                    <a:pt x="76" y="188"/>
                    <a:pt x="76" y="188"/>
                  </a:cubicBezTo>
                  <a:cubicBezTo>
                    <a:pt x="81" y="189"/>
                    <a:pt x="87" y="190"/>
                    <a:pt x="92" y="191"/>
                  </a:cubicBezTo>
                  <a:cubicBezTo>
                    <a:pt x="92" y="203"/>
                    <a:pt x="92" y="203"/>
                    <a:pt x="92" y="203"/>
                  </a:cubicBezTo>
                  <a:cubicBezTo>
                    <a:pt x="111" y="203"/>
                    <a:pt x="111" y="203"/>
                    <a:pt x="111" y="203"/>
                  </a:cubicBezTo>
                  <a:cubicBezTo>
                    <a:pt x="111" y="191"/>
                    <a:pt x="111" y="191"/>
                    <a:pt x="111" y="191"/>
                  </a:cubicBezTo>
                  <a:cubicBezTo>
                    <a:pt x="117" y="190"/>
                    <a:pt x="122" y="189"/>
                    <a:pt x="127" y="188"/>
                  </a:cubicBezTo>
                  <a:cubicBezTo>
                    <a:pt x="132" y="199"/>
                    <a:pt x="132" y="199"/>
                    <a:pt x="132" y="199"/>
                  </a:cubicBezTo>
                  <a:cubicBezTo>
                    <a:pt x="149" y="192"/>
                    <a:pt x="149" y="192"/>
                    <a:pt x="149" y="192"/>
                  </a:cubicBezTo>
                  <a:cubicBezTo>
                    <a:pt x="144" y="181"/>
                    <a:pt x="144" y="181"/>
                    <a:pt x="144" y="181"/>
                  </a:cubicBezTo>
                  <a:cubicBezTo>
                    <a:pt x="149" y="178"/>
                    <a:pt x="154" y="175"/>
                    <a:pt x="158" y="171"/>
                  </a:cubicBezTo>
                  <a:cubicBezTo>
                    <a:pt x="167" y="180"/>
                    <a:pt x="167" y="180"/>
                    <a:pt x="167" y="180"/>
                  </a:cubicBezTo>
                  <a:cubicBezTo>
                    <a:pt x="180" y="167"/>
                    <a:pt x="180" y="167"/>
                    <a:pt x="180" y="167"/>
                  </a:cubicBezTo>
                  <a:cubicBezTo>
                    <a:pt x="171" y="158"/>
                    <a:pt x="171" y="158"/>
                    <a:pt x="171" y="158"/>
                  </a:cubicBezTo>
                  <a:cubicBezTo>
                    <a:pt x="175" y="154"/>
                    <a:pt x="178" y="149"/>
                    <a:pt x="180" y="144"/>
                  </a:cubicBezTo>
                  <a:cubicBezTo>
                    <a:pt x="192" y="149"/>
                    <a:pt x="192" y="149"/>
                    <a:pt x="192" y="149"/>
                  </a:cubicBezTo>
                  <a:cubicBezTo>
                    <a:pt x="199" y="132"/>
                    <a:pt x="199" y="132"/>
                    <a:pt x="199" y="132"/>
                  </a:cubicBezTo>
                  <a:cubicBezTo>
                    <a:pt x="187" y="127"/>
                    <a:pt x="187" y="127"/>
                    <a:pt x="187" y="127"/>
                  </a:cubicBezTo>
                  <a:cubicBezTo>
                    <a:pt x="188" y="122"/>
                    <a:pt x="189" y="117"/>
                    <a:pt x="190" y="112"/>
                  </a:cubicBezTo>
                  <a:lnTo>
                    <a:pt x="203" y="112"/>
                  </a:lnTo>
                  <a:close/>
                  <a:moveTo>
                    <a:pt x="57" y="58"/>
                  </a:moveTo>
                  <a:cubicBezTo>
                    <a:pt x="67" y="48"/>
                    <a:pt x="80" y="41"/>
                    <a:pt x="93" y="40"/>
                  </a:cubicBezTo>
                  <a:cubicBezTo>
                    <a:pt x="93" y="73"/>
                    <a:pt x="93" y="73"/>
                    <a:pt x="93" y="73"/>
                  </a:cubicBezTo>
                  <a:cubicBezTo>
                    <a:pt x="83" y="76"/>
                    <a:pt x="75" y="84"/>
                    <a:pt x="72" y="95"/>
                  </a:cubicBezTo>
                  <a:cubicBezTo>
                    <a:pt x="39" y="95"/>
                    <a:pt x="39" y="95"/>
                    <a:pt x="39" y="95"/>
                  </a:cubicBezTo>
                  <a:cubicBezTo>
                    <a:pt x="40" y="81"/>
                    <a:pt x="47" y="68"/>
                    <a:pt x="57" y="58"/>
                  </a:cubicBezTo>
                  <a:close/>
                  <a:moveTo>
                    <a:pt x="93" y="166"/>
                  </a:moveTo>
                  <a:cubicBezTo>
                    <a:pt x="80" y="164"/>
                    <a:pt x="67" y="158"/>
                    <a:pt x="57" y="148"/>
                  </a:cubicBezTo>
                  <a:cubicBezTo>
                    <a:pt x="47" y="138"/>
                    <a:pt x="40" y="125"/>
                    <a:pt x="39" y="111"/>
                  </a:cubicBezTo>
                  <a:cubicBezTo>
                    <a:pt x="72" y="111"/>
                    <a:pt x="72" y="111"/>
                    <a:pt x="72" y="111"/>
                  </a:cubicBezTo>
                  <a:cubicBezTo>
                    <a:pt x="75" y="122"/>
                    <a:pt x="83" y="130"/>
                    <a:pt x="93" y="133"/>
                  </a:cubicBezTo>
                  <a:lnTo>
                    <a:pt x="93" y="166"/>
                  </a:lnTo>
                  <a:close/>
                  <a:moveTo>
                    <a:pt x="89" y="102"/>
                  </a:moveTo>
                  <a:cubicBezTo>
                    <a:pt x="89" y="95"/>
                    <a:pt x="95" y="89"/>
                    <a:pt x="102" y="89"/>
                  </a:cubicBezTo>
                  <a:cubicBezTo>
                    <a:pt x="109" y="89"/>
                    <a:pt x="114" y="95"/>
                    <a:pt x="114" y="102"/>
                  </a:cubicBezTo>
                  <a:cubicBezTo>
                    <a:pt x="114" y="109"/>
                    <a:pt x="109" y="114"/>
                    <a:pt x="102" y="114"/>
                  </a:cubicBezTo>
                  <a:cubicBezTo>
                    <a:pt x="95" y="114"/>
                    <a:pt x="89" y="109"/>
                    <a:pt x="89" y="102"/>
                  </a:cubicBezTo>
                  <a:close/>
                  <a:moveTo>
                    <a:pt x="147" y="148"/>
                  </a:moveTo>
                  <a:cubicBezTo>
                    <a:pt x="137" y="158"/>
                    <a:pt x="124" y="164"/>
                    <a:pt x="110" y="166"/>
                  </a:cubicBezTo>
                  <a:cubicBezTo>
                    <a:pt x="110" y="133"/>
                    <a:pt x="110" y="133"/>
                    <a:pt x="110" y="133"/>
                  </a:cubicBezTo>
                  <a:cubicBezTo>
                    <a:pt x="115" y="131"/>
                    <a:pt x="120" y="129"/>
                    <a:pt x="124" y="125"/>
                  </a:cubicBezTo>
                  <a:cubicBezTo>
                    <a:pt x="128" y="121"/>
                    <a:pt x="130" y="116"/>
                    <a:pt x="132" y="111"/>
                  </a:cubicBezTo>
                  <a:cubicBezTo>
                    <a:pt x="165" y="111"/>
                    <a:pt x="165" y="111"/>
                    <a:pt x="165" y="111"/>
                  </a:cubicBezTo>
                  <a:cubicBezTo>
                    <a:pt x="163" y="125"/>
                    <a:pt x="157" y="138"/>
                    <a:pt x="147" y="148"/>
                  </a:cubicBezTo>
                  <a:close/>
                  <a:moveTo>
                    <a:pt x="132" y="95"/>
                  </a:moveTo>
                  <a:cubicBezTo>
                    <a:pt x="129" y="84"/>
                    <a:pt x="121" y="76"/>
                    <a:pt x="110" y="73"/>
                  </a:cubicBezTo>
                  <a:cubicBezTo>
                    <a:pt x="110" y="40"/>
                    <a:pt x="110" y="40"/>
                    <a:pt x="110" y="40"/>
                  </a:cubicBezTo>
                  <a:cubicBezTo>
                    <a:pt x="124" y="41"/>
                    <a:pt x="137" y="48"/>
                    <a:pt x="147" y="58"/>
                  </a:cubicBezTo>
                  <a:cubicBezTo>
                    <a:pt x="157" y="68"/>
                    <a:pt x="163" y="81"/>
                    <a:pt x="165" y="95"/>
                  </a:cubicBezTo>
                  <a:lnTo>
                    <a:pt x="132" y="95"/>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1" name="Freeform 96"/>
            <p:cNvSpPr>
              <a:spLocks noEditPoints="1"/>
            </p:cNvSpPr>
            <p:nvPr/>
          </p:nvSpPr>
          <p:spPr bwMode="gray">
            <a:xfrm>
              <a:off x="9109375" y="4723133"/>
              <a:ext cx="254000" cy="254000"/>
            </a:xfrm>
            <a:custGeom>
              <a:avLst/>
              <a:gdLst>
                <a:gd name="T0" fmla="*/ 184 w 184"/>
                <a:gd name="T1" fmla="*/ 112 h 185"/>
                <a:gd name="T2" fmla="*/ 161 w 184"/>
                <a:gd name="T3" fmla="*/ 89 h 185"/>
                <a:gd name="T4" fmla="*/ 181 w 184"/>
                <a:gd name="T5" fmla="*/ 63 h 185"/>
                <a:gd name="T6" fmla="*/ 150 w 184"/>
                <a:gd name="T7" fmla="*/ 55 h 185"/>
                <a:gd name="T8" fmla="*/ 155 w 184"/>
                <a:gd name="T9" fmla="*/ 22 h 185"/>
                <a:gd name="T10" fmla="*/ 123 w 184"/>
                <a:gd name="T11" fmla="*/ 31 h 185"/>
                <a:gd name="T12" fmla="*/ 111 w 184"/>
                <a:gd name="T13" fmla="*/ 0 h 185"/>
                <a:gd name="T14" fmla="*/ 88 w 184"/>
                <a:gd name="T15" fmla="*/ 23 h 185"/>
                <a:gd name="T16" fmla="*/ 63 w 184"/>
                <a:gd name="T17" fmla="*/ 3 h 185"/>
                <a:gd name="T18" fmla="*/ 54 w 184"/>
                <a:gd name="T19" fmla="*/ 34 h 185"/>
                <a:gd name="T20" fmla="*/ 22 w 184"/>
                <a:gd name="T21" fmla="*/ 29 h 185"/>
                <a:gd name="T22" fmla="*/ 30 w 184"/>
                <a:gd name="T23" fmla="*/ 61 h 185"/>
                <a:gd name="T24" fmla="*/ 0 w 184"/>
                <a:gd name="T25" fmla="*/ 73 h 185"/>
                <a:gd name="T26" fmla="*/ 23 w 184"/>
                <a:gd name="T27" fmla="*/ 96 h 185"/>
                <a:gd name="T28" fmla="*/ 2 w 184"/>
                <a:gd name="T29" fmla="*/ 121 h 185"/>
                <a:gd name="T30" fmla="*/ 34 w 184"/>
                <a:gd name="T31" fmla="*/ 130 h 185"/>
                <a:gd name="T32" fmla="*/ 29 w 184"/>
                <a:gd name="T33" fmla="*/ 162 h 185"/>
                <a:gd name="T34" fmla="*/ 60 w 184"/>
                <a:gd name="T35" fmla="*/ 154 h 185"/>
                <a:gd name="T36" fmla="*/ 72 w 184"/>
                <a:gd name="T37" fmla="*/ 185 h 185"/>
                <a:gd name="T38" fmla="*/ 95 w 184"/>
                <a:gd name="T39" fmla="*/ 161 h 185"/>
                <a:gd name="T40" fmla="*/ 121 w 184"/>
                <a:gd name="T41" fmla="*/ 182 h 185"/>
                <a:gd name="T42" fmla="*/ 129 w 184"/>
                <a:gd name="T43" fmla="*/ 150 h 185"/>
                <a:gd name="T44" fmla="*/ 162 w 184"/>
                <a:gd name="T45" fmla="*/ 156 h 185"/>
                <a:gd name="T46" fmla="*/ 153 w 184"/>
                <a:gd name="T47" fmla="*/ 124 h 185"/>
                <a:gd name="T48" fmla="*/ 184 w 184"/>
                <a:gd name="T49" fmla="*/ 112 h 185"/>
                <a:gd name="T50" fmla="*/ 92 w 184"/>
                <a:gd name="T51" fmla="*/ 115 h 185"/>
                <a:gd name="T52" fmla="*/ 69 w 184"/>
                <a:gd name="T53" fmla="*/ 92 h 185"/>
                <a:gd name="T54" fmla="*/ 92 w 184"/>
                <a:gd name="T55" fmla="*/ 70 h 185"/>
                <a:gd name="T56" fmla="*/ 114 w 184"/>
                <a:gd name="T57" fmla="*/ 92 h 185"/>
                <a:gd name="T58" fmla="*/ 92 w 184"/>
                <a:gd name="T59" fmla="*/ 115 h 1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4" h="185">
                  <a:moveTo>
                    <a:pt x="184" y="112"/>
                  </a:moveTo>
                  <a:cubicBezTo>
                    <a:pt x="161" y="89"/>
                    <a:pt x="161" y="89"/>
                    <a:pt x="161" y="89"/>
                  </a:cubicBezTo>
                  <a:cubicBezTo>
                    <a:pt x="181" y="63"/>
                    <a:pt x="181" y="63"/>
                    <a:pt x="181" y="63"/>
                  </a:cubicBezTo>
                  <a:cubicBezTo>
                    <a:pt x="150" y="55"/>
                    <a:pt x="150" y="55"/>
                    <a:pt x="150" y="55"/>
                  </a:cubicBezTo>
                  <a:cubicBezTo>
                    <a:pt x="155" y="22"/>
                    <a:pt x="155" y="22"/>
                    <a:pt x="155" y="22"/>
                  </a:cubicBezTo>
                  <a:cubicBezTo>
                    <a:pt x="123" y="31"/>
                    <a:pt x="123" y="31"/>
                    <a:pt x="123" y="31"/>
                  </a:cubicBezTo>
                  <a:cubicBezTo>
                    <a:pt x="111" y="0"/>
                    <a:pt x="111" y="0"/>
                    <a:pt x="111" y="0"/>
                  </a:cubicBezTo>
                  <a:cubicBezTo>
                    <a:pt x="88" y="23"/>
                    <a:pt x="88" y="23"/>
                    <a:pt x="88" y="23"/>
                  </a:cubicBezTo>
                  <a:cubicBezTo>
                    <a:pt x="63" y="3"/>
                    <a:pt x="63" y="3"/>
                    <a:pt x="63" y="3"/>
                  </a:cubicBezTo>
                  <a:cubicBezTo>
                    <a:pt x="54" y="34"/>
                    <a:pt x="54" y="34"/>
                    <a:pt x="54" y="34"/>
                  </a:cubicBezTo>
                  <a:cubicBezTo>
                    <a:pt x="22" y="29"/>
                    <a:pt x="22" y="29"/>
                    <a:pt x="22" y="29"/>
                  </a:cubicBezTo>
                  <a:cubicBezTo>
                    <a:pt x="30" y="61"/>
                    <a:pt x="30" y="61"/>
                    <a:pt x="30" y="61"/>
                  </a:cubicBezTo>
                  <a:cubicBezTo>
                    <a:pt x="0" y="73"/>
                    <a:pt x="0" y="73"/>
                    <a:pt x="0" y="73"/>
                  </a:cubicBezTo>
                  <a:cubicBezTo>
                    <a:pt x="23" y="96"/>
                    <a:pt x="23" y="96"/>
                    <a:pt x="23" y="96"/>
                  </a:cubicBezTo>
                  <a:cubicBezTo>
                    <a:pt x="2" y="121"/>
                    <a:pt x="2" y="121"/>
                    <a:pt x="2" y="121"/>
                  </a:cubicBezTo>
                  <a:cubicBezTo>
                    <a:pt x="34" y="130"/>
                    <a:pt x="34" y="130"/>
                    <a:pt x="34" y="130"/>
                  </a:cubicBezTo>
                  <a:cubicBezTo>
                    <a:pt x="29" y="162"/>
                    <a:pt x="29" y="162"/>
                    <a:pt x="29" y="162"/>
                  </a:cubicBezTo>
                  <a:cubicBezTo>
                    <a:pt x="60" y="154"/>
                    <a:pt x="60" y="154"/>
                    <a:pt x="60" y="154"/>
                  </a:cubicBezTo>
                  <a:cubicBezTo>
                    <a:pt x="72" y="185"/>
                    <a:pt x="72" y="185"/>
                    <a:pt x="72" y="185"/>
                  </a:cubicBezTo>
                  <a:cubicBezTo>
                    <a:pt x="95" y="161"/>
                    <a:pt x="95" y="161"/>
                    <a:pt x="95" y="161"/>
                  </a:cubicBezTo>
                  <a:cubicBezTo>
                    <a:pt x="121" y="182"/>
                    <a:pt x="121" y="182"/>
                    <a:pt x="121" y="182"/>
                  </a:cubicBezTo>
                  <a:cubicBezTo>
                    <a:pt x="129" y="150"/>
                    <a:pt x="129" y="150"/>
                    <a:pt x="129" y="150"/>
                  </a:cubicBezTo>
                  <a:cubicBezTo>
                    <a:pt x="162" y="156"/>
                    <a:pt x="162" y="156"/>
                    <a:pt x="162" y="156"/>
                  </a:cubicBezTo>
                  <a:cubicBezTo>
                    <a:pt x="153" y="124"/>
                    <a:pt x="153" y="124"/>
                    <a:pt x="153" y="124"/>
                  </a:cubicBezTo>
                  <a:lnTo>
                    <a:pt x="184" y="112"/>
                  </a:lnTo>
                  <a:close/>
                  <a:moveTo>
                    <a:pt x="92" y="115"/>
                  </a:moveTo>
                  <a:cubicBezTo>
                    <a:pt x="79" y="115"/>
                    <a:pt x="69" y="105"/>
                    <a:pt x="69" y="92"/>
                  </a:cubicBezTo>
                  <a:cubicBezTo>
                    <a:pt x="69" y="80"/>
                    <a:pt x="79" y="70"/>
                    <a:pt x="92" y="70"/>
                  </a:cubicBezTo>
                  <a:cubicBezTo>
                    <a:pt x="104" y="70"/>
                    <a:pt x="114" y="80"/>
                    <a:pt x="114" y="92"/>
                  </a:cubicBezTo>
                  <a:cubicBezTo>
                    <a:pt x="114" y="105"/>
                    <a:pt x="104" y="115"/>
                    <a:pt x="92"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2" name="Freeform 97"/>
            <p:cNvSpPr>
              <a:spLocks noEditPoints="1"/>
            </p:cNvSpPr>
            <p:nvPr/>
          </p:nvSpPr>
          <p:spPr bwMode="gray">
            <a:xfrm>
              <a:off x="9464975" y="4650108"/>
              <a:ext cx="358775" cy="355600"/>
            </a:xfrm>
            <a:custGeom>
              <a:avLst/>
              <a:gdLst>
                <a:gd name="T0" fmla="*/ 247 w 259"/>
                <a:gd name="T1" fmla="*/ 139 h 259"/>
                <a:gd name="T2" fmla="*/ 228 w 259"/>
                <a:gd name="T3" fmla="*/ 133 h 259"/>
                <a:gd name="T4" fmla="*/ 224 w 259"/>
                <a:gd name="T5" fmla="*/ 103 h 259"/>
                <a:gd name="T6" fmla="*/ 241 w 259"/>
                <a:gd name="T7" fmla="*/ 94 h 259"/>
                <a:gd name="T8" fmla="*/ 247 w 259"/>
                <a:gd name="T9" fmla="*/ 73 h 259"/>
                <a:gd name="T10" fmla="*/ 239 w 259"/>
                <a:gd name="T11" fmla="*/ 59 h 259"/>
                <a:gd name="T12" fmla="*/ 219 w 259"/>
                <a:gd name="T13" fmla="*/ 53 h 259"/>
                <a:gd name="T14" fmla="*/ 202 w 259"/>
                <a:gd name="T15" fmla="*/ 63 h 259"/>
                <a:gd name="T16" fmla="*/ 178 w 259"/>
                <a:gd name="T17" fmla="*/ 44 h 259"/>
                <a:gd name="T18" fmla="*/ 183 w 259"/>
                <a:gd name="T19" fmla="*/ 25 h 259"/>
                <a:gd name="T20" fmla="*/ 173 w 259"/>
                <a:gd name="T21" fmla="*/ 7 h 259"/>
                <a:gd name="T22" fmla="*/ 157 w 259"/>
                <a:gd name="T23" fmla="*/ 2 h 259"/>
                <a:gd name="T24" fmla="*/ 138 w 259"/>
                <a:gd name="T25" fmla="*/ 12 h 259"/>
                <a:gd name="T26" fmla="*/ 133 w 259"/>
                <a:gd name="T27" fmla="*/ 31 h 259"/>
                <a:gd name="T28" fmla="*/ 103 w 259"/>
                <a:gd name="T29" fmla="*/ 35 h 259"/>
                <a:gd name="T30" fmla="*/ 93 w 259"/>
                <a:gd name="T31" fmla="*/ 18 h 259"/>
                <a:gd name="T32" fmla="*/ 73 w 259"/>
                <a:gd name="T33" fmla="*/ 12 h 259"/>
                <a:gd name="T34" fmla="*/ 59 w 259"/>
                <a:gd name="T35" fmla="*/ 20 h 259"/>
                <a:gd name="T36" fmla="*/ 53 w 259"/>
                <a:gd name="T37" fmla="*/ 40 h 259"/>
                <a:gd name="T38" fmla="*/ 63 w 259"/>
                <a:gd name="T39" fmla="*/ 58 h 259"/>
                <a:gd name="T40" fmla="*/ 44 w 259"/>
                <a:gd name="T41" fmla="*/ 81 h 259"/>
                <a:gd name="T42" fmla="*/ 25 w 259"/>
                <a:gd name="T43" fmla="*/ 76 h 259"/>
                <a:gd name="T44" fmla="*/ 7 w 259"/>
                <a:gd name="T45" fmla="*/ 86 h 259"/>
                <a:gd name="T46" fmla="*/ 2 w 259"/>
                <a:gd name="T47" fmla="*/ 103 h 259"/>
                <a:gd name="T48" fmla="*/ 12 w 259"/>
                <a:gd name="T49" fmla="*/ 121 h 259"/>
                <a:gd name="T50" fmla="*/ 31 w 259"/>
                <a:gd name="T51" fmla="*/ 126 h 259"/>
                <a:gd name="T52" fmla="*/ 35 w 259"/>
                <a:gd name="T53" fmla="*/ 156 h 259"/>
                <a:gd name="T54" fmla="*/ 18 w 259"/>
                <a:gd name="T55" fmla="*/ 166 h 259"/>
                <a:gd name="T56" fmla="*/ 12 w 259"/>
                <a:gd name="T57" fmla="*/ 186 h 259"/>
                <a:gd name="T58" fmla="*/ 20 w 259"/>
                <a:gd name="T59" fmla="*/ 201 h 259"/>
                <a:gd name="T60" fmla="*/ 40 w 259"/>
                <a:gd name="T61" fmla="*/ 206 h 259"/>
                <a:gd name="T62" fmla="*/ 58 w 259"/>
                <a:gd name="T63" fmla="*/ 197 h 259"/>
                <a:gd name="T64" fmla="*/ 81 w 259"/>
                <a:gd name="T65" fmla="*/ 215 h 259"/>
                <a:gd name="T66" fmla="*/ 76 w 259"/>
                <a:gd name="T67" fmla="*/ 234 h 259"/>
                <a:gd name="T68" fmla="*/ 86 w 259"/>
                <a:gd name="T69" fmla="*/ 253 h 259"/>
                <a:gd name="T70" fmla="*/ 102 w 259"/>
                <a:gd name="T71" fmla="*/ 257 h 259"/>
                <a:gd name="T72" fmla="*/ 121 w 259"/>
                <a:gd name="T73" fmla="*/ 247 h 259"/>
                <a:gd name="T74" fmla="*/ 126 w 259"/>
                <a:gd name="T75" fmla="*/ 228 h 259"/>
                <a:gd name="T76" fmla="*/ 156 w 259"/>
                <a:gd name="T77" fmla="*/ 224 h 259"/>
                <a:gd name="T78" fmla="*/ 166 w 259"/>
                <a:gd name="T79" fmla="*/ 242 h 259"/>
                <a:gd name="T80" fmla="*/ 186 w 259"/>
                <a:gd name="T81" fmla="*/ 247 h 259"/>
                <a:gd name="T82" fmla="*/ 200 w 259"/>
                <a:gd name="T83" fmla="*/ 239 h 259"/>
                <a:gd name="T84" fmla="*/ 206 w 259"/>
                <a:gd name="T85" fmla="*/ 219 h 259"/>
                <a:gd name="T86" fmla="*/ 197 w 259"/>
                <a:gd name="T87" fmla="*/ 202 h 259"/>
                <a:gd name="T88" fmla="*/ 215 w 259"/>
                <a:gd name="T89" fmla="*/ 178 h 259"/>
                <a:gd name="T90" fmla="*/ 234 w 259"/>
                <a:gd name="T91" fmla="*/ 183 h 259"/>
                <a:gd name="T92" fmla="*/ 252 w 259"/>
                <a:gd name="T93" fmla="*/ 173 h 259"/>
                <a:gd name="T94" fmla="*/ 257 w 259"/>
                <a:gd name="T95" fmla="*/ 157 h 259"/>
                <a:gd name="T96" fmla="*/ 247 w 259"/>
                <a:gd name="T97" fmla="*/ 139 h 259"/>
                <a:gd name="T98" fmla="*/ 116 w 259"/>
                <a:gd name="T99" fmla="*/ 178 h 259"/>
                <a:gd name="T100" fmla="*/ 82 w 259"/>
                <a:gd name="T101" fmla="*/ 116 h 259"/>
                <a:gd name="T102" fmla="*/ 143 w 259"/>
                <a:gd name="T103" fmla="*/ 82 h 259"/>
                <a:gd name="T104" fmla="*/ 177 w 259"/>
                <a:gd name="T105" fmla="*/ 143 h 259"/>
                <a:gd name="T106" fmla="*/ 116 w 259"/>
                <a:gd name="T107" fmla="*/ 178 h 2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59" h="259">
                  <a:moveTo>
                    <a:pt x="247" y="139"/>
                  </a:moveTo>
                  <a:cubicBezTo>
                    <a:pt x="228" y="133"/>
                    <a:pt x="228" y="133"/>
                    <a:pt x="228" y="133"/>
                  </a:cubicBezTo>
                  <a:cubicBezTo>
                    <a:pt x="228" y="123"/>
                    <a:pt x="227" y="113"/>
                    <a:pt x="224" y="103"/>
                  </a:cubicBezTo>
                  <a:cubicBezTo>
                    <a:pt x="241" y="94"/>
                    <a:pt x="241" y="94"/>
                    <a:pt x="241" y="94"/>
                  </a:cubicBezTo>
                  <a:cubicBezTo>
                    <a:pt x="249" y="90"/>
                    <a:pt x="251" y="81"/>
                    <a:pt x="247" y="73"/>
                  </a:cubicBezTo>
                  <a:cubicBezTo>
                    <a:pt x="239" y="59"/>
                    <a:pt x="239" y="59"/>
                    <a:pt x="239" y="59"/>
                  </a:cubicBezTo>
                  <a:cubicBezTo>
                    <a:pt x="235" y="52"/>
                    <a:pt x="226" y="49"/>
                    <a:pt x="219" y="53"/>
                  </a:cubicBezTo>
                  <a:cubicBezTo>
                    <a:pt x="202" y="63"/>
                    <a:pt x="202" y="63"/>
                    <a:pt x="202" y="63"/>
                  </a:cubicBezTo>
                  <a:cubicBezTo>
                    <a:pt x="195" y="55"/>
                    <a:pt x="187" y="49"/>
                    <a:pt x="178" y="44"/>
                  </a:cubicBezTo>
                  <a:cubicBezTo>
                    <a:pt x="183" y="25"/>
                    <a:pt x="183" y="25"/>
                    <a:pt x="183" y="25"/>
                  </a:cubicBezTo>
                  <a:cubicBezTo>
                    <a:pt x="185" y="17"/>
                    <a:pt x="181" y="9"/>
                    <a:pt x="173" y="7"/>
                  </a:cubicBezTo>
                  <a:cubicBezTo>
                    <a:pt x="157" y="2"/>
                    <a:pt x="157" y="2"/>
                    <a:pt x="157" y="2"/>
                  </a:cubicBezTo>
                  <a:cubicBezTo>
                    <a:pt x="149" y="0"/>
                    <a:pt x="141" y="5"/>
                    <a:pt x="138" y="12"/>
                  </a:cubicBezTo>
                  <a:cubicBezTo>
                    <a:pt x="133" y="31"/>
                    <a:pt x="133" y="31"/>
                    <a:pt x="133" y="31"/>
                  </a:cubicBezTo>
                  <a:cubicBezTo>
                    <a:pt x="123" y="31"/>
                    <a:pt x="113" y="32"/>
                    <a:pt x="103" y="35"/>
                  </a:cubicBezTo>
                  <a:cubicBezTo>
                    <a:pt x="93" y="18"/>
                    <a:pt x="93" y="18"/>
                    <a:pt x="93" y="18"/>
                  </a:cubicBezTo>
                  <a:cubicBezTo>
                    <a:pt x="90" y="11"/>
                    <a:pt x="80" y="8"/>
                    <a:pt x="73" y="12"/>
                  </a:cubicBezTo>
                  <a:cubicBezTo>
                    <a:pt x="59" y="20"/>
                    <a:pt x="59" y="20"/>
                    <a:pt x="59" y="20"/>
                  </a:cubicBezTo>
                  <a:cubicBezTo>
                    <a:pt x="51" y="24"/>
                    <a:pt x="49" y="33"/>
                    <a:pt x="53" y="40"/>
                  </a:cubicBezTo>
                  <a:cubicBezTo>
                    <a:pt x="63" y="58"/>
                    <a:pt x="63" y="58"/>
                    <a:pt x="63" y="58"/>
                  </a:cubicBezTo>
                  <a:cubicBezTo>
                    <a:pt x="55" y="64"/>
                    <a:pt x="49" y="72"/>
                    <a:pt x="44" y="81"/>
                  </a:cubicBezTo>
                  <a:cubicBezTo>
                    <a:pt x="25" y="76"/>
                    <a:pt x="25" y="76"/>
                    <a:pt x="25" y="76"/>
                  </a:cubicBezTo>
                  <a:cubicBezTo>
                    <a:pt x="17" y="74"/>
                    <a:pt x="9" y="78"/>
                    <a:pt x="7" y="86"/>
                  </a:cubicBezTo>
                  <a:cubicBezTo>
                    <a:pt x="2" y="103"/>
                    <a:pt x="2" y="103"/>
                    <a:pt x="2" y="103"/>
                  </a:cubicBezTo>
                  <a:cubicBezTo>
                    <a:pt x="0" y="110"/>
                    <a:pt x="4" y="119"/>
                    <a:pt x="12" y="121"/>
                  </a:cubicBezTo>
                  <a:cubicBezTo>
                    <a:pt x="31" y="126"/>
                    <a:pt x="31" y="126"/>
                    <a:pt x="31" y="126"/>
                  </a:cubicBezTo>
                  <a:cubicBezTo>
                    <a:pt x="31" y="136"/>
                    <a:pt x="32" y="146"/>
                    <a:pt x="35" y="156"/>
                  </a:cubicBezTo>
                  <a:cubicBezTo>
                    <a:pt x="18" y="166"/>
                    <a:pt x="18" y="166"/>
                    <a:pt x="18" y="166"/>
                  </a:cubicBezTo>
                  <a:cubicBezTo>
                    <a:pt x="11" y="170"/>
                    <a:pt x="8" y="179"/>
                    <a:pt x="12" y="186"/>
                  </a:cubicBezTo>
                  <a:cubicBezTo>
                    <a:pt x="20" y="201"/>
                    <a:pt x="20" y="201"/>
                    <a:pt x="20" y="201"/>
                  </a:cubicBezTo>
                  <a:cubicBezTo>
                    <a:pt x="24" y="208"/>
                    <a:pt x="33" y="210"/>
                    <a:pt x="40" y="206"/>
                  </a:cubicBezTo>
                  <a:cubicBezTo>
                    <a:pt x="58" y="197"/>
                    <a:pt x="58" y="197"/>
                    <a:pt x="58" y="197"/>
                  </a:cubicBezTo>
                  <a:cubicBezTo>
                    <a:pt x="64" y="204"/>
                    <a:pt x="72" y="210"/>
                    <a:pt x="81" y="215"/>
                  </a:cubicBezTo>
                  <a:cubicBezTo>
                    <a:pt x="76" y="234"/>
                    <a:pt x="76" y="234"/>
                    <a:pt x="76" y="234"/>
                  </a:cubicBezTo>
                  <a:cubicBezTo>
                    <a:pt x="74" y="242"/>
                    <a:pt x="78" y="250"/>
                    <a:pt x="86" y="253"/>
                  </a:cubicBezTo>
                  <a:cubicBezTo>
                    <a:pt x="102" y="257"/>
                    <a:pt x="102" y="257"/>
                    <a:pt x="102" y="257"/>
                  </a:cubicBezTo>
                  <a:cubicBezTo>
                    <a:pt x="110" y="259"/>
                    <a:pt x="118" y="255"/>
                    <a:pt x="121" y="247"/>
                  </a:cubicBezTo>
                  <a:cubicBezTo>
                    <a:pt x="126" y="228"/>
                    <a:pt x="126" y="228"/>
                    <a:pt x="126" y="228"/>
                  </a:cubicBezTo>
                  <a:cubicBezTo>
                    <a:pt x="136" y="228"/>
                    <a:pt x="146" y="227"/>
                    <a:pt x="156" y="224"/>
                  </a:cubicBezTo>
                  <a:cubicBezTo>
                    <a:pt x="166" y="242"/>
                    <a:pt x="166" y="242"/>
                    <a:pt x="166" y="242"/>
                  </a:cubicBezTo>
                  <a:cubicBezTo>
                    <a:pt x="170" y="249"/>
                    <a:pt x="179" y="251"/>
                    <a:pt x="186" y="247"/>
                  </a:cubicBezTo>
                  <a:cubicBezTo>
                    <a:pt x="200" y="239"/>
                    <a:pt x="200" y="239"/>
                    <a:pt x="200" y="239"/>
                  </a:cubicBezTo>
                  <a:cubicBezTo>
                    <a:pt x="208" y="235"/>
                    <a:pt x="210" y="226"/>
                    <a:pt x="206" y="219"/>
                  </a:cubicBezTo>
                  <a:cubicBezTo>
                    <a:pt x="197" y="202"/>
                    <a:pt x="197" y="202"/>
                    <a:pt x="197" y="202"/>
                  </a:cubicBezTo>
                  <a:cubicBezTo>
                    <a:pt x="204" y="195"/>
                    <a:pt x="210" y="187"/>
                    <a:pt x="215" y="178"/>
                  </a:cubicBezTo>
                  <a:cubicBezTo>
                    <a:pt x="234" y="183"/>
                    <a:pt x="234" y="183"/>
                    <a:pt x="234" y="183"/>
                  </a:cubicBezTo>
                  <a:cubicBezTo>
                    <a:pt x="242" y="185"/>
                    <a:pt x="250" y="181"/>
                    <a:pt x="252" y="173"/>
                  </a:cubicBezTo>
                  <a:cubicBezTo>
                    <a:pt x="257" y="157"/>
                    <a:pt x="257" y="157"/>
                    <a:pt x="257" y="157"/>
                  </a:cubicBezTo>
                  <a:cubicBezTo>
                    <a:pt x="259" y="149"/>
                    <a:pt x="255" y="141"/>
                    <a:pt x="247" y="139"/>
                  </a:cubicBezTo>
                  <a:close/>
                  <a:moveTo>
                    <a:pt x="116" y="178"/>
                  </a:moveTo>
                  <a:cubicBezTo>
                    <a:pt x="90" y="170"/>
                    <a:pt x="74" y="143"/>
                    <a:pt x="82" y="116"/>
                  </a:cubicBezTo>
                  <a:cubicBezTo>
                    <a:pt x="89" y="90"/>
                    <a:pt x="117" y="74"/>
                    <a:pt x="143" y="82"/>
                  </a:cubicBezTo>
                  <a:cubicBezTo>
                    <a:pt x="169" y="89"/>
                    <a:pt x="185" y="117"/>
                    <a:pt x="177" y="143"/>
                  </a:cubicBezTo>
                  <a:cubicBezTo>
                    <a:pt x="170" y="170"/>
                    <a:pt x="142" y="185"/>
                    <a:pt x="116" y="178"/>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3" name="Freeform 98"/>
            <p:cNvSpPr>
              <a:spLocks noEditPoints="1"/>
            </p:cNvSpPr>
            <p:nvPr/>
          </p:nvSpPr>
          <p:spPr bwMode="gray">
            <a:xfrm>
              <a:off x="9818987" y="4658045"/>
              <a:ext cx="227013" cy="228600"/>
            </a:xfrm>
            <a:custGeom>
              <a:avLst/>
              <a:gdLst>
                <a:gd name="T0" fmla="*/ 165 w 165"/>
                <a:gd name="T1" fmla="*/ 75 h 166"/>
                <a:gd name="T2" fmla="*/ 165 w 165"/>
                <a:gd name="T3" fmla="*/ 75 h 166"/>
                <a:gd name="T4" fmla="*/ 151 w 165"/>
                <a:gd name="T5" fmla="*/ 63 h 166"/>
                <a:gd name="T6" fmla="*/ 156 w 165"/>
                <a:gd name="T7" fmla="*/ 44 h 166"/>
                <a:gd name="T8" fmla="*/ 138 w 165"/>
                <a:gd name="T9" fmla="*/ 38 h 166"/>
                <a:gd name="T10" fmla="*/ 136 w 165"/>
                <a:gd name="T11" fmla="*/ 19 h 166"/>
                <a:gd name="T12" fmla="*/ 117 w 165"/>
                <a:gd name="T13" fmla="*/ 20 h 166"/>
                <a:gd name="T14" fmla="*/ 107 w 165"/>
                <a:gd name="T15" fmla="*/ 3 h 166"/>
                <a:gd name="T16" fmla="*/ 90 w 165"/>
                <a:gd name="T17" fmla="*/ 12 h 166"/>
                <a:gd name="T18" fmla="*/ 90 w 165"/>
                <a:gd name="T19" fmla="*/ 0 h 166"/>
                <a:gd name="T20" fmla="*/ 75 w 165"/>
                <a:gd name="T21" fmla="*/ 0 h 166"/>
                <a:gd name="T22" fmla="*/ 62 w 165"/>
                <a:gd name="T23" fmla="*/ 14 h 166"/>
                <a:gd name="T24" fmla="*/ 44 w 165"/>
                <a:gd name="T25" fmla="*/ 9 h 166"/>
                <a:gd name="T26" fmla="*/ 36 w 165"/>
                <a:gd name="T27" fmla="*/ 27 h 166"/>
                <a:gd name="T28" fmla="*/ 18 w 165"/>
                <a:gd name="T29" fmla="*/ 30 h 166"/>
                <a:gd name="T30" fmla="*/ 19 w 165"/>
                <a:gd name="T31" fmla="*/ 48 h 166"/>
                <a:gd name="T32" fmla="*/ 3 w 165"/>
                <a:gd name="T33" fmla="*/ 58 h 166"/>
                <a:gd name="T34" fmla="*/ 10 w 165"/>
                <a:gd name="T35" fmla="*/ 75 h 166"/>
                <a:gd name="T36" fmla="*/ 0 w 165"/>
                <a:gd name="T37" fmla="*/ 75 h 166"/>
                <a:gd name="T38" fmla="*/ 0 w 165"/>
                <a:gd name="T39" fmla="*/ 80 h 166"/>
                <a:gd name="T40" fmla="*/ 0 w 165"/>
                <a:gd name="T41" fmla="*/ 90 h 166"/>
                <a:gd name="T42" fmla="*/ 10 w 165"/>
                <a:gd name="T43" fmla="*/ 90 h 166"/>
                <a:gd name="T44" fmla="*/ 3 w 165"/>
                <a:gd name="T45" fmla="*/ 107 h 166"/>
                <a:gd name="T46" fmla="*/ 18 w 165"/>
                <a:gd name="T47" fmla="*/ 118 h 166"/>
                <a:gd name="T48" fmla="*/ 18 w 165"/>
                <a:gd name="T49" fmla="*/ 136 h 166"/>
                <a:gd name="T50" fmla="*/ 36 w 165"/>
                <a:gd name="T51" fmla="*/ 140 h 166"/>
                <a:gd name="T52" fmla="*/ 44 w 165"/>
                <a:gd name="T53" fmla="*/ 156 h 166"/>
                <a:gd name="T54" fmla="*/ 62 w 165"/>
                <a:gd name="T55" fmla="*/ 153 h 166"/>
                <a:gd name="T56" fmla="*/ 75 w 165"/>
                <a:gd name="T57" fmla="*/ 166 h 166"/>
                <a:gd name="T58" fmla="*/ 90 w 165"/>
                <a:gd name="T59" fmla="*/ 166 h 166"/>
                <a:gd name="T60" fmla="*/ 90 w 165"/>
                <a:gd name="T61" fmla="*/ 155 h 166"/>
                <a:gd name="T62" fmla="*/ 107 w 165"/>
                <a:gd name="T63" fmla="*/ 162 h 166"/>
                <a:gd name="T64" fmla="*/ 117 w 165"/>
                <a:gd name="T65" fmla="*/ 146 h 166"/>
                <a:gd name="T66" fmla="*/ 135 w 165"/>
                <a:gd name="T67" fmla="*/ 147 h 166"/>
                <a:gd name="T68" fmla="*/ 138 w 165"/>
                <a:gd name="T69" fmla="*/ 129 h 166"/>
                <a:gd name="T70" fmla="*/ 156 w 165"/>
                <a:gd name="T71" fmla="*/ 122 h 166"/>
                <a:gd name="T72" fmla="*/ 151 w 165"/>
                <a:gd name="T73" fmla="*/ 103 h 166"/>
                <a:gd name="T74" fmla="*/ 165 w 165"/>
                <a:gd name="T75" fmla="*/ 90 h 166"/>
                <a:gd name="T76" fmla="*/ 133 w 165"/>
                <a:gd name="T77" fmla="*/ 75 h 166"/>
                <a:gd name="T78" fmla="*/ 104 w 165"/>
                <a:gd name="T79" fmla="*/ 71 h 166"/>
                <a:gd name="T80" fmla="*/ 113 w 165"/>
                <a:gd name="T81" fmla="*/ 42 h 166"/>
                <a:gd name="T82" fmla="*/ 90 w 165"/>
                <a:gd name="T83" fmla="*/ 59 h 166"/>
                <a:gd name="T84" fmla="*/ 113 w 165"/>
                <a:gd name="T85" fmla="*/ 42 h 166"/>
                <a:gd name="T86" fmla="*/ 75 w 165"/>
                <a:gd name="T87" fmla="*/ 90 h 166"/>
                <a:gd name="T88" fmla="*/ 90 w 165"/>
                <a:gd name="T89" fmla="*/ 76 h 166"/>
                <a:gd name="T90" fmla="*/ 75 w 165"/>
                <a:gd name="T91" fmla="*/ 32 h 166"/>
                <a:gd name="T92" fmla="*/ 69 w 165"/>
                <a:gd name="T93" fmla="*/ 61 h 166"/>
                <a:gd name="T94" fmla="*/ 75 w 165"/>
                <a:gd name="T95" fmla="*/ 32 h 166"/>
                <a:gd name="T96" fmla="*/ 60 w 165"/>
                <a:gd name="T97" fmla="*/ 71 h 166"/>
                <a:gd name="T98" fmla="*/ 31 w 165"/>
                <a:gd name="T99" fmla="*/ 75 h 166"/>
                <a:gd name="T100" fmla="*/ 41 w 165"/>
                <a:gd name="T101" fmla="*/ 115 h 166"/>
                <a:gd name="T102" fmla="*/ 57 w 165"/>
                <a:gd name="T103" fmla="*/ 90 h 166"/>
                <a:gd name="T104" fmla="*/ 41 w 165"/>
                <a:gd name="T105" fmla="*/ 115 h 166"/>
                <a:gd name="T106" fmla="*/ 69 w 165"/>
                <a:gd name="T107" fmla="*/ 106 h 166"/>
                <a:gd name="T108" fmla="*/ 75 w 165"/>
                <a:gd name="T109" fmla="*/ 135 h 166"/>
                <a:gd name="T110" fmla="*/ 90 w 165"/>
                <a:gd name="T111" fmla="*/ 135 h 166"/>
                <a:gd name="T112" fmla="*/ 94 w 165"/>
                <a:gd name="T113" fmla="*/ 106 h 166"/>
                <a:gd name="T114" fmla="*/ 90 w 165"/>
                <a:gd name="T115" fmla="*/ 135 h 166"/>
                <a:gd name="T116" fmla="*/ 104 w 165"/>
                <a:gd name="T117" fmla="*/ 96 h 166"/>
                <a:gd name="T118" fmla="*/ 133 w 165"/>
                <a:gd name="T119" fmla="*/ 90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65" h="166">
                  <a:moveTo>
                    <a:pt x="165" y="90"/>
                  </a:moveTo>
                  <a:cubicBezTo>
                    <a:pt x="165" y="75"/>
                    <a:pt x="165" y="75"/>
                    <a:pt x="165" y="75"/>
                  </a:cubicBezTo>
                  <a:cubicBezTo>
                    <a:pt x="165" y="75"/>
                    <a:pt x="165" y="75"/>
                    <a:pt x="165" y="75"/>
                  </a:cubicBezTo>
                  <a:cubicBezTo>
                    <a:pt x="165" y="75"/>
                    <a:pt x="165" y="75"/>
                    <a:pt x="165" y="75"/>
                  </a:cubicBezTo>
                  <a:cubicBezTo>
                    <a:pt x="154" y="75"/>
                    <a:pt x="154" y="75"/>
                    <a:pt x="154" y="75"/>
                  </a:cubicBezTo>
                  <a:cubicBezTo>
                    <a:pt x="153" y="71"/>
                    <a:pt x="152" y="67"/>
                    <a:pt x="151" y="63"/>
                  </a:cubicBezTo>
                  <a:cubicBezTo>
                    <a:pt x="162" y="58"/>
                    <a:pt x="162" y="58"/>
                    <a:pt x="162" y="58"/>
                  </a:cubicBezTo>
                  <a:cubicBezTo>
                    <a:pt x="156" y="44"/>
                    <a:pt x="156" y="44"/>
                    <a:pt x="156" y="44"/>
                  </a:cubicBezTo>
                  <a:cubicBezTo>
                    <a:pt x="145" y="49"/>
                    <a:pt x="145" y="49"/>
                    <a:pt x="145" y="49"/>
                  </a:cubicBezTo>
                  <a:cubicBezTo>
                    <a:pt x="143" y="45"/>
                    <a:pt x="141" y="41"/>
                    <a:pt x="138" y="38"/>
                  </a:cubicBezTo>
                  <a:cubicBezTo>
                    <a:pt x="146" y="30"/>
                    <a:pt x="146" y="30"/>
                    <a:pt x="146" y="30"/>
                  </a:cubicBezTo>
                  <a:cubicBezTo>
                    <a:pt x="136" y="19"/>
                    <a:pt x="136" y="19"/>
                    <a:pt x="136" y="19"/>
                  </a:cubicBezTo>
                  <a:cubicBezTo>
                    <a:pt x="127" y="27"/>
                    <a:pt x="127" y="27"/>
                    <a:pt x="127" y="27"/>
                  </a:cubicBezTo>
                  <a:cubicBezTo>
                    <a:pt x="124" y="25"/>
                    <a:pt x="120" y="22"/>
                    <a:pt x="117" y="20"/>
                  </a:cubicBezTo>
                  <a:cubicBezTo>
                    <a:pt x="121" y="9"/>
                    <a:pt x="121" y="9"/>
                    <a:pt x="121" y="9"/>
                  </a:cubicBezTo>
                  <a:cubicBezTo>
                    <a:pt x="107" y="3"/>
                    <a:pt x="107" y="3"/>
                    <a:pt x="107" y="3"/>
                  </a:cubicBezTo>
                  <a:cubicBezTo>
                    <a:pt x="103" y="14"/>
                    <a:pt x="103" y="14"/>
                    <a:pt x="103" y="14"/>
                  </a:cubicBezTo>
                  <a:cubicBezTo>
                    <a:pt x="99" y="13"/>
                    <a:pt x="94" y="12"/>
                    <a:pt x="90" y="12"/>
                  </a:cubicBezTo>
                  <a:cubicBezTo>
                    <a:pt x="90" y="0"/>
                    <a:pt x="90" y="0"/>
                    <a:pt x="90" y="0"/>
                  </a:cubicBezTo>
                  <a:cubicBezTo>
                    <a:pt x="90" y="0"/>
                    <a:pt x="90" y="0"/>
                    <a:pt x="90" y="0"/>
                  </a:cubicBezTo>
                  <a:cubicBezTo>
                    <a:pt x="75" y="0"/>
                    <a:pt x="75" y="0"/>
                    <a:pt x="75" y="0"/>
                  </a:cubicBezTo>
                  <a:cubicBezTo>
                    <a:pt x="75" y="0"/>
                    <a:pt x="75" y="0"/>
                    <a:pt x="75" y="0"/>
                  </a:cubicBezTo>
                  <a:cubicBezTo>
                    <a:pt x="75" y="12"/>
                    <a:pt x="75" y="12"/>
                    <a:pt x="75" y="12"/>
                  </a:cubicBezTo>
                  <a:cubicBezTo>
                    <a:pt x="71" y="12"/>
                    <a:pt x="66" y="13"/>
                    <a:pt x="62" y="14"/>
                  </a:cubicBezTo>
                  <a:cubicBezTo>
                    <a:pt x="58" y="3"/>
                    <a:pt x="58" y="3"/>
                    <a:pt x="58" y="3"/>
                  </a:cubicBezTo>
                  <a:cubicBezTo>
                    <a:pt x="44" y="9"/>
                    <a:pt x="44" y="9"/>
                    <a:pt x="44" y="9"/>
                  </a:cubicBezTo>
                  <a:cubicBezTo>
                    <a:pt x="48" y="20"/>
                    <a:pt x="48" y="20"/>
                    <a:pt x="48" y="20"/>
                  </a:cubicBezTo>
                  <a:cubicBezTo>
                    <a:pt x="44" y="22"/>
                    <a:pt x="40" y="24"/>
                    <a:pt x="36" y="27"/>
                  </a:cubicBezTo>
                  <a:cubicBezTo>
                    <a:pt x="29" y="19"/>
                    <a:pt x="29" y="19"/>
                    <a:pt x="29" y="19"/>
                  </a:cubicBezTo>
                  <a:cubicBezTo>
                    <a:pt x="18" y="30"/>
                    <a:pt x="18" y="30"/>
                    <a:pt x="18" y="30"/>
                  </a:cubicBezTo>
                  <a:cubicBezTo>
                    <a:pt x="26" y="38"/>
                    <a:pt x="26" y="38"/>
                    <a:pt x="26" y="38"/>
                  </a:cubicBezTo>
                  <a:cubicBezTo>
                    <a:pt x="23" y="41"/>
                    <a:pt x="21" y="45"/>
                    <a:pt x="19" y="48"/>
                  </a:cubicBezTo>
                  <a:cubicBezTo>
                    <a:pt x="9" y="44"/>
                    <a:pt x="9" y="44"/>
                    <a:pt x="9" y="44"/>
                  </a:cubicBezTo>
                  <a:cubicBezTo>
                    <a:pt x="3" y="58"/>
                    <a:pt x="3" y="58"/>
                    <a:pt x="3" y="58"/>
                  </a:cubicBezTo>
                  <a:cubicBezTo>
                    <a:pt x="13" y="62"/>
                    <a:pt x="13" y="62"/>
                    <a:pt x="13" y="62"/>
                  </a:cubicBezTo>
                  <a:cubicBezTo>
                    <a:pt x="11" y="66"/>
                    <a:pt x="11" y="71"/>
                    <a:pt x="10" y="75"/>
                  </a:cubicBezTo>
                  <a:cubicBezTo>
                    <a:pt x="0" y="75"/>
                    <a:pt x="0" y="75"/>
                    <a:pt x="0" y="75"/>
                  </a:cubicBezTo>
                  <a:cubicBezTo>
                    <a:pt x="0" y="75"/>
                    <a:pt x="0" y="75"/>
                    <a:pt x="0" y="75"/>
                  </a:cubicBezTo>
                  <a:cubicBezTo>
                    <a:pt x="0" y="75"/>
                    <a:pt x="0" y="75"/>
                    <a:pt x="0" y="75"/>
                  </a:cubicBezTo>
                  <a:cubicBezTo>
                    <a:pt x="0" y="80"/>
                    <a:pt x="0" y="80"/>
                    <a:pt x="0" y="80"/>
                  </a:cubicBezTo>
                  <a:cubicBezTo>
                    <a:pt x="0" y="90"/>
                    <a:pt x="0" y="90"/>
                    <a:pt x="0" y="90"/>
                  </a:cubicBezTo>
                  <a:cubicBezTo>
                    <a:pt x="0" y="90"/>
                    <a:pt x="0" y="90"/>
                    <a:pt x="0" y="90"/>
                  </a:cubicBezTo>
                  <a:cubicBezTo>
                    <a:pt x="0" y="90"/>
                    <a:pt x="0" y="90"/>
                    <a:pt x="0" y="90"/>
                  </a:cubicBezTo>
                  <a:cubicBezTo>
                    <a:pt x="10" y="90"/>
                    <a:pt x="10" y="90"/>
                    <a:pt x="10" y="90"/>
                  </a:cubicBezTo>
                  <a:cubicBezTo>
                    <a:pt x="10" y="95"/>
                    <a:pt x="11" y="99"/>
                    <a:pt x="12" y="103"/>
                  </a:cubicBezTo>
                  <a:cubicBezTo>
                    <a:pt x="3" y="107"/>
                    <a:pt x="3" y="107"/>
                    <a:pt x="3" y="107"/>
                  </a:cubicBezTo>
                  <a:cubicBezTo>
                    <a:pt x="9" y="121"/>
                    <a:pt x="9" y="121"/>
                    <a:pt x="9" y="121"/>
                  </a:cubicBezTo>
                  <a:cubicBezTo>
                    <a:pt x="18" y="118"/>
                    <a:pt x="18" y="118"/>
                    <a:pt x="18" y="118"/>
                  </a:cubicBezTo>
                  <a:cubicBezTo>
                    <a:pt x="20" y="122"/>
                    <a:pt x="23" y="125"/>
                    <a:pt x="26" y="129"/>
                  </a:cubicBezTo>
                  <a:cubicBezTo>
                    <a:pt x="18" y="136"/>
                    <a:pt x="18" y="136"/>
                    <a:pt x="18" y="136"/>
                  </a:cubicBezTo>
                  <a:cubicBezTo>
                    <a:pt x="29" y="147"/>
                    <a:pt x="29" y="147"/>
                    <a:pt x="29" y="147"/>
                  </a:cubicBezTo>
                  <a:cubicBezTo>
                    <a:pt x="36" y="140"/>
                    <a:pt x="36" y="140"/>
                    <a:pt x="36" y="140"/>
                  </a:cubicBezTo>
                  <a:cubicBezTo>
                    <a:pt x="40" y="142"/>
                    <a:pt x="44" y="145"/>
                    <a:pt x="48" y="147"/>
                  </a:cubicBezTo>
                  <a:cubicBezTo>
                    <a:pt x="44" y="156"/>
                    <a:pt x="44" y="156"/>
                    <a:pt x="44" y="156"/>
                  </a:cubicBezTo>
                  <a:cubicBezTo>
                    <a:pt x="58" y="162"/>
                    <a:pt x="58" y="162"/>
                    <a:pt x="58" y="162"/>
                  </a:cubicBezTo>
                  <a:cubicBezTo>
                    <a:pt x="62" y="153"/>
                    <a:pt x="62" y="153"/>
                    <a:pt x="62" y="153"/>
                  </a:cubicBezTo>
                  <a:cubicBezTo>
                    <a:pt x="66" y="154"/>
                    <a:pt x="70" y="155"/>
                    <a:pt x="75" y="155"/>
                  </a:cubicBezTo>
                  <a:cubicBezTo>
                    <a:pt x="75" y="166"/>
                    <a:pt x="75" y="166"/>
                    <a:pt x="75" y="166"/>
                  </a:cubicBezTo>
                  <a:cubicBezTo>
                    <a:pt x="90" y="166"/>
                    <a:pt x="90" y="166"/>
                    <a:pt x="90" y="166"/>
                  </a:cubicBezTo>
                  <a:cubicBezTo>
                    <a:pt x="90" y="166"/>
                    <a:pt x="90" y="166"/>
                    <a:pt x="90" y="166"/>
                  </a:cubicBezTo>
                  <a:cubicBezTo>
                    <a:pt x="90" y="166"/>
                    <a:pt x="90" y="166"/>
                    <a:pt x="90" y="166"/>
                  </a:cubicBezTo>
                  <a:cubicBezTo>
                    <a:pt x="90" y="155"/>
                    <a:pt x="90" y="155"/>
                    <a:pt x="90" y="155"/>
                  </a:cubicBezTo>
                  <a:cubicBezTo>
                    <a:pt x="94" y="155"/>
                    <a:pt x="99" y="154"/>
                    <a:pt x="103" y="152"/>
                  </a:cubicBezTo>
                  <a:cubicBezTo>
                    <a:pt x="107" y="162"/>
                    <a:pt x="107" y="162"/>
                    <a:pt x="107" y="162"/>
                  </a:cubicBezTo>
                  <a:cubicBezTo>
                    <a:pt x="121" y="156"/>
                    <a:pt x="121" y="156"/>
                    <a:pt x="121" y="156"/>
                  </a:cubicBezTo>
                  <a:cubicBezTo>
                    <a:pt x="117" y="146"/>
                    <a:pt x="117" y="146"/>
                    <a:pt x="117" y="146"/>
                  </a:cubicBezTo>
                  <a:cubicBezTo>
                    <a:pt x="121" y="144"/>
                    <a:pt x="124" y="142"/>
                    <a:pt x="127" y="140"/>
                  </a:cubicBezTo>
                  <a:cubicBezTo>
                    <a:pt x="135" y="147"/>
                    <a:pt x="135" y="147"/>
                    <a:pt x="135" y="147"/>
                  </a:cubicBezTo>
                  <a:cubicBezTo>
                    <a:pt x="146" y="137"/>
                    <a:pt x="146" y="137"/>
                    <a:pt x="146" y="137"/>
                  </a:cubicBezTo>
                  <a:cubicBezTo>
                    <a:pt x="138" y="129"/>
                    <a:pt x="138" y="129"/>
                    <a:pt x="138" y="129"/>
                  </a:cubicBezTo>
                  <a:cubicBezTo>
                    <a:pt x="141" y="125"/>
                    <a:pt x="143" y="121"/>
                    <a:pt x="146" y="117"/>
                  </a:cubicBezTo>
                  <a:cubicBezTo>
                    <a:pt x="156" y="122"/>
                    <a:pt x="156" y="122"/>
                    <a:pt x="156" y="122"/>
                  </a:cubicBezTo>
                  <a:cubicBezTo>
                    <a:pt x="162" y="108"/>
                    <a:pt x="162" y="108"/>
                    <a:pt x="162" y="108"/>
                  </a:cubicBezTo>
                  <a:cubicBezTo>
                    <a:pt x="151" y="103"/>
                    <a:pt x="151" y="103"/>
                    <a:pt x="151" y="103"/>
                  </a:cubicBezTo>
                  <a:cubicBezTo>
                    <a:pt x="152" y="99"/>
                    <a:pt x="153" y="95"/>
                    <a:pt x="154" y="90"/>
                  </a:cubicBezTo>
                  <a:lnTo>
                    <a:pt x="165" y="90"/>
                  </a:lnTo>
                  <a:close/>
                  <a:moveTo>
                    <a:pt x="123" y="52"/>
                  </a:moveTo>
                  <a:cubicBezTo>
                    <a:pt x="128" y="59"/>
                    <a:pt x="132" y="67"/>
                    <a:pt x="133" y="75"/>
                  </a:cubicBezTo>
                  <a:cubicBezTo>
                    <a:pt x="106" y="75"/>
                    <a:pt x="106" y="75"/>
                    <a:pt x="106" y="75"/>
                  </a:cubicBezTo>
                  <a:cubicBezTo>
                    <a:pt x="105" y="74"/>
                    <a:pt x="105" y="72"/>
                    <a:pt x="104" y="71"/>
                  </a:cubicBezTo>
                  <a:lnTo>
                    <a:pt x="123" y="52"/>
                  </a:lnTo>
                  <a:close/>
                  <a:moveTo>
                    <a:pt x="113" y="42"/>
                  </a:moveTo>
                  <a:cubicBezTo>
                    <a:pt x="94" y="61"/>
                    <a:pt x="94" y="61"/>
                    <a:pt x="94" y="61"/>
                  </a:cubicBezTo>
                  <a:cubicBezTo>
                    <a:pt x="93" y="61"/>
                    <a:pt x="92" y="60"/>
                    <a:pt x="90" y="59"/>
                  </a:cubicBezTo>
                  <a:cubicBezTo>
                    <a:pt x="90" y="32"/>
                    <a:pt x="90" y="32"/>
                    <a:pt x="90" y="32"/>
                  </a:cubicBezTo>
                  <a:cubicBezTo>
                    <a:pt x="99" y="34"/>
                    <a:pt x="107" y="37"/>
                    <a:pt x="113" y="42"/>
                  </a:cubicBezTo>
                  <a:close/>
                  <a:moveTo>
                    <a:pt x="90" y="90"/>
                  </a:moveTo>
                  <a:cubicBezTo>
                    <a:pt x="86" y="94"/>
                    <a:pt x="79" y="94"/>
                    <a:pt x="75" y="90"/>
                  </a:cubicBezTo>
                  <a:cubicBezTo>
                    <a:pt x="71" y="86"/>
                    <a:pt x="71" y="80"/>
                    <a:pt x="75" y="76"/>
                  </a:cubicBezTo>
                  <a:cubicBezTo>
                    <a:pt x="79" y="72"/>
                    <a:pt x="86" y="72"/>
                    <a:pt x="90" y="76"/>
                  </a:cubicBezTo>
                  <a:cubicBezTo>
                    <a:pt x="94" y="80"/>
                    <a:pt x="94" y="86"/>
                    <a:pt x="90" y="90"/>
                  </a:cubicBezTo>
                  <a:close/>
                  <a:moveTo>
                    <a:pt x="75" y="32"/>
                  </a:moveTo>
                  <a:cubicBezTo>
                    <a:pt x="75" y="59"/>
                    <a:pt x="75" y="59"/>
                    <a:pt x="75" y="59"/>
                  </a:cubicBezTo>
                  <a:cubicBezTo>
                    <a:pt x="73" y="60"/>
                    <a:pt x="71" y="60"/>
                    <a:pt x="69" y="61"/>
                  </a:cubicBezTo>
                  <a:cubicBezTo>
                    <a:pt x="50" y="42"/>
                    <a:pt x="50" y="42"/>
                    <a:pt x="50" y="42"/>
                  </a:cubicBezTo>
                  <a:cubicBezTo>
                    <a:pt x="57" y="37"/>
                    <a:pt x="66" y="33"/>
                    <a:pt x="75" y="32"/>
                  </a:cubicBezTo>
                  <a:close/>
                  <a:moveTo>
                    <a:pt x="41" y="52"/>
                  </a:moveTo>
                  <a:cubicBezTo>
                    <a:pt x="60" y="71"/>
                    <a:pt x="60" y="71"/>
                    <a:pt x="60" y="71"/>
                  </a:cubicBezTo>
                  <a:cubicBezTo>
                    <a:pt x="59" y="72"/>
                    <a:pt x="58" y="74"/>
                    <a:pt x="58" y="75"/>
                  </a:cubicBezTo>
                  <a:cubicBezTo>
                    <a:pt x="31" y="75"/>
                    <a:pt x="31" y="75"/>
                    <a:pt x="31" y="75"/>
                  </a:cubicBezTo>
                  <a:cubicBezTo>
                    <a:pt x="32" y="67"/>
                    <a:pt x="35" y="59"/>
                    <a:pt x="41" y="52"/>
                  </a:cubicBezTo>
                  <a:close/>
                  <a:moveTo>
                    <a:pt x="41" y="115"/>
                  </a:moveTo>
                  <a:cubicBezTo>
                    <a:pt x="35" y="108"/>
                    <a:pt x="32" y="99"/>
                    <a:pt x="30" y="90"/>
                  </a:cubicBezTo>
                  <a:cubicBezTo>
                    <a:pt x="57" y="90"/>
                    <a:pt x="57" y="90"/>
                    <a:pt x="57" y="90"/>
                  </a:cubicBezTo>
                  <a:cubicBezTo>
                    <a:pt x="58" y="92"/>
                    <a:pt x="59" y="94"/>
                    <a:pt x="60" y="96"/>
                  </a:cubicBezTo>
                  <a:lnTo>
                    <a:pt x="41" y="115"/>
                  </a:lnTo>
                  <a:close/>
                  <a:moveTo>
                    <a:pt x="50" y="125"/>
                  </a:moveTo>
                  <a:cubicBezTo>
                    <a:pt x="69" y="106"/>
                    <a:pt x="69" y="106"/>
                    <a:pt x="69" y="106"/>
                  </a:cubicBezTo>
                  <a:cubicBezTo>
                    <a:pt x="71" y="107"/>
                    <a:pt x="73" y="107"/>
                    <a:pt x="75" y="108"/>
                  </a:cubicBezTo>
                  <a:cubicBezTo>
                    <a:pt x="75" y="135"/>
                    <a:pt x="75" y="135"/>
                    <a:pt x="75" y="135"/>
                  </a:cubicBezTo>
                  <a:cubicBezTo>
                    <a:pt x="66" y="134"/>
                    <a:pt x="57" y="130"/>
                    <a:pt x="50" y="125"/>
                  </a:cubicBezTo>
                  <a:close/>
                  <a:moveTo>
                    <a:pt x="90" y="135"/>
                  </a:moveTo>
                  <a:cubicBezTo>
                    <a:pt x="90" y="107"/>
                    <a:pt x="90" y="107"/>
                    <a:pt x="90" y="107"/>
                  </a:cubicBezTo>
                  <a:cubicBezTo>
                    <a:pt x="92" y="107"/>
                    <a:pt x="93" y="106"/>
                    <a:pt x="94" y="106"/>
                  </a:cubicBezTo>
                  <a:cubicBezTo>
                    <a:pt x="113" y="125"/>
                    <a:pt x="113" y="125"/>
                    <a:pt x="113" y="125"/>
                  </a:cubicBezTo>
                  <a:cubicBezTo>
                    <a:pt x="107" y="130"/>
                    <a:pt x="99" y="133"/>
                    <a:pt x="90" y="135"/>
                  </a:cubicBezTo>
                  <a:close/>
                  <a:moveTo>
                    <a:pt x="123" y="115"/>
                  </a:moveTo>
                  <a:cubicBezTo>
                    <a:pt x="104" y="96"/>
                    <a:pt x="104" y="96"/>
                    <a:pt x="104" y="96"/>
                  </a:cubicBezTo>
                  <a:cubicBezTo>
                    <a:pt x="105" y="94"/>
                    <a:pt x="106" y="92"/>
                    <a:pt x="106" y="90"/>
                  </a:cubicBezTo>
                  <a:cubicBezTo>
                    <a:pt x="133" y="90"/>
                    <a:pt x="133" y="90"/>
                    <a:pt x="133" y="90"/>
                  </a:cubicBezTo>
                  <a:cubicBezTo>
                    <a:pt x="132" y="99"/>
                    <a:pt x="129" y="108"/>
                    <a:pt x="123"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4" name="Freeform 99"/>
            <p:cNvSpPr>
              <a:spLocks/>
            </p:cNvSpPr>
            <p:nvPr/>
          </p:nvSpPr>
          <p:spPr bwMode="gray">
            <a:xfrm>
              <a:off x="9061750" y="4907283"/>
              <a:ext cx="1035050" cy="211137"/>
            </a:xfrm>
            <a:custGeom>
              <a:avLst/>
              <a:gdLst>
                <a:gd name="T0" fmla="*/ 3 w 748"/>
                <a:gd name="T1" fmla="*/ 0 h 153"/>
                <a:gd name="T2" fmla="*/ 0 w 748"/>
                <a:gd name="T3" fmla="*/ 26 h 153"/>
                <a:gd name="T4" fmla="*/ 127 w 748"/>
                <a:gd name="T5" fmla="*/ 153 h 153"/>
                <a:gd name="T6" fmla="*/ 621 w 748"/>
                <a:gd name="T7" fmla="*/ 153 h 153"/>
                <a:gd name="T8" fmla="*/ 748 w 748"/>
                <a:gd name="T9" fmla="*/ 26 h 153"/>
                <a:gd name="T10" fmla="*/ 745 w 748"/>
                <a:gd name="T11" fmla="*/ 0 h 153"/>
                <a:gd name="T12" fmla="*/ 3 w 748"/>
                <a:gd name="T13" fmla="*/ 0 h 153"/>
              </a:gdLst>
              <a:ahLst/>
              <a:cxnLst>
                <a:cxn ang="0">
                  <a:pos x="T0" y="T1"/>
                </a:cxn>
                <a:cxn ang="0">
                  <a:pos x="T2" y="T3"/>
                </a:cxn>
                <a:cxn ang="0">
                  <a:pos x="T4" y="T5"/>
                </a:cxn>
                <a:cxn ang="0">
                  <a:pos x="T6" y="T7"/>
                </a:cxn>
                <a:cxn ang="0">
                  <a:pos x="T8" y="T9"/>
                </a:cxn>
                <a:cxn ang="0">
                  <a:pos x="T10" y="T11"/>
                </a:cxn>
                <a:cxn ang="0">
                  <a:pos x="T12" y="T13"/>
                </a:cxn>
              </a:cxnLst>
              <a:rect l="0" t="0" r="r" b="b"/>
              <a:pathLst>
                <a:path w="748" h="153">
                  <a:moveTo>
                    <a:pt x="3" y="0"/>
                  </a:moveTo>
                  <a:cubicBezTo>
                    <a:pt x="1" y="9"/>
                    <a:pt x="0" y="17"/>
                    <a:pt x="0" y="26"/>
                  </a:cubicBezTo>
                  <a:cubicBezTo>
                    <a:pt x="0" y="96"/>
                    <a:pt x="57" y="153"/>
                    <a:pt x="127" y="153"/>
                  </a:cubicBezTo>
                  <a:cubicBezTo>
                    <a:pt x="621" y="153"/>
                    <a:pt x="621" y="153"/>
                    <a:pt x="621" y="153"/>
                  </a:cubicBezTo>
                  <a:cubicBezTo>
                    <a:pt x="691" y="153"/>
                    <a:pt x="748" y="96"/>
                    <a:pt x="748" y="26"/>
                  </a:cubicBezTo>
                  <a:cubicBezTo>
                    <a:pt x="748" y="17"/>
                    <a:pt x="747" y="9"/>
                    <a:pt x="745" y="0"/>
                  </a:cubicBezTo>
                  <a:lnTo>
                    <a:pt x="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5" name="Freeform 100"/>
            <p:cNvSpPr>
              <a:spLocks/>
            </p:cNvSpPr>
            <p:nvPr/>
          </p:nvSpPr>
          <p:spPr bwMode="gray">
            <a:xfrm>
              <a:off x="9101437" y="4907283"/>
              <a:ext cx="995363" cy="211137"/>
            </a:xfrm>
            <a:custGeom>
              <a:avLst/>
              <a:gdLst>
                <a:gd name="T0" fmla="*/ 716 w 719"/>
                <a:gd name="T1" fmla="*/ 0 h 153"/>
                <a:gd name="T2" fmla="*/ 700 w 719"/>
                <a:gd name="T3" fmla="*/ 0 h 153"/>
                <a:gd name="T4" fmla="*/ 701 w 719"/>
                <a:gd name="T5" fmla="*/ 8 h 153"/>
                <a:gd name="T6" fmla="*/ 573 w 719"/>
                <a:gd name="T7" fmla="*/ 135 h 153"/>
                <a:gd name="T8" fmla="*/ 80 w 719"/>
                <a:gd name="T9" fmla="*/ 135 h 153"/>
                <a:gd name="T10" fmla="*/ 0 w 719"/>
                <a:gd name="T11" fmla="*/ 106 h 153"/>
                <a:gd name="T12" fmla="*/ 98 w 719"/>
                <a:gd name="T13" fmla="*/ 153 h 153"/>
                <a:gd name="T14" fmla="*/ 592 w 719"/>
                <a:gd name="T15" fmla="*/ 153 h 153"/>
                <a:gd name="T16" fmla="*/ 719 w 719"/>
                <a:gd name="T17" fmla="*/ 26 h 153"/>
                <a:gd name="T18" fmla="*/ 716 w 719"/>
                <a:gd name="T19" fmla="*/ 0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9" h="153">
                  <a:moveTo>
                    <a:pt x="716" y="0"/>
                  </a:moveTo>
                  <a:cubicBezTo>
                    <a:pt x="700" y="0"/>
                    <a:pt x="700" y="0"/>
                    <a:pt x="700" y="0"/>
                  </a:cubicBezTo>
                  <a:cubicBezTo>
                    <a:pt x="701" y="3"/>
                    <a:pt x="701" y="5"/>
                    <a:pt x="701" y="8"/>
                  </a:cubicBezTo>
                  <a:cubicBezTo>
                    <a:pt x="701" y="78"/>
                    <a:pt x="644" y="135"/>
                    <a:pt x="573" y="135"/>
                  </a:cubicBezTo>
                  <a:cubicBezTo>
                    <a:pt x="80" y="135"/>
                    <a:pt x="80" y="135"/>
                    <a:pt x="80" y="135"/>
                  </a:cubicBezTo>
                  <a:cubicBezTo>
                    <a:pt x="50" y="135"/>
                    <a:pt x="22" y="124"/>
                    <a:pt x="0" y="106"/>
                  </a:cubicBezTo>
                  <a:cubicBezTo>
                    <a:pt x="23" y="135"/>
                    <a:pt x="59" y="153"/>
                    <a:pt x="98" y="153"/>
                  </a:cubicBezTo>
                  <a:cubicBezTo>
                    <a:pt x="592" y="153"/>
                    <a:pt x="592" y="153"/>
                    <a:pt x="592" y="153"/>
                  </a:cubicBezTo>
                  <a:cubicBezTo>
                    <a:pt x="662" y="153"/>
                    <a:pt x="719" y="96"/>
                    <a:pt x="719" y="26"/>
                  </a:cubicBezTo>
                  <a:cubicBezTo>
                    <a:pt x="719" y="17"/>
                    <a:pt x="718" y="9"/>
                    <a:pt x="716" y="0"/>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6" name="Freeform 101"/>
            <p:cNvSpPr>
              <a:spLocks/>
            </p:cNvSpPr>
            <p:nvPr/>
          </p:nvSpPr>
          <p:spPr bwMode="gray">
            <a:xfrm>
              <a:off x="9064925" y="4192908"/>
              <a:ext cx="1028700" cy="377825"/>
            </a:xfrm>
            <a:custGeom>
              <a:avLst/>
              <a:gdLst>
                <a:gd name="T0" fmla="*/ 744 w 744"/>
                <a:gd name="T1" fmla="*/ 274 h 274"/>
                <a:gd name="T2" fmla="*/ 621 w 744"/>
                <a:gd name="T3" fmla="*/ 173 h 274"/>
                <a:gd name="T4" fmla="*/ 581 w 744"/>
                <a:gd name="T5" fmla="*/ 179 h 274"/>
                <a:gd name="T6" fmla="*/ 457 w 744"/>
                <a:gd name="T7" fmla="*/ 68 h 274"/>
                <a:gd name="T8" fmla="*/ 372 w 744"/>
                <a:gd name="T9" fmla="*/ 101 h 274"/>
                <a:gd name="T10" fmla="*/ 249 w 744"/>
                <a:gd name="T11" fmla="*/ 0 h 274"/>
                <a:gd name="T12" fmla="*/ 123 w 744"/>
                <a:gd name="T13" fmla="*/ 125 h 274"/>
                <a:gd name="T14" fmla="*/ 133 w 744"/>
                <a:gd name="T15" fmla="*/ 173 h 274"/>
                <a:gd name="T16" fmla="*/ 123 w 744"/>
                <a:gd name="T17" fmla="*/ 173 h 274"/>
                <a:gd name="T18" fmla="*/ 0 w 744"/>
                <a:gd name="T19" fmla="*/ 274 h 274"/>
                <a:gd name="T20" fmla="*/ 744 w 744"/>
                <a:gd name="T21"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44" h="274">
                  <a:moveTo>
                    <a:pt x="744" y="274"/>
                  </a:moveTo>
                  <a:cubicBezTo>
                    <a:pt x="733" y="217"/>
                    <a:pt x="682" y="173"/>
                    <a:pt x="621" y="173"/>
                  </a:cubicBezTo>
                  <a:cubicBezTo>
                    <a:pt x="607" y="173"/>
                    <a:pt x="594" y="175"/>
                    <a:pt x="581" y="179"/>
                  </a:cubicBezTo>
                  <a:cubicBezTo>
                    <a:pt x="574" y="117"/>
                    <a:pt x="521" y="68"/>
                    <a:pt x="457" y="68"/>
                  </a:cubicBezTo>
                  <a:cubicBezTo>
                    <a:pt x="424" y="68"/>
                    <a:pt x="394" y="81"/>
                    <a:pt x="372" y="101"/>
                  </a:cubicBezTo>
                  <a:cubicBezTo>
                    <a:pt x="361" y="44"/>
                    <a:pt x="310" y="0"/>
                    <a:pt x="249" y="0"/>
                  </a:cubicBezTo>
                  <a:cubicBezTo>
                    <a:pt x="179" y="0"/>
                    <a:pt x="123" y="56"/>
                    <a:pt x="123" y="125"/>
                  </a:cubicBezTo>
                  <a:cubicBezTo>
                    <a:pt x="123" y="142"/>
                    <a:pt x="127" y="159"/>
                    <a:pt x="133" y="173"/>
                  </a:cubicBezTo>
                  <a:cubicBezTo>
                    <a:pt x="130" y="173"/>
                    <a:pt x="127" y="173"/>
                    <a:pt x="123" y="173"/>
                  </a:cubicBezTo>
                  <a:cubicBezTo>
                    <a:pt x="62" y="173"/>
                    <a:pt x="12" y="217"/>
                    <a:pt x="0" y="274"/>
                  </a:cubicBezTo>
                  <a:lnTo>
                    <a:pt x="744" y="27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7" name="Freeform 102"/>
            <p:cNvSpPr>
              <a:spLocks/>
            </p:cNvSpPr>
            <p:nvPr/>
          </p:nvSpPr>
          <p:spPr bwMode="gray">
            <a:xfrm>
              <a:off x="9268125" y="4192908"/>
              <a:ext cx="825500" cy="377825"/>
            </a:xfrm>
            <a:custGeom>
              <a:avLst/>
              <a:gdLst>
                <a:gd name="T0" fmla="*/ 80 w 597"/>
                <a:gd name="T1" fmla="*/ 23 h 274"/>
                <a:gd name="T2" fmla="*/ 203 w 597"/>
                <a:gd name="T3" fmla="*/ 125 h 274"/>
                <a:gd name="T4" fmla="*/ 288 w 597"/>
                <a:gd name="T5" fmla="*/ 91 h 274"/>
                <a:gd name="T6" fmla="*/ 413 w 597"/>
                <a:gd name="T7" fmla="*/ 203 h 274"/>
                <a:gd name="T8" fmla="*/ 452 w 597"/>
                <a:gd name="T9" fmla="*/ 196 h 274"/>
                <a:gd name="T10" fmla="*/ 568 w 597"/>
                <a:gd name="T11" fmla="*/ 274 h 274"/>
                <a:gd name="T12" fmla="*/ 597 w 597"/>
                <a:gd name="T13" fmla="*/ 274 h 274"/>
                <a:gd name="T14" fmla="*/ 474 w 597"/>
                <a:gd name="T15" fmla="*/ 173 h 274"/>
                <a:gd name="T16" fmla="*/ 434 w 597"/>
                <a:gd name="T17" fmla="*/ 179 h 274"/>
                <a:gd name="T18" fmla="*/ 310 w 597"/>
                <a:gd name="T19" fmla="*/ 68 h 274"/>
                <a:gd name="T20" fmla="*/ 225 w 597"/>
                <a:gd name="T21" fmla="*/ 101 h 274"/>
                <a:gd name="T22" fmla="*/ 102 w 597"/>
                <a:gd name="T23" fmla="*/ 0 h 274"/>
                <a:gd name="T24" fmla="*/ 0 w 597"/>
                <a:gd name="T25" fmla="*/ 52 h 274"/>
                <a:gd name="T26" fmla="*/ 80 w 597"/>
                <a:gd name="T27" fmla="*/ 23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7" h="274">
                  <a:moveTo>
                    <a:pt x="80" y="23"/>
                  </a:moveTo>
                  <a:cubicBezTo>
                    <a:pt x="141" y="23"/>
                    <a:pt x="192" y="67"/>
                    <a:pt x="203" y="125"/>
                  </a:cubicBezTo>
                  <a:cubicBezTo>
                    <a:pt x="225" y="104"/>
                    <a:pt x="255" y="91"/>
                    <a:pt x="288" y="91"/>
                  </a:cubicBezTo>
                  <a:cubicBezTo>
                    <a:pt x="353" y="91"/>
                    <a:pt x="406" y="140"/>
                    <a:pt x="413" y="203"/>
                  </a:cubicBezTo>
                  <a:cubicBezTo>
                    <a:pt x="425" y="199"/>
                    <a:pt x="438" y="196"/>
                    <a:pt x="452" y="196"/>
                  </a:cubicBezTo>
                  <a:cubicBezTo>
                    <a:pt x="505" y="196"/>
                    <a:pt x="549" y="229"/>
                    <a:pt x="568" y="274"/>
                  </a:cubicBezTo>
                  <a:cubicBezTo>
                    <a:pt x="597" y="274"/>
                    <a:pt x="597" y="274"/>
                    <a:pt x="597" y="274"/>
                  </a:cubicBezTo>
                  <a:cubicBezTo>
                    <a:pt x="586" y="217"/>
                    <a:pt x="535" y="173"/>
                    <a:pt x="474" y="173"/>
                  </a:cubicBezTo>
                  <a:cubicBezTo>
                    <a:pt x="460" y="173"/>
                    <a:pt x="447" y="175"/>
                    <a:pt x="434" y="179"/>
                  </a:cubicBezTo>
                  <a:cubicBezTo>
                    <a:pt x="427" y="117"/>
                    <a:pt x="374" y="68"/>
                    <a:pt x="310" y="68"/>
                  </a:cubicBezTo>
                  <a:cubicBezTo>
                    <a:pt x="277" y="68"/>
                    <a:pt x="247" y="81"/>
                    <a:pt x="225" y="101"/>
                  </a:cubicBezTo>
                  <a:cubicBezTo>
                    <a:pt x="214" y="44"/>
                    <a:pt x="163" y="0"/>
                    <a:pt x="102" y="0"/>
                  </a:cubicBezTo>
                  <a:cubicBezTo>
                    <a:pt x="60" y="0"/>
                    <a:pt x="23" y="20"/>
                    <a:pt x="0" y="52"/>
                  </a:cubicBezTo>
                  <a:cubicBezTo>
                    <a:pt x="22" y="34"/>
                    <a:pt x="49" y="23"/>
                    <a:pt x="80" y="23"/>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8" name="Oval 103"/>
            <p:cNvSpPr>
              <a:spLocks noChangeArrowheads="1"/>
            </p:cNvSpPr>
            <p:nvPr/>
          </p:nvSpPr>
          <p:spPr bwMode="gray">
            <a:xfrm>
              <a:off x="11085812" y="5396233"/>
              <a:ext cx="103188"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9" name="Oval 104"/>
            <p:cNvSpPr>
              <a:spLocks noChangeArrowheads="1"/>
            </p:cNvSpPr>
            <p:nvPr/>
          </p:nvSpPr>
          <p:spPr bwMode="gray">
            <a:xfrm>
              <a:off x="10884200" y="5396233"/>
              <a:ext cx="101600"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40" name="Freeform 105"/>
            <p:cNvSpPr>
              <a:spLocks/>
            </p:cNvSpPr>
            <p:nvPr/>
          </p:nvSpPr>
          <p:spPr bwMode="gray">
            <a:xfrm>
              <a:off x="10884200" y="5412108"/>
              <a:ext cx="85725" cy="87312"/>
            </a:xfrm>
            <a:custGeom>
              <a:avLst/>
              <a:gdLst>
                <a:gd name="T0" fmla="*/ 37 w 62"/>
                <a:gd name="T1" fmla="*/ 63 h 63"/>
                <a:gd name="T2" fmla="*/ 62 w 62"/>
                <a:gd name="T3" fmla="*/ 52 h 63"/>
                <a:gd name="T4" fmla="*/ 11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1" y="0"/>
                    <a:pt x="11" y="0"/>
                    <a:pt x="11"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41" name="Freeform 106"/>
            <p:cNvSpPr>
              <a:spLocks/>
            </p:cNvSpPr>
            <p:nvPr/>
          </p:nvSpPr>
          <p:spPr bwMode="gray">
            <a:xfrm>
              <a:off x="11085812" y="5412108"/>
              <a:ext cx="87313" cy="87312"/>
            </a:xfrm>
            <a:custGeom>
              <a:avLst/>
              <a:gdLst>
                <a:gd name="T0" fmla="*/ 37 w 63"/>
                <a:gd name="T1" fmla="*/ 63 h 63"/>
                <a:gd name="T2" fmla="*/ 63 w 63"/>
                <a:gd name="T3" fmla="*/ 52 h 63"/>
                <a:gd name="T4" fmla="*/ 11 w 63"/>
                <a:gd name="T5" fmla="*/ 0 h 63"/>
                <a:gd name="T6" fmla="*/ 0 w 63"/>
                <a:gd name="T7" fmla="*/ 26 h 63"/>
                <a:gd name="T8" fmla="*/ 37 w 63"/>
                <a:gd name="T9" fmla="*/ 63 h 63"/>
              </a:gdLst>
              <a:ahLst/>
              <a:cxnLst>
                <a:cxn ang="0">
                  <a:pos x="T0" y="T1"/>
                </a:cxn>
                <a:cxn ang="0">
                  <a:pos x="T2" y="T3"/>
                </a:cxn>
                <a:cxn ang="0">
                  <a:pos x="T4" y="T5"/>
                </a:cxn>
                <a:cxn ang="0">
                  <a:pos x="T6" y="T7"/>
                </a:cxn>
                <a:cxn ang="0">
                  <a:pos x="T8" y="T9"/>
                </a:cxn>
              </a:cxnLst>
              <a:rect l="0" t="0" r="r" b="b"/>
              <a:pathLst>
                <a:path w="63" h="63">
                  <a:moveTo>
                    <a:pt x="37" y="63"/>
                  </a:moveTo>
                  <a:cubicBezTo>
                    <a:pt x="47" y="63"/>
                    <a:pt x="56" y="59"/>
                    <a:pt x="63" y="52"/>
                  </a:cubicBezTo>
                  <a:cubicBezTo>
                    <a:pt x="11" y="0"/>
                    <a:pt x="11" y="0"/>
                    <a:pt x="11" y="0"/>
                  </a:cubicBezTo>
                  <a:cubicBezTo>
                    <a:pt x="4" y="7"/>
                    <a:pt x="0" y="16"/>
                    <a:pt x="0" y="26"/>
                  </a:cubicBezTo>
                  <a:cubicBezTo>
                    <a:pt x="0" y="46"/>
                    <a:pt x="17"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41124244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pos="3427">
          <p15:clr>
            <a:srgbClr val="FBAE4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4"/>
            <a:ext cx="11888788" cy="2359850"/>
          </a:xfrm>
        </p:spPr>
        <p:txBody>
          <a:bodyPr>
            <a:spAutoFit/>
          </a:bodyPr>
          <a:lstStyle>
            <a:lvl1pPr marL="0" indent="0">
              <a:buNone/>
              <a:defRPr/>
            </a:lvl1pPr>
            <a:lvl2pPr marL="227117" indent="0">
              <a:buNone/>
              <a:defRPr/>
            </a:lvl2pPr>
            <a:lvl3pPr marL="454233" indent="0">
              <a:buNone/>
              <a:defRPr/>
            </a:lvl3pPr>
            <a:lvl4pPr marL="681351" indent="0">
              <a:buNone/>
              <a:defRPr/>
            </a:lvl4pPr>
            <a:lvl5pPr marL="908467"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5690716"/>
      </p:ext>
    </p:extLst>
  </p:cSld>
  <p:clrMapOvr>
    <a:masterClrMapping/>
  </p:clrMapOvr>
  <p:transition>
    <p:fade/>
  </p:transition>
  <p:hf sldNum="0" hdr="0" ftr="0" dt="0"/>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3" y="1203590"/>
            <a:ext cx="11888788" cy="2359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9591267"/>
      </p:ext>
    </p:extLst>
  </p:cSld>
  <p:clrMapOvr>
    <a:masterClrMapping/>
  </p:clrMapOvr>
  <p:transition>
    <p:fade/>
  </p:transition>
  <p:hf sldNum="0" hdr="0" ftr="0" dt="0"/>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90"/>
            <a:ext cx="5486399" cy="2176429"/>
          </a:xfrm>
        </p:spPr>
        <p:txBody>
          <a:bodyPr wrap="square">
            <a:spAutoFit/>
          </a:bodyPr>
          <a:lstStyle>
            <a:lvl1pPr marL="0" indent="0">
              <a:spcBef>
                <a:spcPts val="1216"/>
              </a:spcBef>
              <a:buClr>
                <a:schemeClr val="tx1"/>
              </a:buClr>
              <a:buFont typeface="Wingdings" panose="05000000000000000000" pitchFamily="2" charset="2"/>
              <a:buNone/>
              <a:defRPr sz="2980" b="0">
                <a:latin typeface="+mn-lt"/>
              </a:defRPr>
            </a:lvl1pPr>
            <a:lvl2pPr marL="253930" indent="0">
              <a:buFont typeface="Wingdings" panose="05000000000000000000" pitchFamily="2" charset="2"/>
              <a:buNone/>
              <a:defRPr sz="2385" b="0"/>
            </a:lvl2pPr>
            <a:lvl3pPr marL="447925" indent="0">
              <a:buFont typeface="Wingdings" panose="05000000000000000000" pitchFamily="2" charset="2"/>
              <a:buNone/>
              <a:tabLst/>
              <a:defRPr sz="2186" b="0"/>
            </a:lvl3pPr>
            <a:lvl4pPr marL="648228" indent="0">
              <a:buFont typeface="Wingdings" panose="05000000000000000000" pitchFamily="2" charset="2"/>
              <a:buNone/>
              <a:defRPr sz="2186" b="0"/>
            </a:lvl4pPr>
            <a:lvl5pPr marL="848534" indent="0">
              <a:buFont typeface="Wingdings" panose="05000000000000000000" pitchFamily="2" charset="2"/>
              <a:buNone/>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0" y="1203590"/>
            <a:ext cx="5486399" cy="2462195"/>
          </a:xfrm>
        </p:spPr>
        <p:txBody>
          <a:bodyPr wrap="square">
            <a:spAutoFit/>
          </a:bodyPr>
          <a:lstStyle>
            <a:lvl1pPr marL="0" indent="0">
              <a:spcBef>
                <a:spcPts val="1216"/>
              </a:spcBef>
              <a:buClr>
                <a:schemeClr val="tx1"/>
              </a:buClr>
              <a:buFont typeface="Arial" panose="020B0604020202020204" pitchFamily="34" charset="0"/>
              <a:buNone/>
              <a:defRPr lang="en-US" sz="2980" b="0" kern="1200" spc="0" baseline="0" dirty="0">
                <a:gradFill>
                  <a:gsLst>
                    <a:gs pos="1250">
                      <a:schemeClr val="tx1"/>
                    </a:gs>
                    <a:gs pos="100000">
                      <a:schemeClr val="tx1"/>
                    </a:gs>
                  </a:gsLst>
                  <a:lin ang="5400000" scaled="0"/>
                </a:gradFill>
                <a:latin typeface="+mn-lt"/>
                <a:ea typeface="+mn-ea"/>
                <a:cs typeface="+mn-cs"/>
              </a:defRPr>
            </a:lvl1pPr>
            <a:lvl2pPr marL="253930" indent="0">
              <a:buFont typeface="Arial" panose="020B0604020202020204" pitchFamily="34" charset="0"/>
              <a:buNone/>
              <a:defRPr lang="en-US" sz="2385" b="0" kern="1200" spc="0" baseline="0" dirty="0">
                <a:gradFill>
                  <a:gsLst>
                    <a:gs pos="1250">
                      <a:schemeClr val="tx1"/>
                    </a:gs>
                    <a:gs pos="100000">
                      <a:schemeClr val="tx1"/>
                    </a:gs>
                  </a:gsLst>
                  <a:lin ang="5400000" scaled="0"/>
                </a:gradFill>
                <a:latin typeface="+mn-lt"/>
                <a:ea typeface="+mn-ea"/>
                <a:cs typeface="+mn-cs"/>
              </a:defRPr>
            </a:lvl2pPr>
            <a:lvl3pPr marL="447925"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3pPr>
            <a:lvl4pPr marL="648228" indent="0">
              <a:buFont typeface="Arial" panose="020B0604020202020204" pitchFamily="34" charset="0"/>
              <a:buNone/>
              <a:defRPr lang="en-US" sz="2186" b="0" kern="1200" spc="0" baseline="0" dirty="0">
                <a:gradFill>
                  <a:gsLst>
                    <a:gs pos="1250">
                      <a:schemeClr val="tx1"/>
                    </a:gs>
                    <a:gs pos="100000">
                      <a:schemeClr val="tx1"/>
                    </a:gs>
                  </a:gsLst>
                  <a:lin ang="5400000" scaled="0"/>
                </a:gradFill>
                <a:latin typeface="+mn-lt"/>
                <a:ea typeface="+mn-ea"/>
                <a:cs typeface="+mn-cs"/>
              </a:defRPr>
            </a:lvl4pPr>
            <a:lvl5pPr marL="848534"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511014" marR="0" lvl="0" indent="-511014" algn="l" defTabSz="926690" rtl="0" eaLnBrk="1" fontAlgn="auto" latinLnBrk="0" hangingPunct="1">
              <a:lnSpc>
                <a:spcPct val="90000"/>
              </a:lnSpc>
              <a:spcBef>
                <a:spcPts val="1216"/>
              </a:spcBef>
              <a:spcAft>
                <a:spcPts val="0"/>
              </a:spcAft>
              <a:buClr>
                <a:schemeClr val="tx1"/>
              </a:buClr>
              <a:buSzPct val="90000"/>
              <a:tabLst/>
            </a:pPr>
            <a:r>
              <a:rPr lang="en-US"/>
              <a:t>Click to edit Master text styles</a:t>
            </a:r>
          </a:p>
          <a:p>
            <a:pPr marL="511014" marR="0" lvl="1" indent="-511014" algn="l" defTabSz="926690" rtl="0" eaLnBrk="1" fontAlgn="auto" latinLnBrk="0" hangingPunct="1">
              <a:lnSpc>
                <a:spcPct val="90000"/>
              </a:lnSpc>
              <a:spcBef>
                <a:spcPts val="1216"/>
              </a:spcBef>
              <a:spcAft>
                <a:spcPts val="0"/>
              </a:spcAft>
              <a:buClr>
                <a:schemeClr val="tx1"/>
              </a:buClr>
              <a:buSzPct val="90000"/>
              <a:tabLst/>
            </a:pPr>
            <a:r>
              <a:rPr lang="en-US"/>
              <a:t>Second level</a:t>
            </a:r>
          </a:p>
          <a:p>
            <a:pPr marL="511014" marR="0" lvl="2" indent="-511014" algn="l" defTabSz="926690" rtl="0" eaLnBrk="1" fontAlgn="auto" latinLnBrk="0" hangingPunct="1">
              <a:lnSpc>
                <a:spcPct val="90000"/>
              </a:lnSpc>
              <a:spcBef>
                <a:spcPts val="1216"/>
              </a:spcBef>
              <a:spcAft>
                <a:spcPts val="0"/>
              </a:spcAft>
              <a:buClr>
                <a:schemeClr val="tx1"/>
              </a:buClr>
              <a:buSzPct val="90000"/>
              <a:tabLst/>
            </a:pPr>
            <a:r>
              <a:rPr lang="en-US"/>
              <a:t>Third level</a:t>
            </a:r>
          </a:p>
          <a:p>
            <a:pPr marL="511014" marR="0" lvl="3" indent="-511014" algn="l" defTabSz="926690" rtl="0" eaLnBrk="1" fontAlgn="auto" latinLnBrk="0" hangingPunct="1">
              <a:lnSpc>
                <a:spcPct val="90000"/>
              </a:lnSpc>
              <a:spcBef>
                <a:spcPts val="1216"/>
              </a:spcBef>
              <a:spcAft>
                <a:spcPts val="0"/>
              </a:spcAft>
              <a:buClr>
                <a:schemeClr val="tx1"/>
              </a:buClr>
              <a:buSzPct val="90000"/>
              <a:tabLst/>
            </a:pPr>
            <a:r>
              <a:rPr lang="en-US"/>
              <a:t>Fourth level</a:t>
            </a:r>
          </a:p>
          <a:p>
            <a:pPr marL="511014" marR="0" lvl="4" indent="-511014" algn="l" defTabSz="926690" rtl="0" eaLnBrk="1" fontAlgn="auto" latinLnBrk="0" hangingPunct="1">
              <a:lnSpc>
                <a:spcPct val="90000"/>
              </a:lnSpc>
              <a:spcBef>
                <a:spcPts val="1216"/>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3042522868"/>
      </p:ext>
    </p:extLst>
  </p:cSld>
  <p:clrMapOvr>
    <a:masterClrMapping/>
  </p:clrMapOvr>
  <p:transition>
    <p:fade/>
  </p:transition>
  <p:hf sldNum="0" hdr="0" ftr="0" dt="0"/>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90"/>
            <a:ext cx="5486399" cy="2176429"/>
          </a:xfrm>
        </p:spPr>
        <p:txBody>
          <a:bodyPr wrap="square">
            <a:spAutoFit/>
          </a:bodyPr>
          <a:lstStyle>
            <a:lvl1pPr marL="230271" indent="-230271">
              <a:spcBef>
                <a:spcPts val="1216"/>
              </a:spcBef>
              <a:buClr>
                <a:schemeClr val="tx1"/>
              </a:buClr>
              <a:buFont typeface="Wingdings" panose="05000000000000000000" pitchFamily="2" charset="2"/>
              <a:buChar char=""/>
              <a:defRPr sz="2980" b="0">
                <a:latin typeface="+mn-lt"/>
              </a:defRPr>
            </a:lvl1pPr>
            <a:lvl2pPr marL="424268" indent="-170337">
              <a:buFont typeface="Wingdings" panose="05000000000000000000" pitchFamily="2" charset="2"/>
              <a:buChar char=""/>
              <a:defRPr sz="2385" b="0"/>
            </a:lvl2pPr>
            <a:lvl3pPr marL="635613" indent="-187688">
              <a:buFont typeface="Wingdings" panose="05000000000000000000" pitchFamily="2" charset="2"/>
              <a:buChar char=""/>
              <a:tabLst/>
              <a:defRPr sz="2186" b="0"/>
            </a:lvl3pPr>
            <a:lvl4pPr marL="823299" indent="-175069">
              <a:buFont typeface="Wingdings" panose="05000000000000000000" pitchFamily="2" charset="2"/>
              <a:buChar char=""/>
              <a:defRPr sz="2186" b="0"/>
            </a:lvl4pPr>
            <a:lvl5pPr marL="1017296" indent="-168760">
              <a:buFont typeface="Wingdings" panose="05000000000000000000" pitchFamily="2" charset="2"/>
              <a:buChar char=""/>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0" y="1203590"/>
            <a:ext cx="5486399" cy="2462195"/>
          </a:xfrm>
        </p:spPr>
        <p:txBody>
          <a:bodyPr wrap="square">
            <a:spAutoFit/>
          </a:bodyPr>
          <a:lstStyle>
            <a:lvl1pPr marL="285475" indent="-285475">
              <a:spcBef>
                <a:spcPts val="1216"/>
              </a:spcBef>
              <a:buClr>
                <a:schemeClr val="tx1"/>
              </a:buClr>
              <a:buFont typeface="Arial" pitchFamily="34" charset="0"/>
              <a:buChar char="•"/>
              <a:defRPr lang="en-US" sz="2980" b="0" kern="1200" spc="0" baseline="0" dirty="0">
                <a:gradFill>
                  <a:gsLst>
                    <a:gs pos="1250">
                      <a:schemeClr val="tx1"/>
                    </a:gs>
                    <a:gs pos="100000">
                      <a:schemeClr val="tx1"/>
                    </a:gs>
                  </a:gsLst>
                  <a:lin ang="5400000" scaled="0"/>
                </a:gradFill>
                <a:latin typeface="+mn-lt"/>
                <a:ea typeface="+mn-ea"/>
                <a:cs typeface="+mn-cs"/>
              </a:defRPr>
            </a:lvl1pPr>
            <a:lvl2pPr marL="594605" indent="-340675">
              <a:defRPr lang="en-US" sz="2385" b="0" kern="1200" spc="0" baseline="0" dirty="0">
                <a:gradFill>
                  <a:gsLst>
                    <a:gs pos="1250">
                      <a:schemeClr val="tx1"/>
                    </a:gs>
                    <a:gs pos="100000">
                      <a:schemeClr val="tx1"/>
                    </a:gs>
                  </a:gsLst>
                  <a:lin ang="5400000" scaled="0"/>
                </a:gradFill>
                <a:latin typeface="+mn-lt"/>
                <a:ea typeface="+mn-ea"/>
                <a:cs typeface="+mn-cs"/>
              </a:defRPr>
            </a:lvl2pPr>
            <a:lvl3pPr marL="788601" indent="-340675">
              <a:tabLst/>
              <a:defRPr lang="en-US" sz="2186" b="0" kern="1200" spc="0" baseline="0" dirty="0">
                <a:gradFill>
                  <a:gsLst>
                    <a:gs pos="1250">
                      <a:schemeClr val="tx1"/>
                    </a:gs>
                    <a:gs pos="100000">
                      <a:schemeClr val="tx1"/>
                    </a:gs>
                  </a:gsLst>
                  <a:lin ang="5400000" scaled="0"/>
                </a:gradFill>
                <a:latin typeface="+mn-lt"/>
                <a:ea typeface="+mn-ea"/>
                <a:cs typeface="+mn-cs"/>
              </a:defRPr>
            </a:lvl3pPr>
            <a:lvl4pPr marL="988905" indent="-340675">
              <a:defRPr lang="en-US" sz="2186" b="0" kern="1200" spc="0" baseline="0" dirty="0">
                <a:gradFill>
                  <a:gsLst>
                    <a:gs pos="1250">
                      <a:schemeClr val="tx1"/>
                    </a:gs>
                    <a:gs pos="100000">
                      <a:schemeClr val="tx1"/>
                    </a:gs>
                  </a:gsLst>
                  <a:lin ang="5400000" scaled="0"/>
                </a:gradFill>
                <a:latin typeface="+mn-lt"/>
                <a:ea typeface="+mn-ea"/>
                <a:cs typeface="+mn-cs"/>
              </a:defRPr>
            </a:lvl4pPr>
            <a:lvl5pPr marL="1189210" indent="-340675">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230271" marR="0" lvl="0"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Click to edit Master text styles</a:t>
            </a:r>
          </a:p>
          <a:p>
            <a:pPr marL="230271" marR="0" lvl="1"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Second level</a:t>
            </a:r>
          </a:p>
          <a:p>
            <a:pPr marL="230271" marR="0" lvl="2"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Third level</a:t>
            </a:r>
          </a:p>
          <a:p>
            <a:pPr marL="230271" marR="0" lvl="3"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Fourth level</a:t>
            </a:r>
          </a:p>
          <a:p>
            <a:pPr marL="230271" marR="0" lvl="4"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3528968248"/>
      </p:ext>
    </p:extLst>
  </p:cSld>
  <p:clrMapOvr>
    <a:masterClrMapping/>
  </p:clrMapOvr>
  <p:transition>
    <p:fade/>
  </p:transition>
  <p:hf sldNum="0" hdr="0" ftr="0" dt="0"/>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53892408"/>
      </p:ext>
    </p:extLst>
  </p:cSld>
  <p:clrMapOvr>
    <a:masterClrMapping/>
  </p:clrMapOvr>
  <p:transition>
    <p:fade/>
  </p:transition>
  <p:hf sldNum="0" hdr="0" ftr="0" dt="0"/>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p:cSld name="Dem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12169"/>
            <a:ext cx="10056812" cy="1177781"/>
          </a:xfrm>
          <a:noFill/>
        </p:spPr>
        <p:txBody>
          <a:bodyPr tIns="91440" bIns="91440" anchor="t" anchorCtr="0">
            <a:spAutoFit/>
          </a:bodyPr>
          <a:lstStyle>
            <a:lvl1pPr>
              <a:defRPr sz="7153" spc="-100" baseline="0">
                <a:gradFill>
                  <a:gsLst>
                    <a:gs pos="0">
                      <a:schemeClr val="tx1"/>
                    </a:gs>
                    <a:gs pos="100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0" y="3929333"/>
            <a:ext cx="10058400" cy="739743"/>
          </a:xfrm>
          <a:noFill/>
        </p:spPr>
        <p:txBody>
          <a:bodyPr lIns="182880" tIns="146304" rIns="182880" bIns="146304">
            <a:spAutoFit/>
          </a:bodyPr>
          <a:lstStyle>
            <a:lvl1pPr marL="0" indent="0">
              <a:spcBef>
                <a:spcPts val="0"/>
              </a:spcBef>
              <a:buNone/>
              <a:defRPr sz="3179" spc="0" baseline="0">
                <a:gradFill>
                  <a:gsLst>
                    <a:gs pos="0">
                      <a:schemeClr val="tx1"/>
                    </a:gs>
                    <a:gs pos="10000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10240318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p:cSld name="Vide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69"/>
            <a:ext cx="10056812" cy="1177781"/>
          </a:xfrm>
          <a:noFill/>
        </p:spPr>
        <p:txBody>
          <a:bodyPr tIns="91440" bIns="91440" anchor="t" anchorCtr="0">
            <a:spAutoFit/>
          </a:bodyPr>
          <a:lstStyle>
            <a:lvl1pPr>
              <a:defRPr lang="en-US" sz="7153" b="0" kern="1200" cap="none" spc="-100"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Video title</a:t>
            </a:r>
          </a:p>
        </p:txBody>
      </p:sp>
    </p:spTree>
    <p:extLst>
      <p:ext uri="{BB962C8B-B14F-4D97-AF65-F5344CB8AC3E}">
        <p14:creationId xmlns:p14="http://schemas.microsoft.com/office/powerpoint/2010/main" val="338645576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p:cSld name="Section 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7781"/>
          </a:xfrm>
          <a:noFill/>
        </p:spPr>
        <p:txBody>
          <a:bodyPr tIns="91440" bIns="91440" anchor="t" anchorCtr="0">
            <a:spAutoFit/>
          </a:bodyPr>
          <a:lstStyle>
            <a:lvl1pPr>
              <a:defRPr sz="7153"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944352"/>
      </p:ext>
    </p:extLst>
  </p:cSld>
  <p:clrMapOvr>
    <a:masterClrMapping/>
  </p:clrMapOvr>
  <p:transition>
    <p:fade/>
  </p:transition>
  <p:hf sldNum="0" hdr="0" ftr="0" dt="0"/>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7781"/>
          </a:xfrm>
          <a:noFill/>
        </p:spPr>
        <p:txBody>
          <a:bodyPr tIns="91440" bIns="91440" anchor="t" anchorCtr="0">
            <a:spAutoFit/>
          </a:bodyPr>
          <a:lstStyle>
            <a:lvl1pPr>
              <a:defRPr sz="7153"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845608711"/>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p:cSld name="Square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721066"/>
            <a:ext cx="4892040" cy="1507948"/>
          </a:xfrm>
        </p:spPr>
        <p:txBody>
          <a:bodyPr wrap="square" anchor="ctr">
            <a:spAutoFit/>
          </a:bodyPr>
          <a:lstStyle>
            <a:lvl1pPr>
              <a:defRPr sz="4768" baseline="0">
                <a:gradFill>
                  <a:gsLst>
                    <a:gs pos="1250">
                      <a:schemeClr val="tx1"/>
                    </a:gs>
                    <a:gs pos="100000">
                      <a:schemeClr val="tx1"/>
                    </a:gs>
                  </a:gsLst>
                  <a:lin ang="5400000" scaled="0"/>
                </a:gradFill>
              </a:defRPr>
            </a:lvl1pPr>
          </a:lstStyle>
          <a:p>
            <a:r>
              <a:rPr lang="en-US"/>
              <a:t>Square photo layout</a:t>
            </a:r>
          </a:p>
        </p:txBody>
      </p:sp>
      <p:sp>
        <p:nvSpPr>
          <p:cNvPr id="6" name="Picture Placeholder 4"/>
          <p:cNvSpPr>
            <a:spLocks noGrp="1" noChangeAspect="1"/>
          </p:cNvSpPr>
          <p:nvPr>
            <p:ph type="pic" sz="quarter" idx="10"/>
          </p:nvPr>
        </p:nvSpPr>
        <p:spPr bwMode="ltGray">
          <a:xfrm>
            <a:off x="5441317" y="1"/>
            <a:ext cx="6995159" cy="6948149"/>
          </a:xfrm>
          <a:prstGeom prst="rect">
            <a:avLst/>
          </a:prstGeom>
          <a:blipFill>
            <a:blip r:embed="rId2"/>
            <a:stretch>
              <a:fillRect/>
            </a:stretch>
          </a:blipFill>
        </p:spPr>
        <p:txBody>
          <a:bodyPr tIns="548640" anchor="ctr" anchorCtr="0">
            <a:noAutofit/>
          </a:bodyPr>
          <a:lstStyle>
            <a:lvl1pPr marL="0" indent="0" algn="ctr">
              <a:buNone/>
              <a:defRPr sz="1589"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3272497304"/>
      </p:ext>
    </p:extLst>
  </p:cSld>
  <p:clrMapOvr>
    <a:masterClrMapping/>
  </p:clrMapOvr>
  <p:transition>
    <p:fade/>
  </p:transition>
  <p:hf sldNum="0" hdr="0" ftr="0" dt="0"/>
  <p:extLst>
    <p:ext uri="{DCECCB84-F9BA-43D5-87BE-67443E8EF086}">
      <p15:sldGuideLst xmlns:p15="http://schemas.microsoft.com/office/powerpoint/2012/main">
        <p15:guide id="1" pos="3427">
          <p15:clr>
            <a:srgbClr val="FBAE4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5515381"/>
      </p:ext>
    </p:extLst>
  </p:cSld>
  <p:clrMapOvr>
    <a:masterClrMapping/>
  </p:clrMapOvr>
  <p:transition>
    <p:fade/>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p:cSld name="Blank Accent Color 1">
    <p:bg>
      <p:bgPr>
        <a:solidFill>
          <a:schemeClr val="accent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9169708"/>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37" tIns="46337" rIns="46337" bIns="46337" numCol="1" spcCol="0" rtlCol="0" fromWordArt="0" anchor="ctr" anchorCtr="0" forceAA="0" compatLnSpc="1">
            <a:prstTxWarp prst="textNoShape">
              <a:avLst/>
            </a:prstTxWarp>
            <a:noAutofit/>
          </a:bodyPr>
          <a:lstStyle/>
          <a:p>
            <a:pPr algn="ctr" defTabSz="926423" fontAlgn="base">
              <a:spcBef>
                <a:spcPct val="0"/>
              </a:spcBef>
              <a:spcAft>
                <a:spcPct val="0"/>
              </a:spcAft>
            </a:pPr>
            <a:endParaRPr lang="en-US" sz="1390" kern="0">
              <a:gradFill>
                <a:gsLst>
                  <a:gs pos="0">
                    <a:srgbClr val="FFFFFF"/>
                  </a:gs>
                  <a:gs pos="100000">
                    <a:srgbClr val="FFFFFF"/>
                  </a:gs>
                </a:gsLst>
                <a:lin ang="5400000" scaled="0"/>
              </a:gradFill>
              <a:ea typeface="Segoe UI" pitchFamily="34" charset="0"/>
              <a:cs typeface="Segoe UI" pitchFamily="34" charset="0"/>
              <a:sym typeface="Arial"/>
            </a:endParaRPr>
          </a:p>
        </p:txBody>
      </p:sp>
      <p:sp>
        <p:nvSpPr>
          <p:cNvPr id="5" name="Text Placeholder 4"/>
          <p:cNvSpPr>
            <a:spLocks noGrp="1"/>
          </p:cNvSpPr>
          <p:nvPr>
            <p:ph type="body" sz="quarter" idx="10"/>
          </p:nvPr>
        </p:nvSpPr>
        <p:spPr>
          <a:xfrm>
            <a:off x="274641" y="1213398"/>
            <a:ext cx="11887198" cy="2318436"/>
          </a:xfrm>
        </p:spPr>
        <p:txBody>
          <a:bodyPr/>
          <a:lstStyle>
            <a:lvl1pPr marL="0" indent="0">
              <a:buNone/>
              <a:defRPr sz="3278">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1pPr>
            <a:lvl2pPr marL="344305"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2pPr>
            <a:lvl3pPr marL="580815"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3pPr>
            <a:lvl4pPr marL="809278"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4pPr>
            <a:lvl5pPr marL="1044179"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6255763"/>
      </p:ext>
    </p:extLst>
  </p:cSld>
  <p:clrMapOvr>
    <a:masterClrMapping/>
  </p:clrMapOvr>
  <p:transition>
    <p:fade/>
  </p:transition>
  <p:hf sldNum="0" hdr="0" ftr="0" dt="0"/>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p:cSld name="Closing logo slide">
    <p:bg>
      <p:bgPr>
        <a:solidFill>
          <a:schemeClr val="accent1"/>
        </a:solidFill>
        <a:effectLst/>
      </p:bgPr>
    </p:bg>
    <p:spTree>
      <p:nvGrpSpPr>
        <p:cNvPr id="1" name=""/>
        <p:cNvGrpSpPr/>
        <p:nvPr/>
      </p:nvGrpSpPr>
      <p:grpSpPr>
        <a:xfrm>
          <a:off x="0" y="0"/>
          <a:ext cx="0" cy="0"/>
          <a:chOff x="0" y="0"/>
          <a:chExt cx="0" cy="0"/>
        </a:xfrm>
      </p:grpSpPr>
      <p:sp>
        <p:nvSpPr>
          <p:cNvPr id="2" name="Text Box 3"/>
          <p:cNvSpPr txBox="1">
            <a:spLocks noChangeArrowheads="1"/>
          </p:cNvSpPr>
          <p:nvPr/>
        </p:nvSpPr>
        <p:spPr bwMode="blackWhite">
          <a:xfrm>
            <a:off x="274640" y="6181078"/>
            <a:ext cx="4572000" cy="474087"/>
          </a:xfrm>
          <a:prstGeom prst="rect">
            <a:avLst/>
          </a:prstGeom>
          <a:noFill/>
          <a:ln w="12700">
            <a:noFill/>
            <a:miter lim="800000"/>
            <a:headEnd type="none" w="sm" len="sm"/>
            <a:tailEnd type="none" w="sm" len="sm"/>
          </a:ln>
          <a:effectLst/>
        </p:spPr>
        <p:txBody>
          <a:bodyPr vert="horz" wrap="square" lIns="181692" tIns="181692" rIns="181692" bIns="181692" numCol="1" anchor="t" anchorCtr="0" compatLnSpc="1">
            <a:prstTxWarp prst="textNoShape">
              <a:avLst/>
            </a:prstTxWarp>
            <a:spAutoFit/>
          </a:bodyPr>
          <a:lstStyle/>
          <a:p>
            <a:pPr defTabSz="926242" eaLnBrk="0" hangingPunct="0"/>
            <a:r>
              <a:rPr lang="en-US" sz="696" kern="0">
                <a:gradFill>
                  <a:gsLst>
                    <a:gs pos="0">
                      <a:srgbClr val="FFFFFF"/>
                    </a:gs>
                    <a:gs pos="100000">
                      <a:srgbClr val="FFFFFF"/>
                    </a:gs>
                  </a:gsLst>
                  <a:lin ang="5400000" scaled="0"/>
                </a:gradFill>
                <a:latin typeface="Arial"/>
                <a:ea typeface="Arial"/>
                <a:cs typeface="Segoe UI" pitchFamily="34" charset="0"/>
                <a:sym typeface="Arial"/>
              </a:rPr>
              <a:t>© Copyright Microsoft Corporation. All rights reserved. </a:t>
            </a:r>
          </a:p>
        </p:txBody>
      </p:sp>
      <p:pic>
        <p:nvPicPr>
          <p:cNvPr id="8" name="Picture 7"/>
          <p:cNvPicPr>
            <a:picLocks noChangeAspect="1"/>
          </p:cNvPicPr>
          <p:nvPr/>
        </p:nvPicPr>
        <p:blipFill>
          <a:blip r:embed="rId2"/>
          <a:stretch>
            <a:fillRect/>
          </a:stretch>
        </p:blipFill>
        <p:spPr bwMode="black">
          <a:xfrm>
            <a:off x="457201" y="478026"/>
            <a:ext cx="1483418" cy="308921"/>
          </a:xfrm>
          <a:prstGeom prst="rect">
            <a:avLst/>
          </a:prstGeom>
        </p:spPr>
      </p:pic>
    </p:spTree>
    <p:extLst>
      <p:ext uri="{BB962C8B-B14F-4D97-AF65-F5344CB8AC3E}">
        <p14:creationId xmlns:p14="http://schemas.microsoft.com/office/powerpoint/2010/main" val="2775587889"/>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4"/>
            <a:ext cx="11887200" cy="2494144"/>
          </a:xfrm>
          <a:prstGeom prst="rect">
            <a:avLst/>
          </a:prstGeom>
        </p:spPr>
        <p:txBody>
          <a:bodyPr/>
          <a:lstStyle>
            <a:lvl1pPr marL="288628" indent="-288628">
              <a:buClr>
                <a:schemeClr val="tx1"/>
              </a:buClr>
              <a:buSzPct val="90000"/>
              <a:buFont typeface="Arial" pitchFamily="34" charset="0"/>
              <a:buChar char="•"/>
              <a:defRPr sz="35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793" indent="-279164">
              <a:buClr>
                <a:schemeClr val="tx1"/>
              </a:buClr>
              <a:buSzPct val="90000"/>
              <a:buFont typeface="Arial" pitchFamily="34" charset="0"/>
              <a:buChar char="•"/>
              <a:defRPr sz="3179">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420" indent="-288628">
              <a:buClr>
                <a:schemeClr val="tx1"/>
              </a:buClr>
              <a:buSzPct val="90000"/>
              <a:buFont typeface="Arial" pitchFamily="34" charset="0"/>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538" indent="-227117">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655" indent="-227117">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3" y="6322639"/>
            <a:ext cx="12436476" cy="627437"/>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677" spc="-52"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621205461"/>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p:cSld name="Main point">
    <p:spTree>
      <p:nvGrpSpPr>
        <p:cNvPr id="1" name="Shape 89"/>
        <p:cNvGrpSpPr/>
        <p:nvPr/>
      </p:nvGrpSpPr>
      <p:grpSpPr>
        <a:xfrm>
          <a:off x="0" y="0"/>
          <a:ext cx="0" cy="0"/>
          <a:chOff x="0" y="0"/>
          <a:chExt cx="0" cy="0"/>
        </a:xfrm>
      </p:grpSpPr>
      <p:sp>
        <p:nvSpPr>
          <p:cNvPr id="90" name="Shape 90"/>
          <p:cNvSpPr txBox="1">
            <a:spLocks noGrp="1"/>
          </p:cNvSpPr>
          <p:nvPr>
            <p:ph type="title"/>
          </p:nvPr>
        </p:nvSpPr>
        <p:spPr>
          <a:xfrm>
            <a:off x="666774" y="608258"/>
            <a:ext cx="8660650" cy="5527630"/>
          </a:xfrm>
          <a:prstGeom prst="rect">
            <a:avLst/>
          </a:prstGeom>
        </p:spPr>
        <p:txBody>
          <a:bodyPr lIns="91425" tIns="91425" rIns="91425" bIns="91425" anchor="ctr" anchorCtr="0"/>
          <a:lstStyle>
            <a:lvl1pPr lvl="0" rtl="0">
              <a:spcBef>
                <a:spcPts val="0"/>
              </a:spcBef>
              <a:buSzPct val="100000"/>
              <a:defRPr sz="6486"/>
            </a:lvl1pPr>
            <a:lvl2pPr lvl="1" rtl="0">
              <a:spcBef>
                <a:spcPts val="0"/>
              </a:spcBef>
              <a:buSzPct val="100000"/>
              <a:defRPr sz="6486"/>
            </a:lvl2pPr>
            <a:lvl3pPr lvl="2" rtl="0">
              <a:spcBef>
                <a:spcPts val="0"/>
              </a:spcBef>
              <a:buSzPct val="100000"/>
              <a:defRPr sz="6486"/>
            </a:lvl3pPr>
            <a:lvl4pPr lvl="3" rtl="0">
              <a:spcBef>
                <a:spcPts val="0"/>
              </a:spcBef>
              <a:buSzPct val="100000"/>
              <a:defRPr sz="6486"/>
            </a:lvl4pPr>
            <a:lvl5pPr lvl="4" rtl="0">
              <a:spcBef>
                <a:spcPts val="0"/>
              </a:spcBef>
              <a:buSzPct val="100000"/>
              <a:defRPr sz="6486"/>
            </a:lvl5pPr>
            <a:lvl6pPr lvl="5" rtl="0">
              <a:spcBef>
                <a:spcPts val="0"/>
              </a:spcBef>
              <a:buSzPct val="100000"/>
              <a:defRPr sz="6486"/>
            </a:lvl6pPr>
            <a:lvl7pPr lvl="6" rtl="0">
              <a:spcBef>
                <a:spcPts val="0"/>
              </a:spcBef>
              <a:buSzPct val="100000"/>
              <a:defRPr sz="6486"/>
            </a:lvl7pPr>
            <a:lvl8pPr lvl="7" rtl="0">
              <a:spcBef>
                <a:spcPts val="0"/>
              </a:spcBef>
              <a:buSzPct val="100000"/>
              <a:defRPr sz="6486"/>
            </a:lvl8pPr>
            <a:lvl9pPr lvl="8" rtl="0">
              <a:spcBef>
                <a:spcPts val="0"/>
              </a:spcBef>
              <a:buSzPct val="100000"/>
              <a:defRPr sz="6486"/>
            </a:lvl9pPr>
          </a:lstStyle>
          <a:p>
            <a:r>
              <a:rPr lang="en-US"/>
              <a:t>Click to edit Master title style</a:t>
            </a:r>
            <a:endParaRPr/>
          </a:p>
        </p:txBody>
      </p:sp>
      <p:sp>
        <p:nvSpPr>
          <p:cNvPr id="91" name="Shape 91"/>
          <p:cNvSpPr txBox="1">
            <a:spLocks noGrp="1"/>
          </p:cNvSpPr>
          <p:nvPr>
            <p:ph type="sldNum" idx="12"/>
          </p:nvPr>
        </p:nvSpPr>
        <p:spPr>
          <a:xfrm>
            <a:off x="11523130" y="6301098"/>
            <a:ext cx="746270" cy="531846"/>
          </a:xfrm>
          <a:prstGeom prst="rect">
            <a:avLst/>
          </a:prstGeom>
        </p:spPr>
        <p:txBody>
          <a:bodyPr lIns="91425" tIns="91425" rIns="91425" bIns="91425" anchor="ctr" anchorCtr="0">
            <a:noAutofit/>
          </a:bodyPr>
          <a:lstStyle/>
          <a:p>
            <a:fld id="{00000000-1234-1234-1234-123412341234}" type="slidenum">
              <a:rPr lang="en" sz="1892" kern="0">
                <a:solidFill>
                  <a:srgbClr val="000000"/>
                </a:solidFill>
                <a:latin typeface="Arial"/>
                <a:ea typeface="Arial"/>
                <a:cs typeface="Arial"/>
                <a:sym typeface="Arial"/>
              </a:rPr>
              <a:pPr/>
              <a:t>‹#›</a:t>
            </a:fld>
            <a:endParaRPr lang="en" sz="1892" kern="0">
              <a:solidFill>
                <a:srgbClr val="000000"/>
              </a:solidFill>
              <a:latin typeface="Arial"/>
              <a:ea typeface="Arial"/>
              <a:cs typeface="Arial"/>
              <a:sym typeface="Arial"/>
            </a:endParaRPr>
          </a:p>
        </p:txBody>
      </p:sp>
    </p:spTree>
    <p:extLst>
      <p:ext uri="{BB962C8B-B14F-4D97-AF65-F5344CB8AC3E}">
        <p14:creationId xmlns:p14="http://schemas.microsoft.com/office/powerpoint/2010/main" val="2406673863"/>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type="twoColTx" preserve="1">
  <p:cSld name="Title and two columns">
    <p:spTree>
      <p:nvGrpSpPr>
        <p:cNvPr id="1" name="Shape 131"/>
        <p:cNvGrpSpPr/>
        <p:nvPr/>
      </p:nvGrpSpPr>
      <p:grpSpPr>
        <a:xfrm>
          <a:off x="0" y="0"/>
          <a:ext cx="0" cy="0"/>
          <a:chOff x="0" y="0"/>
          <a:chExt cx="0" cy="0"/>
        </a:xfrm>
      </p:grpSpPr>
      <p:sp>
        <p:nvSpPr>
          <p:cNvPr id="132" name="Shape 132"/>
          <p:cNvSpPr txBox="1">
            <a:spLocks noGrp="1"/>
          </p:cNvSpPr>
          <p:nvPr>
            <p:ph type="title"/>
          </p:nvPr>
        </p:nvSpPr>
        <p:spPr>
          <a:xfrm>
            <a:off x="423934" y="601334"/>
            <a:ext cx="11588608" cy="773852"/>
          </a:xfrm>
          <a:prstGeom prst="rect">
            <a:avLst/>
          </a:prstGeom>
        </p:spPr>
        <p:txBody>
          <a:bodyPr lIns="91425" tIns="91425" rIns="91425" bIns="91425" anchor="t" anchorCtr="0"/>
          <a:lstStyle>
            <a:lvl1pPr lvl="0" rtl="0">
              <a:spcBef>
                <a:spcPts val="0"/>
              </a:spcBef>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133" name="Shape 133"/>
          <p:cNvSpPr txBox="1">
            <a:spLocks noGrp="1"/>
          </p:cNvSpPr>
          <p:nvPr>
            <p:ph type="body" idx="1"/>
          </p:nvPr>
        </p:nvSpPr>
        <p:spPr>
          <a:xfrm>
            <a:off x="423934"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4" name="Shape 134"/>
          <p:cNvSpPr txBox="1">
            <a:spLocks noGrp="1"/>
          </p:cNvSpPr>
          <p:nvPr>
            <p:ph type="body" idx="2"/>
          </p:nvPr>
        </p:nvSpPr>
        <p:spPr>
          <a:xfrm>
            <a:off x="6572399"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5" name="Shape 135"/>
          <p:cNvSpPr txBox="1">
            <a:spLocks noGrp="1"/>
          </p:cNvSpPr>
          <p:nvPr>
            <p:ph type="sldNum" idx="12"/>
          </p:nvPr>
        </p:nvSpPr>
        <p:spPr>
          <a:xfrm>
            <a:off x="11523130" y="6301098"/>
            <a:ext cx="746270" cy="531846"/>
          </a:xfrm>
          <a:prstGeom prst="rect">
            <a:avLst/>
          </a:prstGeom>
        </p:spPr>
        <p:txBody>
          <a:bodyPr lIns="91425" tIns="91425" rIns="91425" bIns="91425" anchor="ctr" anchorCtr="0">
            <a:noAutofit/>
          </a:bodyPr>
          <a:lstStyle/>
          <a:p>
            <a:fld id="{00000000-1234-1234-1234-123412341234}" type="slidenum">
              <a:rPr lang="en" sz="1892" kern="0">
                <a:solidFill>
                  <a:srgbClr val="000000"/>
                </a:solidFill>
                <a:latin typeface="Arial"/>
                <a:ea typeface="Arial"/>
                <a:cs typeface="Arial"/>
                <a:sym typeface="Arial"/>
              </a:rPr>
              <a:pPr/>
              <a:t>‹#›</a:t>
            </a:fld>
            <a:endParaRPr lang="en" sz="1892" kern="0">
              <a:solidFill>
                <a:srgbClr val="000000"/>
              </a:solidFill>
              <a:latin typeface="Arial"/>
              <a:ea typeface="Arial"/>
              <a:cs typeface="Arial"/>
              <a:sym typeface="Arial"/>
            </a:endParaRPr>
          </a:p>
        </p:txBody>
      </p:sp>
    </p:spTree>
    <p:extLst>
      <p:ext uri="{BB962C8B-B14F-4D97-AF65-F5344CB8AC3E}">
        <p14:creationId xmlns:p14="http://schemas.microsoft.com/office/powerpoint/2010/main" val="1577881316"/>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p:cSld name="Walkin">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
                    </a14:imgEffect>
                  </a14:imgLayer>
                </a14:imgProps>
              </a:ext>
              <a:ext uri="{28A0092B-C50C-407E-A947-70E740481C1C}">
                <a14:useLocalDpi xmlns:a14="http://schemas.microsoft.com/office/drawing/2010/main"/>
              </a:ext>
            </a:extLst>
          </a:blip>
          <a:stretch>
            <a:fillRect/>
          </a:stretch>
        </p:blipFill>
        <p:spPr bwMode="gray">
          <a:xfrm>
            <a:off x="10426344" y="6143153"/>
            <a:ext cx="1552931" cy="330546"/>
          </a:xfrm>
          <a:prstGeom prst="rect">
            <a:avLst/>
          </a:prstGeom>
        </p:spPr>
      </p:pic>
      <p:pic>
        <p:nvPicPr>
          <p:cNvPr id="5" name="Picture 4"/>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79283" y="490800"/>
            <a:ext cx="7142451" cy="1362884"/>
          </a:xfrm>
          <a:prstGeom prst="rect">
            <a:avLst/>
          </a:prstGeom>
        </p:spPr>
      </p:pic>
    </p:spTree>
    <p:extLst>
      <p:ext uri="{BB962C8B-B14F-4D97-AF65-F5344CB8AC3E}">
        <p14:creationId xmlns:p14="http://schemas.microsoft.com/office/powerpoint/2010/main" val="991288267"/>
      </p:ext>
    </p:extLst>
  </p:cSld>
  <p:clrMapOvr>
    <a:masterClrMapping/>
  </p:clrMapOvr>
  <p:transition>
    <p:fade/>
  </p:transition>
  <p:extLst>
    <p:ext uri="{DCECCB84-F9BA-43D5-87BE-67443E8EF086}">
      <p15:sldGuideLst xmlns:p15="http://schemas.microsoft.com/office/powerpoint/2012/main">
        <p15:guide id="1" pos="288">
          <p15:clr>
            <a:srgbClr val="C35EA4"/>
          </p15:clr>
        </p15:guide>
        <p15:guide id="2" pos="7546">
          <p15:clr>
            <a:srgbClr val="C35EA4"/>
          </p15:clr>
        </p15:guide>
        <p15:guide id="3" orient="horz" pos="302">
          <p15:clr>
            <a:srgbClr val="C35EA4"/>
          </p15:clr>
        </p15:guide>
        <p15:guide id="4" orient="horz" pos="4104">
          <p15:clr>
            <a:srgbClr val="C35EA4"/>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p:cSld name="Title Slide - ANIMATED">
    <p:bg bwMode="auto">
      <p:bgPr>
        <a:solidFill>
          <a:schemeClr val="accent2"/>
        </a:solidFill>
        <a:effectLst/>
      </p:bgPr>
    </p:bg>
    <p:spTree>
      <p:nvGrpSpPr>
        <p:cNvPr id="1" name=""/>
        <p:cNvGrpSpPr/>
        <p:nvPr/>
      </p:nvGrpSpPr>
      <p:grpSpPr>
        <a:xfrm>
          <a:off x="0" y="0"/>
          <a:ext cx="0" cy="0"/>
          <a:chOff x="0" y="0"/>
          <a:chExt cx="0" cy="0"/>
        </a:xfrm>
      </p:grpSpPr>
      <p:sp>
        <p:nvSpPr>
          <p:cNvPr id="12" name="Rectangle 5"/>
          <p:cNvSpPr>
            <a:spLocks noChangeArrowheads="1"/>
          </p:cNvSpPr>
          <p:nvPr/>
        </p:nvSpPr>
        <p:spPr bwMode="auto">
          <a:xfrm>
            <a:off x="3178" y="4367856"/>
            <a:ext cx="12433300" cy="2585378"/>
          </a:xfrm>
          <a:prstGeom prst="rect">
            <a:avLst/>
          </a:prstGeom>
          <a:solidFill>
            <a:srgbClr val="4DA0E2"/>
          </a:solidFill>
          <a:ln>
            <a:noFill/>
          </a:ln>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0" name="Rectangle 7"/>
          <p:cNvSpPr>
            <a:spLocks noChangeArrowheads="1"/>
          </p:cNvSpPr>
          <p:nvPr/>
        </p:nvSpPr>
        <p:spPr bwMode="auto">
          <a:xfrm>
            <a:off x="3" y="5806452"/>
            <a:ext cx="12433301" cy="1146779"/>
          </a:xfrm>
          <a:prstGeom prst="rect">
            <a:avLst/>
          </a:prstGeom>
          <a:solidFill>
            <a:srgbClr val="00188F"/>
          </a:solidFill>
          <a:ln>
            <a:noFill/>
          </a:ln>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1" name="Rectangle 8"/>
          <p:cNvSpPr>
            <a:spLocks noChangeArrowheads="1"/>
          </p:cNvSpPr>
          <p:nvPr/>
        </p:nvSpPr>
        <p:spPr bwMode="auto">
          <a:xfrm>
            <a:off x="3178" y="3388283"/>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3" name="Rectangle 12"/>
          <p:cNvSpPr/>
          <p:nvPr/>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algn="ctr" defTabSz="925995"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9"/>
            <a:ext cx="6399213" cy="1818756"/>
          </a:xfrm>
          <a:noFill/>
        </p:spPr>
        <p:txBody>
          <a:bodyPr lIns="146304" tIns="109728" rIns="146304" bIns="109728">
            <a:noAutofit/>
          </a:bodyPr>
          <a:lstStyle>
            <a:lvl1pPr marL="0" indent="0">
              <a:spcBef>
                <a:spcPts val="0"/>
              </a:spcBef>
              <a:buNone/>
              <a:defRPr sz="3574"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59"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3"/>
            <a:ext cx="1552931" cy="330546"/>
          </a:xfrm>
          <a:prstGeom prst="rect">
            <a:avLst/>
          </a:prstGeom>
        </p:spPr>
      </p:pic>
      <p:sp>
        <p:nvSpPr>
          <p:cNvPr id="8" name="Rectangle 6"/>
          <p:cNvSpPr>
            <a:spLocks noChangeArrowheads="1"/>
          </p:cNvSpPr>
          <p:nvPr/>
        </p:nvSpPr>
        <p:spPr bwMode="auto">
          <a:xfrm>
            <a:off x="3178" y="4367856"/>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4"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
        <p:nvSpPr>
          <p:cNvPr id="17" name="Text Placeholder 16"/>
          <p:cNvSpPr>
            <a:spLocks noGrp="1"/>
          </p:cNvSpPr>
          <p:nvPr>
            <p:ph type="body" sz="quarter" idx="13" hasCustomPrompt="1"/>
          </p:nvPr>
        </p:nvSpPr>
        <p:spPr>
          <a:xfrm>
            <a:off x="274638" y="294979"/>
            <a:ext cx="3657600" cy="458731"/>
          </a:xfrm>
        </p:spPr>
        <p:txBody>
          <a:bodyPr/>
          <a:lstStyle>
            <a:lvl1pPr marL="0" indent="0">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Session Code</a:t>
            </a:r>
          </a:p>
        </p:txBody>
      </p:sp>
      <p:sp>
        <p:nvSpPr>
          <p:cNvPr id="15" name="Text Placeholder 16"/>
          <p:cNvSpPr>
            <a:spLocks noGrp="1"/>
          </p:cNvSpPr>
          <p:nvPr>
            <p:ph type="body" sz="quarter" idx="14" hasCustomPrompt="1"/>
          </p:nvPr>
        </p:nvSpPr>
        <p:spPr>
          <a:xfrm>
            <a:off x="8504242" y="294979"/>
            <a:ext cx="3657600" cy="458731"/>
          </a:xfrm>
        </p:spPr>
        <p:txBody>
          <a:bodyPr/>
          <a:lstStyle>
            <a:lvl1pPr marL="0" indent="0" algn="r">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Yammer hashtag</a:t>
            </a:r>
          </a:p>
        </p:txBody>
      </p:sp>
    </p:spTree>
    <p:extLst>
      <p:ext uri="{BB962C8B-B14F-4D97-AF65-F5344CB8AC3E}">
        <p14:creationId xmlns:p14="http://schemas.microsoft.com/office/powerpoint/2010/main" val="1835591754"/>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par>
                                <p:cTn id="34" presetID="10" presetClass="entr" presetSubtype="0" fill="hold" grpId="0" nodeType="withEffect">
                                  <p:stCondLst>
                                    <p:cond delay="100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950"/>
                                        <p:tgtEl>
                                          <p:spTgt spid="14"/>
                                        </p:tgtEl>
                                      </p:cBhvr>
                                    </p:animEffect>
                                  </p:childTnLst>
                                </p:cTn>
                              </p:par>
                              <p:par>
                                <p:cTn id="37" presetID="63" presetClass="path" presetSubtype="0" decel="100000" fill="hold" grpId="1" nodeType="withEffect">
                                  <p:stCondLst>
                                    <p:cond delay="1000"/>
                                  </p:stCondLst>
                                  <p:childTnLst>
                                    <p:animMotion origin="layout" path="M -0.01455 -1.34362E-6 L -3.90605E-7 -1.34362E-6 " pathEditMode="relative" rAng="0" ptsTypes="AA">
                                      <p:cBhvr>
                                        <p:cTn id="38" dur="950" fill="hold"/>
                                        <p:tgtEl>
                                          <p:spTgt spid="14"/>
                                        </p:tgtEl>
                                        <p:attrNameLst>
                                          <p:attrName>ppt_x</p:attrName>
                                          <p:attrName>ppt_y</p:attrName>
                                        </p:attrNameLst>
                                      </p:cBhvr>
                                      <p:rCtr x="728" y="0"/>
                                    </p:animMotion>
                                  </p:childTnLst>
                                </p:cTn>
                              </p:par>
                              <p:par>
                                <p:cTn id="39" presetID="6" presetClass="emph" presetSubtype="0" accel="100000" autoRev="1" fill="hold" grpId="2" nodeType="withEffect">
                                  <p:stCondLst>
                                    <p:cond delay="300"/>
                                  </p:stCondLst>
                                  <p:childTnLst>
                                    <p:animScale>
                                      <p:cBhvr>
                                        <p:cTn id="40" dur="500" fill="hold"/>
                                        <p:tgtEl>
                                          <p:spTgt spid="14"/>
                                        </p:tgtEl>
                                      </p:cBhvr>
                                      <p:by x="95000" y="95000"/>
                                    </p:animScale>
                                  </p:childTnLst>
                                </p:cTn>
                              </p:par>
                              <p:par>
                                <p:cTn id="41" presetID="10" presetClass="entr" presetSubtype="0" fill="hold" grpId="0" nodeType="withEffect">
                                  <p:stCondLst>
                                    <p:cond delay="70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950"/>
                                        <p:tgtEl>
                                          <p:spTgt spid="17"/>
                                        </p:tgtEl>
                                      </p:cBhvr>
                                    </p:animEffect>
                                  </p:childTnLst>
                                </p:cTn>
                              </p:par>
                              <p:par>
                                <p:cTn id="44" presetID="63" presetClass="path" presetSubtype="0" decel="100000" fill="hold" grpId="1" nodeType="withEffect">
                                  <p:stCondLst>
                                    <p:cond delay="700"/>
                                  </p:stCondLst>
                                  <p:childTnLst>
                                    <p:animMotion origin="layout" path="M -0.01455 -1.34362E-6 L -3.90605E-7 -1.34362E-6 " pathEditMode="relative" rAng="0" ptsTypes="AA">
                                      <p:cBhvr>
                                        <p:cTn id="45" dur="950" fill="hold"/>
                                        <p:tgtEl>
                                          <p:spTgt spid="17"/>
                                        </p:tgtEl>
                                        <p:attrNameLst>
                                          <p:attrName>ppt_x</p:attrName>
                                          <p:attrName>ppt_y</p:attrName>
                                        </p:attrNameLst>
                                      </p:cBhvr>
                                      <p:rCtr x="728" y="0"/>
                                    </p:animMotion>
                                  </p:childTnLst>
                                </p:cTn>
                              </p:par>
                              <p:par>
                                <p:cTn id="46" presetID="6" presetClass="emph" presetSubtype="0" accel="100000" autoRev="1" fill="hold" grpId="2" nodeType="withEffect">
                                  <p:stCondLst>
                                    <p:cond delay="0"/>
                                  </p:stCondLst>
                                  <p:childTnLst>
                                    <p:animScale>
                                      <p:cBhvr>
                                        <p:cTn id="47" dur="500" fill="hold"/>
                                        <p:tgtEl>
                                          <p:spTgt spid="17"/>
                                        </p:tgtEl>
                                      </p:cBhvr>
                                      <p:by x="95000" y="95000"/>
                                    </p:animScale>
                                  </p:childTnLst>
                                </p:cTn>
                              </p:par>
                              <p:par>
                                <p:cTn id="48" presetID="10" presetClass="entr" presetSubtype="0" fill="hold" grpId="0" nodeType="withEffect">
                                  <p:stCondLst>
                                    <p:cond delay="7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950"/>
                                        <p:tgtEl>
                                          <p:spTgt spid="15"/>
                                        </p:tgtEl>
                                      </p:cBhvr>
                                    </p:animEffect>
                                  </p:childTnLst>
                                </p:cTn>
                              </p:par>
                              <p:par>
                                <p:cTn id="51" presetID="63" presetClass="path" presetSubtype="0" decel="100000" fill="hold" grpId="1" nodeType="withEffect">
                                  <p:stCondLst>
                                    <p:cond delay="700"/>
                                  </p:stCondLst>
                                  <p:childTnLst>
                                    <p:animMotion origin="layout" path="M -0.01455 -1.34362E-6 L -3.90605E-7 -1.34362E-6 " pathEditMode="relative" rAng="0" ptsTypes="AA">
                                      <p:cBhvr>
                                        <p:cTn id="52" dur="950" fill="hold"/>
                                        <p:tgtEl>
                                          <p:spTgt spid="15"/>
                                        </p:tgtEl>
                                        <p:attrNameLst>
                                          <p:attrName>ppt_x</p:attrName>
                                          <p:attrName>ppt_y</p:attrName>
                                        </p:attrNameLst>
                                      </p:cBhvr>
                                      <p:rCtr x="728" y="0"/>
                                    </p:animMotion>
                                  </p:childTnLst>
                                </p:cTn>
                              </p:par>
                              <p:par>
                                <p:cTn id="53" presetID="6" presetClass="emph" presetSubtype="0" accel="100000" autoRev="1" fill="hold" grpId="2" nodeType="withEffect">
                                  <p:stCondLst>
                                    <p:cond delay="0"/>
                                  </p:stCondLst>
                                  <p:childTnLst>
                                    <p:animScale>
                                      <p:cBhvr>
                                        <p:cTn id="54" dur="500" fill="hold"/>
                                        <p:tgtEl>
                                          <p:spTgt spid="15"/>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P spid="14" grpId="0"/>
      <p:bldP spid="14" grpId="1"/>
      <p:bldP spid="14" grpId="2"/>
      <p:bldP spid="17" grpId="0">
        <p:tmplLst>
          <p:tmpl>
            <p:tnLst>
              <p:par>
                <p:cTn presetID="10" presetClass="entr" presetSubtype="0" fill="hold" nodeType="withEffect">
                  <p:stCondLst>
                    <p:cond delay="700"/>
                  </p:stCondLst>
                  <p:childTnLst>
                    <p:set>
                      <p:cBhvr>
                        <p:cTn dur="1" fill="hold">
                          <p:stCondLst>
                            <p:cond delay="0"/>
                          </p:stCondLst>
                        </p:cTn>
                        <p:tgtEl>
                          <p:spTgt spid="17"/>
                        </p:tgtEl>
                        <p:attrNameLst>
                          <p:attrName>style.visibility</p:attrName>
                        </p:attrNameLst>
                      </p:cBhvr>
                      <p:to>
                        <p:strVal val="visible"/>
                      </p:to>
                    </p:set>
                    <p:animEffect transition="in" filter="fade">
                      <p:cBhvr>
                        <p:cTn dur="950"/>
                        <p:tgtEl>
                          <p:spTgt spid="17"/>
                        </p:tgtEl>
                      </p:cBhvr>
                    </p:animEffect>
                  </p:childTnLst>
                </p:cTn>
              </p:par>
            </p:tnLst>
          </p:tmpl>
        </p:tmplLst>
      </p:bldP>
      <p:bldP spid="17" grpId="1"/>
      <p:bldP spid="17" grpId="2"/>
      <p:bldP spid="15" grpId="0">
        <p:tmplLst>
          <p:tmpl>
            <p:tnLst>
              <p:par>
                <p:cTn presetID="10" presetClass="entr" presetSubtype="0" fill="hold" nodeType="withEffect">
                  <p:stCondLst>
                    <p:cond delay="700"/>
                  </p:stCondLst>
                  <p:childTnLst>
                    <p:set>
                      <p:cBhvr>
                        <p:cTn dur="1" fill="hold">
                          <p:stCondLst>
                            <p:cond delay="0"/>
                          </p:stCondLst>
                        </p:cTn>
                        <p:tgtEl>
                          <p:spTgt spid="15"/>
                        </p:tgtEl>
                        <p:attrNameLst>
                          <p:attrName>style.visibility</p:attrName>
                        </p:attrNameLst>
                      </p:cBhvr>
                      <p:to>
                        <p:strVal val="visible"/>
                      </p:to>
                    </p:set>
                    <p:animEffect transition="in" filter="fade">
                      <p:cBhvr>
                        <p:cTn dur="950"/>
                        <p:tgtEl>
                          <p:spTgt spid="15"/>
                        </p:tgtEl>
                      </p:cBhvr>
                    </p:animEffect>
                  </p:childTnLst>
                </p:cTn>
              </p:par>
            </p:tnLst>
          </p:tmpl>
        </p:tmplLst>
      </p:bldP>
      <p:bldP spid="15" grpId="1"/>
      <p:bldP spid="15" grpId="2"/>
    </p:bldLst>
  </p:timing>
  <p:extLst>
    <p:ext uri="{DCECCB84-F9BA-43D5-87BE-67443E8EF086}">
      <p15:sldGuideLst xmlns:p15="http://schemas.microsoft.com/office/powerpoint/2012/main">
        <p15:guide id="1" orient="horz" pos="4406">
          <p15:clr>
            <a:srgbClr val="C35EA4"/>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p:cSld name="1_Title Slide - STATIC">
    <p:bg>
      <p:bgPr>
        <a:solidFill>
          <a:schemeClr val="accent2"/>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3929329"/>
            <a:ext cx="6399213" cy="1818756"/>
          </a:xfrm>
          <a:noFill/>
        </p:spPr>
        <p:txBody>
          <a:bodyPr lIns="146304" tIns="109728" rIns="146304" bIns="109728">
            <a:noAutofit/>
          </a:bodyPr>
          <a:lstStyle>
            <a:lvl1pPr marL="0" indent="0">
              <a:spcBef>
                <a:spcPts val="0"/>
              </a:spcBef>
              <a:buNone/>
              <a:defRPr sz="3574"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59"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3"/>
            <a:ext cx="1552931" cy="330546"/>
          </a:xfrm>
          <a:prstGeom prst="rect">
            <a:avLst/>
          </a:prstGeom>
        </p:spPr>
      </p:pic>
      <p:sp>
        <p:nvSpPr>
          <p:cNvPr id="8" name="Rectangle 6"/>
          <p:cNvSpPr>
            <a:spLocks noChangeArrowheads="1"/>
          </p:cNvSpPr>
          <p:nvPr/>
        </p:nvSpPr>
        <p:spPr bwMode="auto">
          <a:xfrm>
            <a:off x="3178" y="4367856"/>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4"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
        <p:nvSpPr>
          <p:cNvPr id="15" name="Text Placeholder 16"/>
          <p:cNvSpPr>
            <a:spLocks noGrp="1"/>
          </p:cNvSpPr>
          <p:nvPr>
            <p:ph type="body" sz="quarter" idx="13" hasCustomPrompt="1"/>
          </p:nvPr>
        </p:nvSpPr>
        <p:spPr>
          <a:xfrm>
            <a:off x="274638" y="294979"/>
            <a:ext cx="3657600" cy="458731"/>
          </a:xfrm>
        </p:spPr>
        <p:txBody>
          <a:bodyPr/>
          <a:lstStyle>
            <a:lvl1pPr marL="0" indent="0">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Session Code</a:t>
            </a:r>
          </a:p>
        </p:txBody>
      </p:sp>
      <p:sp>
        <p:nvSpPr>
          <p:cNvPr id="10" name="Text Placeholder 16"/>
          <p:cNvSpPr>
            <a:spLocks noGrp="1"/>
          </p:cNvSpPr>
          <p:nvPr>
            <p:ph type="body" sz="quarter" idx="14" hasCustomPrompt="1"/>
          </p:nvPr>
        </p:nvSpPr>
        <p:spPr>
          <a:xfrm>
            <a:off x="8504242" y="294979"/>
            <a:ext cx="3657600" cy="458731"/>
          </a:xfrm>
        </p:spPr>
        <p:txBody>
          <a:bodyPr/>
          <a:lstStyle>
            <a:lvl1pPr marL="0" indent="0" algn="r">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Yammer hashtag</a:t>
            </a:r>
          </a:p>
        </p:txBody>
      </p:sp>
    </p:spTree>
    <p:extLst>
      <p:ext uri="{BB962C8B-B14F-4D97-AF65-F5344CB8AC3E}">
        <p14:creationId xmlns:p14="http://schemas.microsoft.com/office/powerpoint/2010/main" val="2314481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p:cSld name="Confidentiality Slide">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p>
            <a:r>
              <a:rPr lang="en-US"/>
              <a:t>Click to edit Master title style</a:t>
            </a:r>
          </a:p>
        </p:txBody>
      </p:sp>
    </p:spTree>
    <p:extLst>
      <p:ext uri="{BB962C8B-B14F-4D97-AF65-F5344CB8AC3E}">
        <p14:creationId xmlns:p14="http://schemas.microsoft.com/office/powerpoint/2010/main" val="306687004"/>
      </p:ext>
    </p:extLst>
  </p:cSld>
  <p:clrMapOvr>
    <a:masterClrMapping/>
  </p:clrMapOvr>
  <p:transition>
    <p:fade/>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p:cSld name="Demo slide">
    <p:bg>
      <p:bgPr>
        <a:solidFill>
          <a:schemeClr val="accent2"/>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7757448" y="302259"/>
            <a:ext cx="4409440" cy="6360123"/>
          </a:xfrm>
          <a:prstGeom prst="rect">
            <a:avLst/>
          </a:prstGeom>
        </p:spPr>
      </p:pic>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algn="ctr" defTabSz="925995"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9" y="1202284"/>
            <a:ext cx="7314044" cy="3453447"/>
          </a:xfrm>
          <a:noFill/>
        </p:spPr>
        <p:txBody>
          <a:bodyPr tIns="91440" bIns="91440" anchor="t" anchorCtr="0"/>
          <a:lstStyle>
            <a:lvl1pPr>
              <a:defRPr sz="7149" spc="-99" baseline="0">
                <a:gradFill>
                  <a:gsLst>
                    <a:gs pos="75912">
                      <a:schemeClr val="tx1"/>
                    </a:gs>
                    <a:gs pos="34307">
                      <a:schemeClr val="tx1"/>
                    </a:gs>
                    <a:gs pos="43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2" y="4655734"/>
            <a:ext cx="7315200" cy="1817966"/>
          </a:xfrm>
          <a:noFill/>
        </p:spPr>
        <p:txBody>
          <a:bodyPr lIns="182880" tIns="146304" rIns="182880" bIns="146304">
            <a:noAutofit/>
          </a:bodyPr>
          <a:lstStyle>
            <a:lvl1pPr marL="0" indent="0">
              <a:spcBef>
                <a:spcPts val="0"/>
              </a:spcBef>
              <a:buNone/>
              <a:defRPr sz="3574" spc="0" baseline="0">
                <a:gradFill>
                  <a:gsLst>
                    <a:gs pos="75912">
                      <a:schemeClr val="tx1"/>
                    </a:gs>
                    <a:gs pos="34307">
                      <a:schemeClr val="tx1"/>
                    </a:gs>
                    <a:gs pos="43000">
                      <a:schemeClr val="tx1"/>
                    </a:gs>
                  </a:gsLst>
                  <a:lin ang="5400000" scaled="0"/>
                </a:gradFill>
                <a:latin typeface="+mj-lt"/>
              </a:defRPr>
            </a:lvl1pPr>
          </a:lstStyle>
          <a:p>
            <a:pPr lvl="0"/>
            <a:r>
              <a:rPr lang="en-US"/>
              <a:t>Speaker Name</a:t>
            </a:r>
          </a:p>
        </p:txBody>
      </p:sp>
      <p:sp>
        <p:nvSpPr>
          <p:cNvPr id="7"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3470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p:cSld name="Video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algn="ctr" defTabSz="925995"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42" y="1202284"/>
            <a:ext cx="9143999" cy="2734211"/>
          </a:xfrm>
          <a:noFill/>
        </p:spPr>
        <p:txBody>
          <a:bodyPr tIns="91440" bIns="91440" anchor="t" anchorCtr="0"/>
          <a:lstStyle>
            <a:lvl1pPr>
              <a:defRPr sz="7149" spc="-99" baseline="0">
                <a:gradFill>
                  <a:gsLst>
                    <a:gs pos="75912">
                      <a:schemeClr val="tx1"/>
                    </a:gs>
                    <a:gs pos="34307">
                      <a:schemeClr val="tx1"/>
                    </a:gs>
                    <a:gs pos="43000">
                      <a:schemeClr val="tx1"/>
                    </a:gs>
                  </a:gsLst>
                  <a:lin ang="5400000" scaled="0"/>
                </a:gradFill>
              </a:defRPr>
            </a:lvl1pPr>
          </a:lstStyle>
          <a:p>
            <a:r>
              <a:rPr lang="en-US"/>
              <a:t>Video title</a:t>
            </a:r>
          </a:p>
        </p:txBody>
      </p:sp>
      <p:sp>
        <p:nvSpPr>
          <p:cNvPr id="5"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pic>
        <p:nvPicPr>
          <p:cNvPr id="11" name="Picture 10"/>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2" y="3056086"/>
            <a:ext cx="12436918" cy="3271204"/>
          </a:xfrm>
          <a:prstGeom prst="rect">
            <a:avLst/>
          </a:prstGeom>
        </p:spPr>
      </p:pic>
    </p:spTree>
    <p:extLst>
      <p:ext uri="{BB962C8B-B14F-4D97-AF65-F5344CB8AC3E}">
        <p14:creationId xmlns:p14="http://schemas.microsoft.com/office/powerpoint/2010/main" val="1232501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defRPr sz="8741" spc="-99" baseline="0">
                <a:gradFill>
                  <a:gsLst>
                    <a:gs pos="75912">
                      <a:schemeClr val="tx1"/>
                    </a:gs>
                    <a:gs pos="34307">
                      <a:schemeClr val="tx1"/>
                    </a:gs>
                    <a:gs pos="43000">
                      <a:schemeClr val="tx1"/>
                    </a:gs>
                  </a:gsLst>
                  <a:lin ang="5400000" scaled="0"/>
                </a:gradFill>
              </a:defRPr>
            </a:lvl1pPr>
          </a:lstStyle>
          <a:p>
            <a:r>
              <a:rPr lang="en-US"/>
              <a:t>Section title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228153608"/>
      </p:ext>
    </p:extLst>
  </p:cSld>
  <p:clrMapOvr>
    <a:masterClrMapping/>
  </p:clrMapOvr>
  <p:transition>
    <p:fade/>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lgn="l" defTabSz="926264" rtl="0" eaLnBrk="1" latinLnBrk="0" hangingPunct="1">
              <a:lnSpc>
                <a:spcPct val="90000"/>
              </a:lnSpc>
              <a:spcBef>
                <a:spcPct val="0"/>
              </a:spcBef>
              <a:buNone/>
              <a:defRPr lang="en-US" sz="8741" b="0" kern="1200" cap="none" spc="-99" baseline="0" dirty="0">
                <a:ln w="3175">
                  <a:noFill/>
                </a:ln>
                <a:gradFill>
                  <a:gsLst>
                    <a:gs pos="75912">
                      <a:schemeClr val="tx1"/>
                    </a:gs>
                    <a:gs pos="34307">
                      <a:schemeClr val="tx1"/>
                    </a:gs>
                    <a:gs pos="4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417210758"/>
      </p:ext>
    </p:extLst>
  </p:cSld>
  <p:clrMapOvr>
    <a:masterClrMapping/>
  </p:clrMapOvr>
  <p:transition>
    <p:fade/>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p:cSld name="Section Title Accent Color 3">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lgn="l" defTabSz="926264" rtl="0" eaLnBrk="1" latinLnBrk="0" hangingPunct="1">
              <a:lnSpc>
                <a:spcPct val="90000"/>
              </a:lnSpc>
              <a:spcBef>
                <a:spcPct val="0"/>
              </a:spcBef>
              <a:buNone/>
              <a:defRPr lang="en-US" sz="8741" b="0" kern="1200" cap="none" spc="-99" baseline="0" dirty="0">
                <a:ln w="3175">
                  <a:noFill/>
                </a:ln>
                <a:gradFill>
                  <a:gsLst>
                    <a:gs pos="83448">
                      <a:schemeClr val="tx1"/>
                    </a:gs>
                    <a:gs pos="5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3441600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1"/>
          </p:nvPr>
        </p:nvSpPr>
        <p:spPr>
          <a:xfrm>
            <a:off x="274639" y="1205144"/>
            <a:ext cx="11889564" cy="2045940"/>
          </a:xfrm>
        </p:spPr>
        <p:txBody>
          <a:bodyPr/>
          <a:lstStyle>
            <a:lvl1pPr marL="0" indent="0">
              <a:buNone/>
              <a:defRPr/>
            </a:lvl1pPr>
            <a:lvl2pPr marL="28375" indent="0">
              <a:buNone/>
              <a:defRPr sz="1987"/>
            </a:lvl2pPr>
            <a:lvl3pPr marL="222283" indent="0">
              <a:buNone/>
              <a:defRPr sz="1987"/>
            </a:lvl3pPr>
            <a:lvl4pPr marL="472943" indent="0">
              <a:buNone/>
              <a:defRPr sz="1789"/>
            </a:lvl4pPr>
            <a:lvl5pPr marL="734636" indent="0">
              <a:buNone/>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676591667"/>
      </p:ext>
    </p:extLst>
  </p:cSld>
  <p:clrMapOvr>
    <a:masterClrMapping/>
  </p:clrMapOvr>
  <p:transition>
    <p:fade/>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1" y="1205143"/>
            <a:ext cx="11887200" cy="2214141"/>
          </a:xfrm>
        </p:spPr>
        <p:txBody>
          <a:bodyPr>
            <a:spAutoFit/>
          </a:bodyPr>
          <a:lstStyle>
            <a:lvl3pPr>
              <a:defRPr sz="2385"/>
            </a:lvl3pPr>
            <a:lvl4pPr>
              <a:defRPr sz="1987"/>
            </a:lvl4pPr>
            <a:lvl5pPr>
              <a:defRPr sz="198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
        <p:nvSpPr>
          <p:cNvPr id="5"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485564194"/>
      </p:ext>
    </p:extLst>
  </p:cSld>
  <p:clrMapOvr>
    <a:masterClrMapping/>
  </p:clrMapOvr>
  <p:transition>
    <p:fade/>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2523212"/>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523212"/>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607934258"/>
      </p:ext>
    </p:extLst>
  </p:cSld>
  <p:clrMapOvr>
    <a:masterClrMapping/>
  </p:clrMapOvr>
  <p:transition>
    <p:fade/>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4"/>
            <a:ext cx="5486399" cy="25904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4"/>
            <a:ext cx="5486399" cy="25904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838996890"/>
      </p:ext>
    </p:extLst>
  </p:cSld>
  <p:clrMapOvr>
    <a:masterClrMapping/>
  </p:clrMapOvr>
  <p:transition>
    <p:fade/>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874499628"/>
      </p:ext>
    </p:extLst>
  </p:cSld>
  <p:clrMapOvr>
    <a:masterClrMapping/>
  </p:clrMapOvr>
  <p:transition>
    <p:fade/>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p:cSld name="Big Idea Layout">
    <p:spTree>
      <p:nvGrpSpPr>
        <p:cNvPr id="1" name=""/>
        <p:cNvGrpSpPr/>
        <p:nvPr/>
      </p:nvGrpSpPr>
      <p:grpSpPr>
        <a:xfrm>
          <a:off x="0" y="0"/>
          <a:ext cx="0" cy="0"/>
          <a:chOff x="0" y="0"/>
          <a:chExt cx="0" cy="0"/>
        </a:xfrm>
      </p:grpSpPr>
      <p:sp>
        <p:nvSpPr>
          <p:cNvPr id="2" name="Title 1"/>
          <p:cNvSpPr>
            <a:spLocks noGrp="1"/>
          </p:cNvSpPr>
          <p:nvPr>
            <p:ph type="title"/>
          </p:nvPr>
        </p:nvSpPr>
        <p:spPr>
          <a:xfrm>
            <a:off x="282576" y="1203568"/>
            <a:ext cx="11889564" cy="911744"/>
          </a:xfrm>
        </p:spPr>
        <p:txBody>
          <a:bodyPr/>
          <a:lstStyle>
            <a:lvl1pPr>
              <a:defRPr sz="7149" baseline="0"/>
            </a:lvl1p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4060561094"/>
      </p:ext>
    </p:extLst>
  </p:cSld>
  <p:clrMapOvr>
    <a:masterClrMapping/>
  </p:clrMapOvr>
  <p:transition>
    <p:fade/>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p:cSld name="Fact Layout">
    <p:spTree>
      <p:nvGrpSpPr>
        <p:cNvPr id="1" name=""/>
        <p:cNvGrpSpPr/>
        <p:nvPr/>
      </p:nvGrpSpPr>
      <p:grpSpPr>
        <a:xfrm>
          <a:off x="0" y="0"/>
          <a:ext cx="0" cy="0"/>
          <a:chOff x="0" y="0"/>
          <a:chExt cx="0" cy="0"/>
        </a:xfrm>
      </p:grpSpPr>
      <p:sp>
        <p:nvSpPr>
          <p:cNvPr id="2" name="Title 1"/>
          <p:cNvSpPr>
            <a:spLocks noGrp="1"/>
          </p:cNvSpPr>
          <p:nvPr>
            <p:ph type="title"/>
          </p:nvPr>
        </p:nvSpPr>
        <p:spPr>
          <a:xfrm>
            <a:off x="2113228" y="2112155"/>
            <a:ext cx="8219813" cy="1817178"/>
          </a:xfrm>
        </p:spPr>
        <p:txBody>
          <a:bodyPr/>
          <a:lstStyle>
            <a:lvl1pPr>
              <a:defRPr sz="5959" baseline="0"/>
            </a:lvl1p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73688918"/>
      </p:ext>
    </p:extLst>
  </p:cSld>
  <p:clrMapOvr>
    <a:masterClrMapping/>
  </p:clrMapOvr>
  <p:transition>
    <p:fade/>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p:cSld name="Fact Layout_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13228" y="2112155"/>
            <a:ext cx="8219813" cy="1817178"/>
          </a:xfrm>
        </p:spPr>
        <p:txBody>
          <a:bodyPr/>
          <a:lstStyle>
            <a:lvl1pPr>
              <a:defRPr sz="5959" baseline="0"/>
            </a:lvl1p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497709352"/>
      </p:ext>
    </p:extLst>
  </p:cSld>
  <p:clrMapOvr>
    <a:masterClrMapping/>
  </p:clrMapOvr>
  <p:transition>
    <p:fade/>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p:cSld name="Quote Layout">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1194172"/>
            <a:ext cx="10058399" cy="911744"/>
          </a:xfrm>
        </p:spPr>
        <p:txBody>
          <a:bodyPr/>
          <a:lstStyle>
            <a:lvl1pPr marL="231743" indent="-231743">
              <a:defRPr sz="5959" baseline="0"/>
            </a:lvl1pPr>
          </a:lstStyle>
          <a:p>
            <a:r>
              <a:rPr lang="en-US"/>
              <a:t>“Sample quote goes here. Design is easier than it looks, and more important than it seems.”</a:t>
            </a:r>
          </a:p>
        </p:txBody>
      </p:sp>
      <p:sp>
        <p:nvSpPr>
          <p:cNvPr id="4" name="Text Placeholder 3"/>
          <p:cNvSpPr>
            <a:spLocks noGrp="1"/>
          </p:cNvSpPr>
          <p:nvPr>
            <p:ph type="body" sz="quarter" idx="10" hasCustomPrompt="1"/>
          </p:nvPr>
        </p:nvSpPr>
        <p:spPr>
          <a:xfrm>
            <a:off x="5761038" y="5093463"/>
            <a:ext cx="5486400" cy="1064255"/>
          </a:xfrm>
        </p:spPr>
        <p:txBody>
          <a:bodyPr/>
          <a:lstStyle>
            <a:lvl1pPr marL="0" indent="0">
              <a:spcBef>
                <a:spcPts val="0"/>
              </a:spcBef>
              <a:buNone/>
              <a:defRPr sz="3177" baseline="0">
                <a:latin typeface="+mj-lt"/>
              </a:defRPr>
            </a:lvl1pPr>
          </a:lstStyle>
          <a:p>
            <a:pPr lvl="0"/>
            <a:r>
              <a:rPr lang="en-US"/>
              <a:t>Author Name</a:t>
            </a:r>
          </a:p>
          <a:p>
            <a:pPr lvl="0"/>
            <a:r>
              <a:rPr lang="en-US"/>
              <a:t>Title</a:t>
            </a:r>
          </a:p>
        </p:txBody>
      </p:sp>
      <p:sp>
        <p:nvSpPr>
          <p:cNvPr id="5"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98284022"/>
      </p:ext>
    </p:extLst>
  </p:cSld>
  <p:clrMapOvr>
    <a:masterClrMapping/>
  </p:clrMapOvr>
  <p:transition>
    <p:fade/>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p:cSld name="Quote Layout_Accent Color 2">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2112157"/>
            <a:ext cx="10058399" cy="911744"/>
          </a:xfrm>
        </p:spPr>
        <p:txBody>
          <a:bodyPr/>
          <a:lstStyle>
            <a:lvl1pPr marL="280610" indent="-280610">
              <a:tabLst>
                <a:tab pos="280610" algn="l"/>
              </a:tabLst>
              <a:defRPr sz="5959" baseline="0"/>
            </a:lvl1pPr>
          </a:lstStyle>
          <a:p>
            <a:r>
              <a:rPr lang="en-US"/>
              <a:t>“	Add a quote here. Design is easier than it looks, and more important than it seems.”</a:t>
            </a:r>
          </a:p>
        </p:txBody>
      </p:sp>
      <p:sp>
        <p:nvSpPr>
          <p:cNvPr id="4" name="Text Placeholder 3"/>
          <p:cNvSpPr>
            <a:spLocks noGrp="1"/>
          </p:cNvSpPr>
          <p:nvPr>
            <p:ph type="body" sz="quarter" idx="10" hasCustomPrompt="1"/>
          </p:nvPr>
        </p:nvSpPr>
        <p:spPr>
          <a:xfrm>
            <a:off x="5761038" y="4837906"/>
            <a:ext cx="5486400" cy="1064255"/>
          </a:xfrm>
        </p:spPr>
        <p:txBody>
          <a:bodyPr/>
          <a:lstStyle>
            <a:lvl1pPr marL="0" indent="0">
              <a:spcBef>
                <a:spcPts val="0"/>
              </a:spcBef>
              <a:buNone/>
              <a:defRPr sz="3177" baseline="0">
                <a:latin typeface="+mj-lt"/>
              </a:defRPr>
            </a:lvl1pPr>
          </a:lstStyle>
          <a:p>
            <a:pPr lvl="0"/>
            <a:r>
              <a:rPr lang="en-US"/>
              <a:t>Author’s Name</a:t>
            </a:r>
          </a:p>
          <a:p>
            <a:pPr lvl="0"/>
            <a:r>
              <a:rPr lang="en-US"/>
              <a:t>Title</a:t>
            </a:r>
          </a:p>
        </p:txBody>
      </p:sp>
      <p:sp>
        <p:nvSpPr>
          <p:cNvPr id="5"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465361921"/>
      </p:ext>
    </p:extLst>
  </p:cSld>
  <p:clrMapOvr>
    <a:masterClrMapping/>
  </p:clrMapOvr>
  <p:transition>
    <p:fade/>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p:cSld name="Big Idea &amp; 3 Points">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282579" y="2415019"/>
            <a:ext cx="11887200" cy="926636"/>
          </a:xfrm>
        </p:spPr>
        <p:txBody>
          <a:bodyPr/>
          <a:lstStyle>
            <a:lvl1pPr marL="0" indent="0">
              <a:buNone/>
              <a:defRPr sz="5363">
                <a:gradFill>
                  <a:gsLst>
                    <a:gs pos="3333">
                      <a:schemeClr val="tx1"/>
                    </a:gs>
                    <a:gs pos="39000">
                      <a:schemeClr val="tx1"/>
                    </a:gs>
                  </a:gsLst>
                  <a:lin ang="5400000" scaled="0"/>
                </a:gradFill>
              </a:defRPr>
            </a:lvl1pPr>
            <a:lvl2pPr marL="0" indent="0">
              <a:buFontTx/>
              <a:buNone/>
              <a:defRPr sz="1987"/>
            </a:lvl2pPr>
            <a:lvl3pPr marL="227013" indent="0">
              <a:buNone/>
              <a:defRPr/>
            </a:lvl3pPr>
            <a:lvl4pPr marL="454024" indent="0">
              <a:buNone/>
              <a:defRPr/>
            </a:lvl4pPr>
            <a:lvl5pPr marL="681037" indent="0">
              <a:buNone/>
              <a:defRPr/>
            </a:lvl5pPr>
          </a:lstStyle>
          <a:p>
            <a:pPr lvl="0"/>
            <a:r>
              <a:rPr lang="en-US"/>
              <a:t>Click to edit Master text styles</a:t>
            </a:r>
          </a:p>
        </p:txBody>
      </p:sp>
      <p:sp>
        <p:nvSpPr>
          <p:cNvPr id="4" name="Title 1"/>
          <p:cNvSpPr>
            <a:spLocks noGrp="1"/>
          </p:cNvSpPr>
          <p:nvPr>
            <p:ph type="title"/>
          </p:nvPr>
        </p:nvSpPr>
        <p:spPr>
          <a:xfrm>
            <a:off x="282576" y="1203568"/>
            <a:ext cx="11889564" cy="911744"/>
          </a:xfrm>
        </p:spPr>
        <p:txBody>
          <a:bodyPr/>
          <a:lstStyle>
            <a:lvl1pPr>
              <a:defRPr sz="7149" baseline="0">
                <a:gradFill>
                  <a:gsLst>
                    <a:gs pos="1250">
                      <a:schemeClr val="tx1"/>
                    </a:gs>
                    <a:gs pos="100000">
                      <a:schemeClr val="tx1"/>
                    </a:gs>
                  </a:gsLst>
                  <a:lin ang="5400000" scaled="0"/>
                </a:gradFill>
              </a:defRPr>
            </a:lvl1pPr>
          </a:lstStyle>
          <a:p>
            <a:r>
              <a:rPr lang="en-US"/>
              <a:t>Click to edit Master title style</a:t>
            </a:r>
          </a:p>
        </p:txBody>
      </p:sp>
      <p:sp>
        <p:nvSpPr>
          <p:cNvPr id="5"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290415131"/>
      </p:ext>
    </p:extLst>
  </p:cSld>
  <p:clrMapOvr>
    <a:masterClrMapping/>
  </p:clrMapOvr>
  <p:transition>
    <p:fade/>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2" y="1233537"/>
            <a:ext cx="5486399" cy="1787207"/>
          </a:xfrm>
        </p:spPr>
        <p:txBody>
          <a:bodyPr/>
          <a:lstStyle>
            <a:lvl1pPr>
              <a:defRPr sz="6555"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8"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3633498144"/>
      </p:ext>
    </p:extLst>
  </p:cSld>
  <p:clrMapOvr>
    <a:masterClrMapping/>
  </p:clrMapOvr>
  <p:transition>
    <p:fade/>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p:cSld name="50-50 Left Photo Layout">
    <p:spTree>
      <p:nvGrpSpPr>
        <p:cNvPr id="1" name=""/>
        <p:cNvGrpSpPr/>
        <p:nvPr/>
      </p:nvGrpSpPr>
      <p:grpSpPr>
        <a:xfrm>
          <a:off x="0" y="0"/>
          <a:ext cx="0" cy="0"/>
          <a:chOff x="0" y="0"/>
          <a:chExt cx="0" cy="0"/>
        </a:xfrm>
      </p:grpSpPr>
      <p:sp>
        <p:nvSpPr>
          <p:cNvPr id="2" name="Title 1"/>
          <p:cNvSpPr>
            <a:spLocks noGrp="1"/>
          </p:cNvSpPr>
          <p:nvPr>
            <p:ph type="title"/>
          </p:nvPr>
        </p:nvSpPr>
        <p:spPr>
          <a:xfrm>
            <a:off x="6675439" y="1233539"/>
            <a:ext cx="5486399" cy="911744"/>
          </a:xfrm>
        </p:spPr>
        <p:txBody>
          <a:bodyPr/>
          <a:lstStyle>
            <a:lvl1pPr>
              <a:defRPr sz="6555" baseline="0">
                <a:gradFill>
                  <a:gsLst>
                    <a:gs pos="1250">
                      <a:schemeClr val="tx1"/>
                    </a:gs>
                    <a:gs pos="100000">
                      <a:schemeClr val="tx1"/>
                    </a:gs>
                  </a:gsLst>
                  <a:lin ang="5400000" scaled="0"/>
                </a:gradFill>
              </a:defRPr>
            </a:lvl1pPr>
          </a:lstStyle>
          <a:p>
            <a:r>
              <a:rPr lang="en-US"/>
              <a:t>Click to edit Master title style</a:t>
            </a:r>
          </a:p>
        </p:txBody>
      </p:sp>
      <p:sp>
        <p:nvSpPr>
          <p:cNvPr id="4" name="Picture Placeholder 4"/>
          <p:cNvSpPr>
            <a:spLocks noGrp="1"/>
          </p:cNvSpPr>
          <p:nvPr>
            <p:ph type="pic" sz="quarter" idx="10"/>
          </p:nvPr>
        </p:nvSpPr>
        <p:spPr bwMode="ltGray">
          <a:xfrm>
            <a:off x="0" y="1"/>
            <a:ext cx="6216650" cy="6944147"/>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388" b="1">
                <a:gradFill>
                  <a:gsLst>
                    <a:gs pos="13139">
                      <a:srgbClr val="FFFFFF"/>
                    </a:gs>
                    <a:gs pos="38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124479526"/>
      </p:ext>
    </p:extLst>
  </p:cSld>
  <p:clrMapOvr>
    <a:masterClrMapping/>
  </p:clrMapOvr>
  <p:transition>
    <p:fade/>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p:cSld name="Blank Accent Color 1">
    <p:bg>
      <p:bgPr>
        <a:solidFill>
          <a:schemeClr val="accent1"/>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972037119"/>
      </p:ext>
    </p:extLst>
  </p:cSld>
  <p:clrMapOvr>
    <a:masterClrMapping/>
  </p:clrMapOvr>
  <p:transition>
    <p:fade/>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p:cSld name="Blank Accent Color 2">
    <p:spTree>
      <p:nvGrpSpPr>
        <p:cNvPr id="1" name=""/>
        <p:cNvGrpSpPr/>
        <p:nvPr/>
      </p:nvGrpSpPr>
      <p:grpSpPr>
        <a:xfrm>
          <a:off x="0" y="0"/>
          <a:ext cx="0" cy="0"/>
          <a:chOff x="0" y="0"/>
          <a:chExt cx="0" cy="0"/>
        </a:xfrm>
      </p:grpSpPr>
      <p:sp>
        <p:nvSpPr>
          <p:cNvPr id="2"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613219016"/>
      </p:ext>
    </p:extLst>
  </p:cSld>
  <p:clrMapOvr>
    <a:masterClrMapping/>
  </p:clrMapOvr>
  <p:transition>
    <p:fade/>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p:cSld name="Blank Accent Color 3">
    <p:bg>
      <p:bgPr>
        <a:solidFill>
          <a:schemeClr val="accent3"/>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313924392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22" tIns="46322" rIns="46322" bIns="46322" numCol="1" spcCol="0" rtlCol="0" fromWordArt="0" anchor="ctr" anchorCtr="0" forceAA="0" compatLnSpc="1">
            <a:prstTxWarp prst="textNoShape">
              <a:avLst/>
            </a:prstTxWarp>
            <a:noAutofit/>
          </a:bodyPr>
          <a:lstStyle/>
          <a:p>
            <a:pPr algn="ctr" defTabSz="925995"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08427"/>
            <a:ext cx="11887199" cy="2117808"/>
          </a:xfrm>
        </p:spPr>
        <p:txBody>
          <a:bodyPr/>
          <a:lstStyle>
            <a:lvl1pPr marL="0" indent="0">
              <a:buNone/>
              <a:defRPr sz="3276">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14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545"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8904"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369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25395602"/>
      </p:ext>
    </p:extLst>
  </p:cSld>
  <p:clrMapOvr>
    <a:masterClrMapping/>
  </p:clrMapOvr>
  <p:transition>
    <p:fade/>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41" y="1205144"/>
            <a:ext cx="11887200" cy="2428216"/>
          </a:xfrm>
          <a:prstGeom prst="rect">
            <a:avLst/>
          </a:prstGeom>
        </p:spPr>
        <p:txBody>
          <a:bodyPr/>
          <a:lstStyle>
            <a:lvl1pPr marL="288495" indent="-288495">
              <a:buClr>
                <a:schemeClr val="tx1"/>
              </a:buClr>
              <a:buSzPct val="90000"/>
              <a:buFont typeface="Wingdings" panose="05000000000000000000" pitchFamily="2" charset="2"/>
              <a:buChar char="§"/>
              <a:defRPr sz="3574">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531" indent="-279038">
              <a:buClr>
                <a:schemeClr val="tx1"/>
              </a:buClr>
              <a:buSzPct val="90000"/>
              <a:buFont typeface="Wingdings" panose="05000000000000000000" pitchFamily="2" charset="2"/>
              <a:buChar char="§"/>
              <a:defRPr sz="3177">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026" indent="-288495">
              <a:buClr>
                <a:schemeClr val="tx1"/>
              </a:buClr>
              <a:buSzPct val="90000"/>
              <a:buFont typeface="Wingdings" panose="05000000000000000000" pitchFamily="2" charset="2"/>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039" indent="-227013">
              <a:buClr>
                <a:schemeClr val="tx1"/>
              </a:buClr>
              <a:buSzPct val="90000"/>
              <a:buFont typeface="Wingdings" panose="05000000000000000000" pitchFamily="2" charset="2"/>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050" indent="-227013">
              <a:buClr>
                <a:schemeClr val="tx1"/>
              </a:buClr>
              <a:buSzPct val="90000"/>
              <a:buFont typeface="Wingdings" panose="05000000000000000000" pitchFamily="2" charset="2"/>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4" y="6322639"/>
            <a:ext cx="12436476" cy="627437"/>
          </a:xfrm>
          <a:prstGeom prst="rect">
            <a:avLst/>
          </a:prstGeom>
          <a:solidFill>
            <a:srgbClr val="FFFC9E"/>
          </a:solidFill>
        </p:spPr>
        <p:txBody>
          <a:bodyPr wrap="square" lIns="155457" tIns="77729" rIns="155457" bIns="77729" anchor="b" anchorCtr="0">
            <a:noAutofit/>
          </a:bodyPr>
          <a:lstStyle>
            <a:lvl1pPr algn="r">
              <a:buFont typeface="Arial" pitchFamily="34" charset="0"/>
              <a:buNone/>
              <a:defRPr sz="3674"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72646514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Title slide - 2">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5746510"/>
            <a:ext cx="9142098" cy="896872"/>
          </a:xfrm>
          <a:noFill/>
        </p:spPr>
        <p:txBody>
          <a:bodyPr lIns="146304" tIns="109728" rIns="146304" bIns="109728" anchor="b">
            <a:noAutofit/>
          </a:bodyPr>
          <a:lstStyle>
            <a:lvl1pPr marL="0" indent="0">
              <a:spcBef>
                <a:spcPts val="0"/>
              </a:spcBef>
              <a:buNone/>
              <a:defRPr sz="1987" spc="0" baseline="0">
                <a:gradFill>
                  <a:gsLst>
                    <a:gs pos="0">
                      <a:schemeClr val="tx1"/>
                    </a:gs>
                    <a:gs pos="100000">
                      <a:schemeClr val="tx1"/>
                    </a:gs>
                  </a:gsLst>
                  <a:lin ang="5400000" scaled="0"/>
                </a:gradFill>
                <a:latin typeface="+mn-lt"/>
              </a:defRPr>
            </a:lvl1pPr>
          </a:lstStyle>
          <a:p>
            <a:pPr lvl="0"/>
            <a:r>
              <a:rPr lang="en-US"/>
              <a:t>Speaker Name</a:t>
            </a:r>
          </a:p>
        </p:txBody>
      </p:sp>
      <p:sp>
        <p:nvSpPr>
          <p:cNvPr id="9" name="Title 1"/>
          <p:cNvSpPr>
            <a:spLocks noGrp="1"/>
          </p:cNvSpPr>
          <p:nvPr>
            <p:ph type="title" hasCustomPrompt="1"/>
          </p:nvPr>
        </p:nvSpPr>
        <p:spPr>
          <a:xfrm>
            <a:off x="274705" y="2103710"/>
            <a:ext cx="11887135" cy="1825622"/>
          </a:xfrm>
          <a:noFill/>
        </p:spPr>
        <p:txBody>
          <a:bodyPr lIns="146304" tIns="91440" rIns="146304" bIns="91440" anchor="t" anchorCtr="0"/>
          <a:lstStyle>
            <a:lvl1pPr>
              <a:defRPr sz="5363" spc="-99" baseline="0">
                <a:gradFill>
                  <a:gsLst>
                    <a:gs pos="3333">
                      <a:schemeClr val="tx1"/>
                    </a:gs>
                    <a:gs pos="39000">
                      <a:schemeClr val="tx1"/>
                    </a:gs>
                  </a:gsLst>
                  <a:lin ang="5400000" scaled="0"/>
                </a:gradFill>
              </a:defRPr>
            </a:lvl1pPr>
          </a:lstStyle>
          <a:p>
            <a:r>
              <a:rPr lang="en-US"/>
              <a:t>Presentation title</a:t>
            </a:r>
          </a:p>
        </p:txBody>
      </p:sp>
      <p:sp>
        <p:nvSpPr>
          <p:cNvPr id="4" name="Freeform 3"/>
          <p:cNvSpPr>
            <a:spLocks noChangeAspect="1" noEditPoints="1"/>
          </p:cNvSpPr>
          <p:nvPr userDrawn="1"/>
        </p:nvSpPr>
        <p:spPr bwMode="black">
          <a:xfrm>
            <a:off x="10332996" y="6064482"/>
            <a:ext cx="1639861" cy="408865"/>
          </a:xfrm>
          <a:custGeom>
            <a:avLst/>
            <a:gdLst>
              <a:gd name="T0" fmla="*/ 336 w 2176"/>
              <a:gd name="T1" fmla="*/ 2 h 546"/>
              <a:gd name="T2" fmla="*/ 269 w 2176"/>
              <a:gd name="T3" fmla="*/ 2 h 546"/>
              <a:gd name="T4" fmla="*/ 48 w 2176"/>
              <a:gd name="T5" fmla="*/ 538 h 546"/>
              <a:gd name="T6" fmla="*/ 2128 w 2176"/>
              <a:gd name="T7" fmla="*/ 2 h 546"/>
              <a:gd name="T8" fmla="*/ 2176 w 2176"/>
              <a:gd name="T9" fmla="*/ 2 h 546"/>
              <a:gd name="T10" fmla="*/ 1049 w 2176"/>
              <a:gd name="T11" fmla="*/ 175 h 546"/>
              <a:gd name="T12" fmla="*/ 1025 w 2176"/>
              <a:gd name="T13" fmla="*/ 454 h 546"/>
              <a:gd name="T14" fmla="*/ 937 w 2176"/>
              <a:gd name="T15" fmla="*/ 473 h 546"/>
              <a:gd name="T16" fmla="*/ 892 w 2176"/>
              <a:gd name="T17" fmla="*/ 384 h 546"/>
              <a:gd name="T18" fmla="*/ 809 w 2176"/>
              <a:gd name="T19" fmla="*/ 394 h 546"/>
              <a:gd name="T20" fmla="*/ 975 w 2176"/>
              <a:gd name="T21" fmla="*/ 540 h 546"/>
              <a:gd name="T22" fmla="*/ 1048 w 2176"/>
              <a:gd name="T23" fmla="*/ 482 h 546"/>
              <a:gd name="T24" fmla="*/ 1131 w 2176"/>
              <a:gd name="T25" fmla="*/ 536 h 546"/>
              <a:gd name="T26" fmla="*/ 1293 w 2176"/>
              <a:gd name="T27" fmla="*/ 14 h 546"/>
              <a:gd name="T28" fmla="*/ 1238 w 2176"/>
              <a:gd name="T29" fmla="*/ 3 h 546"/>
              <a:gd name="T30" fmla="*/ 1207 w 2176"/>
              <a:gd name="T31" fmla="*/ 48 h 546"/>
              <a:gd name="T32" fmla="*/ 1237 w 2176"/>
              <a:gd name="T33" fmla="*/ 91 h 546"/>
              <a:gd name="T34" fmla="*/ 1293 w 2176"/>
              <a:gd name="T35" fmla="*/ 81 h 546"/>
              <a:gd name="T36" fmla="*/ 1216 w 2176"/>
              <a:gd name="T37" fmla="*/ 536 h 546"/>
              <a:gd name="T38" fmla="*/ 1216 w 2176"/>
              <a:gd name="T39" fmla="*/ 175 h 546"/>
              <a:gd name="T40" fmla="*/ 1457 w 2176"/>
              <a:gd name="T41" fmla="*/ 536 h 546"/>
              <a:gd name="T42" fmla="*/ 1376 w 2176"/>
              <a:gd name="T43" fmla="*/ 536 h 546"/>
              <a:gd name="T44" fmla="*/ 729 w 2176"/>
              <a:gd name="T45" fmla="*/ 213 h 546"/>
              <a:gd name="T46" fmla="*/ 573 w 2176"/>
              <a:gd name="T47" fmla="*/ 163 h 546"/>
              <a:gd name="T48" fmla="*/ 491 w 2176"/>
              <a:gd name="T49" fmla="*/ 226 h 546"/>
              <a:gd name="T50" fmla="*/ 460 w 2176"/>
              <a:gd name="T51" fmla="*/ 2 h 546"/>
              <a:gd name="T52" fmla="*/ 489 w 2176"/>
              <a:gd name="T53" fmla="*/ 537 h 546"/>
              <a:gd name="T54" fmla="*/ 509 w 2176"/>
              <a:gd name="T55" fmla="*/ 512 h 546"/>
              <a:gd name="T56" fmla="*/ 596 w 2176"/>
              <a:gd name="T57" fmla="*/ 546 h 546"/>
              <a:gd name="T58" fmla="*/ 754 w 2176"/>
              <a:gd name="T59" fmla="*/ 423 h 546"/>
              <a:gd name="T60" fmla="*/ 671 w 2176"/>
              <a:gd name="T61" fmla="*/ 400 h 546"/>
              <a:gd name="T62" fmla="*/ 578 w 2176"/>
              <a:gd name="T63" fmla="*/ 478 h 546"/>
              <a:gd name="T64" fmla="*/ 495 w 2176"/>
              <a:gd name="T65" fmla="*/ 421 h 546"/>
              <a:gd name="T66" fmla="*/ 496 w 2176"/>
              <a:gd name="T67" fmla="*/ 291 h 546"/>
              <a:gd name="T68" fmla="*/ 586 w 2176"/>
              <a:gd name="T69" fmla="*/ 226 h 546"/>
              <a:gd name="T70" fmla="*/ 672 w 2176"/>
              <a:gd name="T71" fmla="*/ 293 h 546"/>
              <a:gd name="T72" fmla="*/ 1866 w 2176"/>
              <a:gd name="T73" fmla="*/ 2 h 546"/>
              <a:gd name="T74" fmla="*/ 1783 w 2176"/>
              <a:gd name="T75" fmla="*/ 220 h 546"/>
              <a:gd name="T76" fmla="*/ 1716 w 2176"/>
              <a:gd name="T77" fmla="*/ 171 h 546"/>
              <a:gd name="T78" fmla="*/ 1561 w 2176"/>
              <a:gd name="T79" fmla="*/ 220 h 546"/>
              <a:gd name="T80" fmla="*/ 1526 w 2176"/>
              <a:gd name="T81" fmla="*/ 443 h 546"/>
              <a:gd name="T82" fmla="*/ 1665 w 2176"/>
              <a:gd name="T83" fmla="*/ 546 h 546"/>
              <a:gd name="T84" fmla="*/ 1763 w 2176"/>
              <a:gd name="T85" fmla="*/ 507 h 546"/>
              <a:gd name="T86" fmla="*/ 1785 w 2176"/>
              <a:gd name="T87" fmla="*/ 537 h 546"/>
              <a:gd name="T88" fmla="*/ 1778 w 2176"/>
              <a:gd name="T89" fmla="*/ 413 h 546"/>
              <a:gd name="T90" fmla="*/ 1692 w 2176"/>
              <a:gd name="T91" fmla="*/ 479 h 546"/>
              <a:gd name="T92" fmla="*/ 1607 w 2176"/>
              <a:gd name="T93" fmla="*/ 414 h 546"/>
              <a:gd name="T94" fmla="*/ 1624 w 2176"/>
              <a:gd name="T95" fmla="*/ 269 h 546"/>
              <a:gd name="T96" fmla="*/ 1732 w 2176"/>
              <a:gd name="T97" fmla="*/ 241 h 546"/>
              <a:gd name="T98" fmla="*/ 1786 w 2176"/>
              <a:gd name="T99" fmla="*/ 326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176" h="546">
                <a:moveTo>
                  <a:pt x="163" y="538"/>
                </a:moveTo>
                <a:cubicBezTo>
                  <a:pt x="116" y="538"/>
                  <a:pt x="116" y="538"/>
                  <a:pt x="116" y="538"/>
                </a:cubicBezTo>
                <a:cubicBezTo>
                  <a:pt x="336" y="2"/>
                  <a:pt x="336" y="2"/>
                  <a:pt x="336" y="2"/>
                </a:cubicBezTo>
                <a:cubicBezTo>
                  <a:pt x="384" y="2"/>
                  <a:pt x="384" y="2"/>
                  <a:pt x="384" y="2"/>
                </a:cubicBezTo>
                <a:lnTo>
                  <a:pt x="163" y="538"/>
                </a:lnTo>
                <a:close/>
                <a:moveTo>
                  <a:pt x="269" y="2"/>
                </a:moveTo>
                <a:cubicBezTo>
                  <a:pt x="221" y="2"/>
                  <a:pt x="221" y="2"/>
                  <a:pt x="221" y="2"/>
                </a:cubicBezTo>
                <a:cubicBezTo>
                  <a:pt x="0" y="538"/>
                  <a:pt x="0" y="538"/>
                  <a:pt x="0" y="538"/>
                </a:cubicBezTo>
                <a:cubicBezTo>
                  <a:pt x="48" y="538"/>
                  <a:pt x="48" y="538"/>
                  <a:pt x="48" y="538"/>
                </a:cubicBezTo>
                <a:lnTo>
                  <a:pt x="269" y="2"/>
                </a:lnTo>
                <a:close/>
                <a:moveTo>
                  <a:pt x="2176" y="2"/>
                </a:moveTo>
                <a:cubicBezTo>
                  <a:pt x="2128" y="2"/>
                  <a:pt x="2128" y="2"/>
                  <a:pt x="2128" y="2"/>
                </a:cubicBezTo>
                <a:cubicBezTo>
                  <a:pt x="1908" y="538"/>
                  <a:pt x="1908" y="538"/>
                  <a:pt x="1908" y="538"/>
                </a:cubicBezTo>
                <a:cubicBezTo>
                  <a:pt x="1955" y="538"/>
                  <a:pt x="1955" y="538"/>
                  <a:pt x="1955" y="538"/>
                </a:cubicBezTo>
                <a:lnTo>
                  <a:pt x="2176" y="2"/>
                </a:lnTo>
                <a:close/>
                <a:moveTo>
                  <a:pt x="1131" y="536"/>
                </a:moveTo>
                <a:cubicBezTo>
                  <a:pt x="1131" y="175"/>
                  <a:pt x="1131" y="175"/>
                  <a:pt x="1131" y="175"/>
                </a:cubicBezTo>
                <a:cubicBezTo>
                  <a:pt x="1049" y="175"/>
                  <a:pt x="1049" y="175"/>
                  <a:pt x="1049" y="175"/>
                </a:cubicBezTo>
                <a:cubicBezTo>
                  <a:pt x="1049" y="384"/>
                  <a:pt x="1049" y="384"/>
                  <a:pt x="1049" y="384"/>
                </a:cubicBezTo>
                <a:cubicBezTo>
                  <a:pt x="1049" y="399"/>
                  <a:pt x="1047" y="412"/>
                  <a:pt x="1042" y="424"/>
                </a:cubicBezTo>
                <a:cubicBezTo>
                  <a:pt x="1038" y="436"/>
                  <a:pt x="1032" y="446"/>
                  <a:pt x="1025" y="454"/>
                </a:cubicBezTo>
                <a:cubicBezTo>
                  <a:pt x="1017" y="462"/>
                  <a:pt x="1009" y="468"/>
                  <a:pt x="999" y="472"/>
                </a:cubicBezTo>
                <a:cubicBezTo>
                  <a:pt x="989" y="476"/>
                  <a:pt x="978" y="478"/>
                  <a:pt x="967" y="478"/>
                </a:cubicBezTo>
                <a:cubicBezTo>
                  <a:pt x="956" y="478"/>
                  <a:pt x="946" y="476"/>
                  <a:pt x="937" y="473"/>
                </a:cubicBezTo>
                <a:cubicBezTo>
                  <a:pt x="927" y="470"/>
                  <a:pt x="920" y="464"/>
                  <a:pt x="913" y="457"/>
                </a:cubicBezTo>
                <a:cubicBezTo>
                  <a:pt x="906" y="449"/>
                  <a:pt x="901" y="440"/>
                  <a:pt x="897" y="428"/>
                </a:cubicBezTo>
                <a:cubicBezTo>
                  <a:pt x="894" y="416"/>
                  <a:pt x="892" y="401"/>
                  <a:pt x="892" y="384"/>
                </a:cubicBezTo>
                <a:cubicBezTo>
                  <a:pt x="892" y="175"/>
                  <a:pt x="892" y="175"/>
                  <a:pt x="892" y="175"/>
                </a:cubicBezTo>
                <a:cubicBezTo>
                  <a:pt x="809" y="175"/>
                  <a:pt x="809" y="175"/>
                  <a:pt x="809" y="175"/>
                </a:cubicBezTo>
                <a:cubicBezTo>
                  <a:pt x="809" y="394"/>
                  <a:pt x="809" y="394"/>
                  <a:pt x="809" y="394"/>
                </a:cubicBezTo>
                <a:cubicBezTo>
                  <a:pt x="809" y="444"/>
                  <a:pt x="821" y="482"/>
                  <a:pt x="843" y="507"/>
                </a:cubicBezTo>
                <a:cubicBezTo>
                  <a:pt x="865" y="532"/>
                  <a:pt x="897" y="545"/>
                  <a:pt x="939" y="545"/>
                </a:cubicBezTo>
                <a:cubicBezTo>
                  <a:pt x="951" y="545"/>
                  <a:pt x="963" y="543"/>
                  <a:pt x="975" y="540"/>
                </a:cubicBezTo>
                <a:cubicBezTo>
                  <a:pt x="986" y="537"/>
                  <a:pt x="996" y="532"/>
                  <a:pt x="1005" y="526"/>
                </a:cubicBezTo>
                <a:cubicBezTo>
                  <a:pt x="1014" y="521"/>
                  <a:pt x="1022" y="514"/>
                  <a:pt x="1029" y="506"/>
                </a:cubicBezTo>
                <a:cubicBezTo>
                  <a:pt x="1037" y="499"/>
                  <a:pt x="1043" y="490"/>
                  <a:pt x="1048" y="482"/>
                </a:cubicBezTo>
                <a:cubicBezTo>
                  <a:pt x="1049" y="482"/>
                  <a:pt x="1049" y="482"/>
                  <a:pt x="1049" y="482"/>
                </a:cubicBezTo>
                <a:cubicBezTo>
                  <a:pt x="1049" y="536"/>
                  <a:pt x="1049" y="536"/>
                  <a:pt x="1049" y="536"/>
                </a:cubicBezTo>
                <a:lnTo>
                  <a:pt x="1131" y="536"/>
                </a:lnTo>
                <a:close/>
                <a:moveTo>
                  <a:pt x="1307" y="48"/>
                </a:moveTo>
                <a:cubicBezTo>
                  <a:pt x="1307" y="41"/>
                  <a:pt x="1306" y="35"/>
                  <a:pt x="1303" y="29"/>
                </a:cubicBezTo>
                <a:cubicBezTo>
                  <a:pt x="1301" y="23"/>
                  <a:pt x="1297" y="18"/>
                  <a:pt x="1293" y="14"/>
                </a:cubicBezTo>
                <a:cubicBezTo>
                  <a:pt x="1288" y="9"/>
                  <a:pt x="1283" y="6"/>
                  <a:pt x="1277" y="3"/>
                </a:cubicBezTo>
                <a:cubicBezTo>
                  <a:pt x="1271" y="1"/>
                  <a:pt x="1264" y="0"/>
                  <a:pt x="1257" y="0"/>
                </a:cubicBezTo>
                <a:cubicBezTo>
                  <a:pt x="1250" y="0"/>
                  <a:pt x="1244" y="1"/>
                  <a:pt x="1238" y="3"/>
                </a:cubicBezTo>
                <a:cubicBezTo>
                  <a:pt x="1232" y="6"/>
                  <a:pt x="1226" y="9"/>
                  <a:pt x="1222" y="13"/>
                </a:cubicBezTo>
                <a:cubicBezTo>
                  <a:pt x="1217" y="18"/>
                  <a:pt x="1214" y="23"/>
                  <a:pt x="1211" y="29"/>
                </a:cubicBezTo>
                <a:cubicBezTo>
                  <a:pt x="1209" y="34"/>
                  <a:pt x="1207" y="41"/>
                  <a:pt x="1207" y="48"/>
                </a:cubicBezTo>
                <a:cubicBezTo>
                  <a:pt x="1207" y="54"/>
                  <a:pt x="1209" y="60"/>
                  <a:pt x="1211" y="66"/>
                </a:cubicBezTo>
                <a:cubicBezTo>
                  <a:pt x="1214" y="72"/>
                  <a:pt x="1217" y="77"/>
                  <a:pt x="1221" y="81"/>
                </a:cubicBezTo>
                <a:cubicBezTo>
                  <a:pt x="1226" y="85"/>
                  <a:pt x="1231" y="88"/>
                  <a:pt x="1237" y="91"/>
                </a:cubicBezTo>
                <a:cubicBezTo>
                  <a:pt x="1243" y="93"/>
                  <a:pt x="1250" y="95"/>
                  <a:pt x="1257" y="95"/>
                </a:cubicBezTo>
                <a:cubicBezTo>
                  <a:pt x="1264" y="95"/>
                  <a:pt x="1271" y="93"/>
                  <a:pt x="1277" y="91"/>
                </a:cubicBezTo>
                <a:cubicBezTo>
                  <a:pt x="1283" y="88"/>
                  <a:pt x="1289" y="85"/>
                  <a:pt x="1293" y="81"/>
                </a:cubicBezTo>
                <a:cubicBezTo>
                  <a:pt x="1297" y="77"/>
                  <a:pt x="1301" y="72"/>
                  <a:pt x="1303" y="66"/>
                </a:cubicBezTo>
                <a:cubicBezTo>
                  <a:pt x="1306" y="60"/>
                  <a:pt x="1307" y="54"/>
                  <a:pt x="1307" y="48"/>
                </a:cubicBezTo>
                <a:moveTo>
                  <a:pt x="1216" y="536"/>
                </a:moveTo>
                <a:cubicBezTo>
                  <a:pt x="1297" y="536"/>
                  <a:pt x="1297" y="536"/>
                  <a:pt x="1297" y="536"/>
                </a:cubicBezTo>
                <a:cubicBezTo>
                  <a:pt x="1297" y="175"/>
                  <a:pt x="1297" y="175"/>
                  <a:pt x="1297" y="175"/>
                </a:cubicBezTo>
                <a:cubicBezTo>
                  <a:pt x="1216" y="175"/>
                  <a:pt x="1216" y="175"/>
                  <a:pt x="1216" y="175"/>
                </a:cubicBezTo>
                <a:lnTo>
                  <a:pt x="1216" y="536"/>
                </a:lnTo>
                <a:close/>
                <a:moveTo>
                  <a:pt x="1376" y="536"/>
                </a:moveTo>
                <a:cubicBezTo>
                  <a:pt x="1457" y="536"/>
                  <a:pt x="1457" y="536"/>
                  <a:pt x="1457" y="536"/>
                </a:cubicBezTo>
                <a:cubicBezTo>
                  <a:pt x="1457" y="2"/>
                  <a:pt x="1457" y="2"/>
                  <a:pt x="1457" y="2"/>
                </a:cubicBezTo>
                <a:cubicBezTo>
                  <a:pt x="1376" y="2"/>
                  <a:pt x="1376" y="2"/>
                  <a:pt x="1376" y="2"/>
                </a:cubicBezTo>
                <a:lnTo>
                  <a:pt x="1376" y="536"/>
                </a:lnTo>
                <a:close/>
                <a:moveTo>
                  <a:pt x="765" y="342"/>
                </a:moveTo>
                <a:cubicBezTo>
                  <a:pt x="765" y="317"/>
                  <a:pt x="762" y="294"/>
                  <a:pt x="756" y="272"/>
                </a:cubicBezTo>
                <a:cubicBezTo>
                  <a:pt x="750" y="249"/>
                  <a:pt x="741" y="230"/>
                  <a:pt x="729" y="213"/>
                </a:cubicBezTo>
                <a:cubicBezTo>
                  <a:pt x="717" y="196"/>
                  <a:pt x="701" y="183"/>
                  <a:pt x="682" y="173"/>
                </a:cubicBezTo>
                <a:cubicBezTo>
                  <a:pt x="663" y="163"/>
                  <a:pt x="640" y="158"/>
                  <a:pt x="613" y="158"/>
                </a:cubicBezTo>
                <a:cubicBezTo>
                  <a:pt x="599" y="158"/>
                  <a:pt x="585" y="160"/>
                  <a:pt x="573" y="163"/>
                </a:cubicBezTo>
                <a:cubicBezTo>
                  <a:pt x="561" y="166"/>
                  <a:pt x="549" y="171"/>
                  <a:pt x="539" y="177"/>
                </a:cubicBezTo>
                <a:cubicBezTo>
                  <a:pt x="529" y="183"/>
                  <a:pt x="520" y="190"/>
                  <a:pt x="512" y="199"/>
                </a:cubicBezTo>
                <a:cubicBezTo>
                  <a:pt x="504" y="207"/>
                  <a:pt x="497" y="216"/>
                  <a:pt x="491" y="226"/>
                </a:cubicBezTo>
                <a:cubicBezTo>
                  <a:pt x="489" y="226"/>
                  <a:pt x="489" y="226"/>
                  <a:pt x="489" y="226"/>
                </a:cubicBezTo>
                <a:cubicBezTo>
                  <a:pt x="489" y="2"/>
                  <a:pt x="489" y="2"/>
                  <a:pt x="489" y="2"/>
                </a:cubicBezTo>
                <a:cubicBezTo>
                  <a:pt x="460" y="2"/>
                  <a:pt x="460" y="2"/>
                  <a:pt x="460" y="2"/>
                </a:cubicBezTo>
                <a:cubicBezTo>
                  <a:pt x="406" y="133"/>
                  <a:pt x="406" y="133"/>
                  <a:pt x="406" y="133"/>
                </a:cubicBezTo>
                <a:cubicBezTo>
                  <a:pt x="406" y="537"/>
                  <a:pt x="406" y="537"/>
                  <a:pt x="406" y="537"/>
                </a:cubicBezTo>
                <a:cubicBezTo>
                  <a:pt x="489" y="537"/>
                  <a:pt x="489" y="537"/>
                  <a:pt x="489" y="537"/>
                </a:cubicBezTo>
                <a:cubicBezTo>
                  <a:pt x="489" y="490"/>
                  <a:pt x="489" y="490"/>
                  <a:pt x="489" y="490"/>
                </a:cubicBezTo>
                <a:cubicBezTo>
                  <a:pt x="491" y="490"/>
                  <a:pt x="491" y="490"/>
                  <a:pt x="491" y="490"/>
                </a:cubicBezTo>
                <a:cubicBezTo>
                  <a:pt x="496" y="498"/>
                  <a:pt x="502" y="505"/>
                  <a:pt x="509" y="512"/>
                </a:cubicBezTo>
                <a:cubicBezTo>
                  <a:pt x="515" y="519"/>
                  <a:pt x="523" y="525"/>
                  <a:pt x="532" y="530"/>
                </a:cubicBezTo>
                <a:cubicBezTo>
                  <a:pt x="540" y="535"/>
                  <a:pt x="550" y="539"/>
                  <a:pt x="561" y="542"/>
                </a:cubicBezTo>
                <a:cubicBezTo>
                  <a:pt x="571" y="544"/>
                  <a:pt x="583" y="546"/>
                  <a:pt x="596" y="546"/>
                </a:cubicBezTo>
                <a:cubicBezTo>
                  <a:pt x="623" y="546"/>
                  <a:pt x="647" y="541"/>
                  <a:pt x="668" y="530"/>
                </a:cubicBezTo>
                <a:cubicBezTo>
                  <a:pt x="689" y="520"/>
                  <a:pt x="707" y="506"/>
                  <a:pt x="721" y="488"/>
                </a:cubicBezTo>
                <a:cubicBezTo>
                  <a:pt x="736" y="470"/>
                  <a:pt x="747" y="448"/>
                  <a:pt x="754" y="423"/>
                </a:cubicBezTo>
                <a:cubicBezTo>
                  <a:pt x="761" y="398"/>
                  <a:pt x="765" y="371"/>
                  <a:pt x="765" y="342"/>
                </a:cubicBezTo>
                <a:moveTo>
                  <a:pt x="678" y="341"/>
                </a:moveTo>
                <a:cubicBezTo>
                  <a:pt x="678" y="363"/>
                  <a:pt x="676" y="383"/>
                  <a:pt x="671" y="400"/>
                </a:cubicBezTo>
                <a:cubicBezTo>
                  <a:pt x="667" y="418"/>
                  <a:pt x="660" y="432"/>
                  <a:pt x="651" y="443"/>
                </a:cubicBezTo>
                <a:cubicBezTo>
                  <a:pt x="643" y="455"/>
                  <a:pt x="632" y="463"/>
                  <a:pt x="620" y="469"/>
                </a:cubicBezTo>
                <a:cubicBezTo>
                  <a:pt x="607" y="475"/>
                  <a:pt x="593" y="478"/>
                  <a:pt x="578" y="478"/>
                </a:cubicBezTo>
                <a:cubicBezTo>
                  <a:pt x="565" y="478"/>
                  <a:pt x="553" y="475"/>
                  <a:pt x="542" y="470"/>
                </a:cubicBezTo>
                <a:cubicBezTo>
                  <a:pt x="531" y="466"/>
                  <a:pt x="522" y="459"/>
                  <a:pt x="514" y="450"/>
                </a:cubicBezTo>
                <a:cubicBezTo>
                  <a:pt x="506" y="442"/>
                  <a:pt x="500" y="432"/>
                  <a:pt x="495" y="421"/>
                </a:cubicBezTo>
                <a:cubicBezTo>
                  <a:pt x="491" y="410"/>
                  <a:pt x="488" y="397"/>
                  <a:pt x="488" y="384"/>
                </a:cubicBezTo>
                <a:cubicBezTo>
                  <a:pt x="488" y="336"/>
                  <a:pt x="488" y="336"/>
                  <a:pt x="488" y="336"/>
                </a:cubicBezTo>
                <a:cubicBezTo>
                  <a:pt x="488" y="319"/>
                  <a:pt x="491" y="304"/>
                  <a:pt x="496" y="291"/>
                </a:cubicBezTo>
                <a:cubicBezTo>
                  <a:pt x="500" y="278"/>
                  <a:pt x="507" y="266"/>
                  <a:pt x="516" y="257"/>
                </a:cubicBezTo>
                <a:cubicBezTo>
                  <a:pt x="524" y="247"/>
                  <a:pt x="534" y="240"/>
                  <a:pt x="546" y="234"/>
                </a:cubicBezTo>
                <a:cubicBezTo>
                  <a:pt x="558" y="229"/>
                  <a:pt x="571" y="226"/>
                  <a:pt x="586" y="226"/>
                </a:cubicBezTo>
                <a:cubicBezTo>
                  <a:pt x="601" y="226"/>
                  <a:pt x="614" y="229"/>
                  <a:pt x="625" y="234"/>
                </a:cubicBezTo>
                <a:cubicBezTo>
                  <a:pt x="636" y="240"/>
                  <a:pt x="646" y="247"/>
                  <a:pt x="654" y="257"/>
                </a:cubicBezTo>
                <a:cubicBezTo>
                  <a:pt x="662" y="267"/>
                  <a:pt x="668" y="279"/>
                  <a:pt x="672" y="293"/>
                </a:cubicBezTo>
                <a:cubicBezTo>
                  <a:pt x="676" y="307"/>
                  <a:pt x="678" y="323"/>
                  <a:pt x="678" y="341"/>
                </a:cubicBezTo>
                <a:moveTo>
                  <a:pt x="1866" y="537"/>
                </a:moveTo>
                <a:cubicBezTo>
                  <a:pt x="1866" y="2"/>
                  <a:pt x="1866" y="2"/>
                  <a:pt x="1866" y="2"/>
                </a:cubicBezTo>
                <a:cubicBezTo>
                  <a:pt x="1785" y="2"/>
                  <a:pt x="1785" y="2"/>
                  <a:pt x="1785" y="2"/>
                </a:cubicBezTo>
                <a:cubicBezTo>
                  <a:pt x="1785" y="220"/>
                  <a:pt x="1785" y="220"/>
                  <a:pt x="1785" y="220"/>
                </a:cubicBezTo>
                <a:cubicBezTo>
                  <a:pt x="1783" y="220"/>
                  <a:pt x="1783" y="220"/>
                  <a:pt x="1783" y="220"/>
                </a:cubicBezTo>
                <a:cubicBezTo>
                  <a:pt x="1779" y="213"/>
                  <a:pt x="1773" y="206"/>
                  <a:pt x="1767" y="199"/>
                </a:cubicBezTo>
                <a:cubicBezTo>
                  <a:pt x="1760" y="192"/>
                  <a:pt x="1753" y="187"/>
                  <a:pt x="1744" y="182"/>
                </a:cubicBezTo>
                <a:cubicBezTo>
                  <a:pt x="1736" y="177"/>
                  <a:pt x="1726" y="173"/>
                  <a:pt x="1716" y="171"/>
                </a:cubicBezTo>
                <a:cubicBezTo>
                  <a:pt x="1705" y="168"/>
                  <a:pt x="1693" y="167"/>
                  <a:pt x="1681" y="167"/>
                </a:cubicBezTo>
                <a:cubicBezTo>
                  <a:pt x="1656" y="167"/>
                  <a:pt x="1633" y="171"/>
                  <a:pt x="1613" y="181"/>
                </a:cubicBezTo>
                <a:cubicBezTo>
                  <a:pt x="1592" y="190"/>
                  <a:pt x="1575" y="203"/>
                  <a:pt x="1561" y="220"/>
                </a:cubicBezTo>
                <a:cubicBezTo>
                  <a:pt x="1546" y="238"/>
                  <a:pt x="1535" y="259"/>
                  <a:pt x="1527" y="283"/>
                </a:cubicBezTo>
                <a:cubicBezTo>
                  <a:pt x="1519" y="308"/>
                  <a:pt x="1515" y="335"/>
                  <a:pt x="1515" y="365"/>
                </a:cubicBezTo>
                <a:cubicBezTo>
                  <a:pt x="1515" y="394"/>
                  <a:pt x="1519" y="420"/>
                  <a:pt x="1526" y="443"/>
                </a:cubicBezTo>
                <a:cubicBezTo>
                  <a:pt x="1534" y="465"/>
                  <a:pt x="1544" y="484"/>
                  <a:pt x="1558" y="500"/>
                </a:cubicBezTo>
                <a:cubicBezTo>
                  <a:pt x="1571" y="515"/>
                  <a:pt x="1587" y="526"/>
                  <a:pt x="1605" y="534"/>
                </a:cubicBezTo>
                <a:cubicBezTo>
                  <a:pt x="1624" y="542"/>
                  <a:pt x="1643" y="546"/>
                  <a:pt x="1665" y="546"/>
                </a:cubicBezTo>
                <a:cubicBezTo>
                  <a:pt x="1679" y="546"/>
                  <a:pt x="1693" y="544"/>
                  <a:pt x="1705" y="541"/>
                </a:cubicBezTo>
                <a:cubicBezTo>
                  <a:pt x="1717" y="538"/>
                  <a:pt x="1728" y="533"/>
                  <a:pt x="1737" y="528"/>
                </a:cubicBezTo>
                <a:cubicBezTo>
                  <a:pt x="1747" y="522"/>
                  <a:pt x="1756" y="515"/>
                  <a:pt x="1763" y="507"/>
                </a:cubicBezTo>
                <a:cubicBezTo>
                  <a:pt x="1771" y="499"/>
                  <a:pt x="1778" y="490"/>
                  <a:pt x="1783" y="480"/>
                </a:cubicBezTo>
                <a:cubicBezTo>
                  <a:pt x="1785" y="480"/>
                  <a:pt x="1785" y="480"/>
                  <a:pt x="1785" y="480"/>
                </a:cubicBezTo>
                <a:cubicBezTo>
                  <a:pt x="1785" y="537"/>
                  <a:pt x="1785" y="537"/>
                  <a:pt x="1785" y="537"/>
                </a:cubicBezTo>
                <a:lnTo>
                  <a:pt x="1866" y="537"/>
                </a:lnTo>
                <a:close/>
                <a:moveTo>
                  <a:pt x="1786" y="366"/>
                </a:moveTo>
                <a:cubicBezTo>
                  <a:pt x="1786" y="384"/>
                  <a:pt x="1783" y="399"/>
                  <a:pt x="1778" y="413"/>
                </a:cubicBezTo>
                <a:cubicBezTo>
                  <a:pt x="1773" y="427"/>
                  <a:pt x="1767" y="439"/>
                  <a:pt x="1758" y="449"/>
                </a:cubicBezTo>
                <a:cubicBezTo>
                  <a:pt x="1750" y="458"/>
                  <a:pt x="1740" y="466"/>
                  <a:pt x="1728" y="471"/>
                </a:cubicBezTo>
                <a:cubicBezTo>
                  <a:pt x="1717" y="476"/>
                  <a:pt x="1705" y="479"/>
                  <a:pt x="1692" y="479"/>
                </a:cubicBezTo>
                <a:cubicBezTo>
                  <a:pt x="1679" y="479"/>
                  <a:pt x="1667" y="477"/>
                  <a:pt x="1656" y="472"/>
                </a:cubicBezTo>
                <a:cubicBezTo>
                  <a:pt x="1644" y="467"/>
                  <a:pt x="1635" y="460"/>
                  <a:pt x="1626" y="450"/>
                </a:cubicBezTo>
                <a:cubicBezTo>
                  <a:pt x="1618" y="440"/>
                  <a:pt x="1612" y="428"/>
                  <a:pt x="1607" y="414"/>
                </a:cubicBezTo>
                <a:cubicBezTo>
                  <a:pt x="1602" y="399"/>
                  <a:pt x="1600" y="382"/>
                  <a:pt x="1600" y="363"/>
                </a:cubicBezTo>
                <a:cubicBezTo>
                  <a:pt x="1600" y="343"/>
                  <a:pt x="1602" y="325"/>
                  <a:pt x="1606" y="309"/>
                </a:cubicBezTo>
                <a:cubicBezTo>
                  <a:pt x="1610" y="294"/>
                  <a:pt x="1616" y="280"/>
                  <a:pt x="1624" y="269"/>
                </a:cubicBezTo>
                <a:cubicBezTo>
                  <a:pt x="1632" y="257"/>
                  <a:pt x="1642" y="249"/>
                  <a:pt x="1654" y="242"/>
                </a:cubicBezTo>
                <a:cubicBezTo>
                  <a:pt x="1667" y="236"/>
                  <a:pt x="1681" y="233"/>
                  <a:pt x="1697" y="233"/>
                </a:cubicBezTo>
                <a:cubicBezTo>
                  <a:pt x="1709" y="233"/>
                  <a:pt x="1721" y="236"/>
                  <a:pt x="1732" y="241"/>
                </a:cubicBezTo>
                <a:cubicBezTo>
                  <a:pt x="1743" y="245"/>
                  <a:pt x="1752" y="252"/>
                  <a:pt x="1760" y="260"/>
                </a:cubicBezTo>
                <a:cubicBezTo>
                  <a:pt x="1768" y="269"/>
                  <a:pt x="1774" y="279"/>
                  <a:pt x="1779" y="290"/>
                </a:cubicBezTo>
                <a:cubicBezTo>
                  <a:pt x="1783" y="301"/>
                  <a:pt x="1786" y="313"/>
                  <a:pt x="1786" y="326"/>
                </a:cubicBezTo>
                <a:lnTo>
                  <a:pt x="1786" y="366"/>
                </a:lnTo>
                <a:close/>
              </a:path>
            </a:pathLst>
          </a:custGeom>
          <a:solidFill>
            <a:schemeClr val="tx1"/>
          </a:solidFill>
          <a:ln>
            <a:noFill/>
          </a:ln>
        </p:spPr>
        <p:txBody>
          <a:bodyPr vert="horz" wrap="square" lIns="90820" tIns="45410" rIns="90820" bIns="45410" numCol="1" anchor="t" anchorCtr="0" compatLnSpc="1">
            <a:prstTxWarp prst="textNoShape">
              <a:avLst/>
            </a:prstTxWarp>
          </a:bodyPr>
          <a:lstStyle/>
          <a:p>
            <a:pPr defTabSz="926297"/>
            <a:endParaRPr lang="en-US" sz="1789">
              <a:solidFill>
                <a:srgbClr val="404040"/>
              </a:solidFill>
            </a:endParaRPr>
          </a:p>
        </p:txBody>
      </p:sp>
      <p:sp>
        <p:nvSpPr>
          <p:cNvPr id="6" name="Text Placeholder 2"/>
          <p:cNvSpPr>
            <a:spLocks noGrp="1"/>
          </p:cNvSpPr>
          <p:nvPr>
            <p:ph type="body" sz="quarter" idx="13" hasCustomPrompt="1"/>
          </p:nvPr>
        </p:nvSpPr>
        <p:spPr>
          <a:xfrm>
            <a:off x="274705" y="305669"/>
            <a:ext cx="3656013" cy="574628"/>
          </a:xfrm>
        </p:spPr>
        <p:txBody>
          <a:bodyPr lIns="182880" tIns="146304" rIns="182880" bIns="146304"/>
          <a:lstStyle>
            <a:lvl1pPr marL="0" indent="0">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Session Code Here</a:t>
            </a:r>
          </a:p>
        </p:txBody>
      </p:sp>
    </p:spTree>
    <p:extLst>
      <p:ext uri="{BB962C8B-B14F-4D97-AF65-F5344CB8AC3E}">
        <p14:creationId xmlns:p14="http://schemas.microsoft.com/office/powerpoint/2010/main" val="152336582"/>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07274" y="463338"/>
            <a:ext cx="11607377" cy="849454"/>
          </a:xfrm>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sz="half" idx="1"/>
          </p:nvPr>
        </p:nvSpPr>
        <p:spPr>
          <a:xfrm>
            <a:off x="207277" y="1621687"/>
            <a:ext cx="5700051" cy="1948906"/>
          </a:xfrm>
        </p:spPr>
        <p:txBody>
          <a:bodyPr/>
          <a:lstStyle>
            <a:lvl1pPr marL="0" indent="0">
              <a:buClr>
                <a:srgbClr val="C00000"/>
              </a:buClr>
              <a:buFont typeface="Wingdings" pitchFamily="2" charset="2"/>
              <a:buNone/>
              <a:defRPr sz="2838" spc="-152">
                <a:solidFill>
                  <a:schemeClr val="bg1"/>
                </a:solidFill>
              </a:defRPr>
            </a:lvl1pPr>
            <a:lvl2pPr marL="636830" indent="-274995">
              <a:buClr>
                <a:schemeClr val="bg1"/>
              </a:buClr>
              <a:buFont typeface="Wingdings" pitchFamily="2" charset="2"/>
              <a:buChar char="§"/>
              <a:defRPr sz="2432" spc="-152">
                <a:solidFill>
                  <a:schemeClr val="bg1"/>
                </a:solidFill>
              </a:defRPr>
            </a:lvl2pPr>
            <a:lvl3pPr marL="998664" indent="-273387">
              <a:buClr>
                <a:schemeClr val="bg1"/>
              </a:buClr>
              <a:buFont typeface="Wingdings" pitchFamily="2" charset="2"/>
              <a:buChar char="§"/>
              <a:defRPr sz="2027" spc="-152">
                <a:solidFill>
                  <a:schemeClr val="bg1"/>
                </a:solidFill>
              </a:defRPr>
            </a:lvl3pPr>
            <a:lvl4pPr marL="1272051" indent="-184938">
              <a:buClr>
                <a:schemeClr val="bg1"/>
              </a:buClr>
              <a:buFont typeface="Wingdings" pitchFamily="2" charset="2"/>
              <a:buChar char="§"/>
              <a:defRPr sz="1824" spc="-152">
                <a:solidFill>
                  <a:schemeClr val="bg1"/>
                </a:solidFill>
              </a:defRPr>
            </a:lvl4pPr>
            <a:lvl5pPr marL="1635494" indent="-184938">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14600" y="1621687"/>
            <a:ext cx="5700051" cy="1948906"/>
          </a:xfrm>
        </p:spPr>
        <p:txBody>
          <a:bodyPr/>
          <a:lstStyle>
            <a:lvl1pPr marL="0" indent="0">
              <a:buClr>
                <a:srgbClr val="C00000"/>
              </a:buClr>
              <a:buFont typeface="Wingdings" pitchFamily="2" charset="2"/>
              <a:buNone/>
              <a:defRPr sz="2838" spc="-152">
                <a:solidFill>
                  <a:schemeClr val="bg1"/>
                </a:solidFill>
              </a:defRPr>
            </a:lvl1pPr>
            <a:lvl2pPr marL="636830" indent="-274995">
              <a:buClr>
                <a:schemeClr val="bg1"/>
              </a:buClr>
              <a:buFont typeface="Wingdings" pitchFamily="2" charset="2"/>
              <a:buChar char="§"/>
              <a:defRPr sz="2432" spc="-152">
                <a:solidFill>
                  <a:schemeClr val="bg1"/>
                </a:solidFill>
              </a:defRPr>
            </a:lvl2pPr>
            <a:lvl3pPr marL="997056" indent="-231574">
              <a:buClr>
                <a:schemeClr val="bg1"/>
              </a:buClr>
              <a:buFont typeface="Wingdings" pitchFamily="2" charset="2"/>
              <a:buChar char="§"/>
              <a:defRPr sz="2027" spc="-152">
                <a:solidFill>
                  <a:schemeClr val="bg1"/>
                </a:solidFill>
              </a:defRPr>
            </a:lvl3pPr>
            <a:lvl4pPr marL="1272051" indent="-184938">
              <a:buClr>
                <a:schemeClr val="bg1"/>
              </a:buClr>
              <a:buFont typeface="Wingdings" pitchFamily="2" charset="2"/>
              <a:buChar char="§"/>
              <a:defRPr sz="1824" spc="-152">
                <a:solidFill>
                  <a:schemeClr val="bg1"/>
                </a:solidFill>
              </a:defRPr>
            </a:lvl4pPr>
            <a:lvl5pPr marL="1635494" indent="-184938">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7"/>
          <p:cNvSpPr>
            <a:spLocks noGrp="1"/>
          </p:cNvSpPr>
          <p:nvPr>
            <p:ph type="body" sz="quarter" idx="13" hasCustomPrompt="1"/>
          </p:nvPr>
        </p:nvSpPr>
        <p:spPr>
          <a:xfrm>
            <a:off x="207274" y="154448"/>
            <a:ext cx="11607377" cy="386115"/>
          </a:xfrm>
        </p:spPr>
        <p:txBody>
          <a:bodyPr>
            <a:normAutofit/>
          </a:bodyPr>
          <a:lstStyle>
            <a:lvl1pPr marL="0" indent="0">
              <a:buNone/>
              <a:defRPr sz="2027" b="0" cap="all" spc="-152" baseline="0">
                <a:solidFill>
                  <a:schemeClr val="bg1"/>
                </a:solidFill>
              </a:defRPr>
            </a:lvl1pPr>
          </a:lstStyle>
          <a:p>
            <a:pPr lvl="0"/>
            <a:r>
              <a:rPr lang="pt-PT"/>
              <a:t>CLICK TO EDIT SECTION TITLE</a:t>
            </a:r>
          </a:p>
        </p:txBody>
      </p:sp>
    </p:spTree>
    <p:extLst>
      <p:ext uri="{BB962C8B-B14F-4D97-AF65-F5344CB8AC3E}">
        <p14:creationId xmlns:p14="http://schemas.microsoft.com/office/powerpoint/2010/main" val="328504318"/>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79596541"/>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pn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18" Type="http://schemas.openxmlformats.org/officeDocument/2006/relationships/slideLayout" Target="../slideLayouts/slideLayout51.xml"/><Relationship Id="rId3" Type="http://schemas.openxmlformats.org/officeDocument/2006/relationships/slideLayout" Target="../slideLayouts/slideLayout36.xml"/><Relationship Id="rId21" Type="http://schemas.openxmlformats.org/officeDocument/2006/relationships/slideLayout" Target="../slideLayouts/slideLayout54.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17" Type="http://schemas.openxmlformats.org/officeDocument/2006/relationships/slideLayout" Target="../slideLayouts/slideLayout50.xml"/><Relationship Id="rId25" Type="http://schemas.openxmlformats.org/officeDocument/2006/relationships/image" Target="../media/image10.png"/><Relationship Id="rId2" Type="http://schemas.openxmlformats.org/officeDocument/2006/relationships/slideLayout" Target="../slideLayouts/slideLayout35.xml"/><Relationship Id="rId16" Type="http://schemas.openxmlformats.org/officeDocument/2006/relationships/slideLayout" Target="../slideLayouts/slideLayout49.xml"/><Relationship Id="rId20" Type="http://schemas.openxmlformats.org/officeDocument/2006/relationships/slideLayout" Target="../slideLayouts/slideLayout53.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24" Type="http://schemas.openxmlformats.org/officeDocument/2006/relationships/theme" Target="../theme/theme2.xml"/><Relationship Id="rId5" Type="http://schemas.openxmlformats.org/officeDocument/2006/relationships/slideLayout" Target="../slideLayouts/slideLayout38.xml"/><Relationship Id="rId15" Type="http://schemas.openxmlformats.org/officeDocument/2006/relationships/slideLayout" Target="../slideLayouts/slideLayout48.xml"/><Relationship Id="rId23" Type="http://schemas.openxmlformats.org/officeDocument/2006/relationships/slideLayout" Target="../slideLayouts/slideLayout56.xml"/><Relationship Id="rId10" Type="http://schemas.openxmlformats.org/officeDocument/2006/relationships/slideLayout" Target="../slideLayouts/slideLayout43.xml"/><Relationship Id="rId19" Type="http://schemas.openxmlformats.org/officeDocument/2006/relationships/slideLayout" Target="../slideLayouts/slideLayout52.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 Id="rId22" Type="http://schemas.openxmlformats.org/officeDocument/2006/relationships/slideLayout" Target="../slideLayouts/slideLayout5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slideLayout" Target="../slideLayouts/slideLayout69.xml"/><Relationship Id="rId18" Type="http://schemas.openxmlformats.org/officeDocument/2006/relationships/slideLayout" Target="../slideLayouts/slideLayout74.xml"/><Relationship Id="rId3" Type="http://schemas.openxmlformats.org/officeDocument/2006/relationships/slideLayout" Target="../slideLayouts/slideLayout59.xml"/><Relationship Id="rId21" Type="http://schemas.openxmlformats.org/officeDocument/2006/relationships/slideLayout" Target="../slideLayouts/slideLayout77.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17" Type="http://schemas.openxmlformats.org/officeDocument/2006/relationships/slideLayout" Target="../slideLayouts/slideLayout73.xml"/><Relationship Id="rId2" Type="http://schemas.openxmlformats.org/officeDocument/2006/relationships/slideLayout" Target="../slideLayouts/slideLayout58.xml"/><Relationship Id="rId16" Type="http://schemas.openxmlformats.org/officeDocument/2006/relationships/slideLayout" Target="../slideLayouts/slideLayout72.xml"/><Relationship Id="rId20" Type="http://schemas.openxmlformats.org/officeDocument/2006/relationships/slideLayout" Target="../slideLayouts/slideLayout76.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24" Type="http://schemas.openxmlformats.org/officeDocument/2006/relationships/theme" Target="../theme/theme3.xml"/><Relationship Id="rId5" Type="http://schemas.openxmlformats.org/officeDocument/2006/relationships/slideLayout" Target="../slideLayouts/slideLayout61.xml"/><Relationship Id="rId15" Type="http://schemas.openxmlformats.org/officeDocument/2006/relationships/slideLayout" Target="../slideLayouts/slideLayout71.xml"/><Relationship Id="rId23" Type="http://schemas.openxmlformats.org/officeDocument/2006/relationships/slideLayout" Target="../slideLayouts/slideLayout79.xml"/><Relationship Id="rId10" Type="http://schemas.openxmlformats.org/officeDocument/2006/relationships/slideLayout" Target="../slideLayouts/slideLayout66.xml"/><Relationship Id="rId19" Type="http://schemas.openxmlformats.org/officeDocument/2006/relationships/slideLayout" Target="../slideLayouts/slideLayout75.xml"/><Relationship Id="rId4" Type="http://schemas.openxmlformats.org/officeDocument/2006/relationships/slideLayout" Target="../slideLayouts/slideLayout60.xml"/><Relationship Id="rId9" Type="http://schemas.openxmlformats.org/officeDocument/2006/relationships/slideLayout" Target="../slideLayouts/slideLayout65.xml"/><Relationship Id="rId14" Type="http://schemas.openxmlformats.org/officeDocument/2006/relationships/slideLayout" Target="../slideLayouts/slideLayout70.xml"/><Relationship Id="rId22" Type="http://schemas.openxmlformats.org/officeDocument/2006/relationships/slideLayout" Target="../slideLayouts/slideLayout78.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2.xml"/><Relationship Id="rId18" Type="http://schemas.openxmlformats.org/officeDocument/2006/relationships/slideLayout" Target="../slideLayouts/slideLayout97.xml"/><Relationship Id="rId26" Type="http://schemas.openxmlformats.org/officeDocument/2006/relationships/slideLayout" Target="../slideLayouts/slideLayout105.xml"/><Relationship Id="rId3" Type="http://schemas.openxmlformats.org/officeDocument/2006/relationships/slideLayout" Target="../slideLayouts/slideLayout82.xml"/><Relationship Id="rId21" Type="http://schemas.openxmlformats.org/officeDocument/2006/relationships/slideLayout" Target="../slideLayouts/slideLayout100.xml"/><Relationship Id="rId7" Type="http://schemas.openxmlformats.org/officeDocument/2006/relationships/slideLayout" Target="../slideLayouts/slideLayout86.xml"/><Relationship Id="rId12" Type="http://schemas.openxmlformats.org/officeDocument/2006/relationships/slideLayout" Target="../slideLayouts/slideLayout91.xml"/><Relationship Id="rId17" Type="http://schemas.openxmlformats.org/officeDocument/2006/relationships/slideLayout" Target="../slideLayouts/slideLayout96.xml"/><Relationship Id="rId25" Type="http://schemas.openxmlformats.org/officeDocument/2006/relationships/slideLayout" Target="../slideLayouts/slideLayout104.xml"/><Relationship Id="rId33" Type="http://schemas.openxmlformats.org/officeDocument/2006/relationships/image" Target="../media/image10.png"/><Relationship Id="rId2" Type="http://schemas.openxmlformats.org/officeDocument/2006/relationships/slideLayout" Target="../slideLayouts/slideLayout81.xml"/><Relationship Id="rId16" Type="http://schemas.openxmlformats.org/officeDocument/2006/relationships/slideLayout" Target="../slideLayouts/slideLayout95.xml"/><Relationship Id="rId20" Type="http://schemas.openxmlformats.org/officeDocument/2006/relationships/slideLayout" Target="../slideLayouts/slideLayout99.xml"/><Relationship Id="rId29" Type="http://schemas.openxmlformats.org/officeDocument/2006/relationships/slideLayout" Target="../slideLayouts/slideLayout108.xml"/><Relationship Id="rId1" Type="http://schemas.openxmlformats.org/officeDocument/2006/relationships/slideLayout" Target="../slideLayouts/slideLayout80.xml"/><Relationship Id="rId6" Type="http://schemas.openxmlformats.org/officeDocument/2006/relationships/slideLayout" Target="../slideLayouts/slideLayout85.xml"/><Relationship Id="rId11" Type="http://schemas.openxmlformats.org/officeDocument/2006/relationships/slideLayout" Target="../slideLayouts/slideLayout90.xml"/><Relationship Id="rId24" Type="http://schemas.openxmlformats.org/officeDocument/2006/relationships/slideLayout" Target="../slideLayouts/slideLayout103.xml"/><Relationship Id="rId32" Type="http://schemas.openxmlformats.org/officeDocument/2006/relationships/theme" Target="../theme/theme4.xml"/><Relationship Id="rId5" Type="http://schemas.openxmlformats.org/officeDocument/2006/relationships/slideLayout" Target="../slideLayouts/slideLayout84.xml"/><Relationship Id="rId15" Type="http://schemas.openxmlformats.org/officeDocument/2006/relationships/slideLayout" Target="../slideLayouts/slideLayout94.xml"/><Relationship Id="rId23" Type="http://schemas.openxmlformats.org/officeDocument/2006/relationships/slideLayout" Target="../slideLayouts/slideLayout102.xml"/><Relationship Id="rId28" Type="http://schemas.openxmlformats.org/officeDocument/2006/relationships/slideLayout" Target="../slideLayouts/slideLayout107.xml"/><Relationship Id="rId10" Type="http://schemas.openxmlformats.org/officeDocument/2006/relationships/slideLayout" Target="../slideLayouts/slideLayout89.xml"/><Relationship Id="rId19" Type="http://schemas.openxmlformats.org/officeDocument/2006/relationships/slideLayout" Target="../slideLayouts/slideLayout98.xml"/><Relationship Id="rId31" Type="http://schemas.openxmlformats.org/officeDocument/2006/relationships/slideLayout" Target="../slideLayouts/slideLayout110.xml"/><Relationship Id="rId4" Type="http://schemas.openxmlformats.org/officeDocument/2006/relationships/slideLayout" Target="../slideLayouts/slideLayout83.xml"/><Relationship Id="rId9" Type="http://schemas.openxmlformats.org/officeDocument/2006/relationships/slideLayout" Target="../slideLayouts/slideLayout88.xml"/><Relationship Id="rId14" Type="http://schemas.openxmlformats.org/officeDocument/2006/relationships/slideLayout" Target="../slideLayouts/slideLayout93.xml"/><Relationship Id="rId22" Type="http://schemas.openxmlformats.org/officeDocument/2006/relationships/slideLayout" Target="../slideLayouts/slideLayout101.xml"/><Relationship Id="rId27" Type="http://schemas.openxmlformats.org/officeDocument/2006/relationships/slideLayout" Target="../slideLayouts/slideLayout106.xml"/><Relationship Id="rId30" Type="http://schemas.openxmlformats.org/officeDocument/2006/relationships/slideLayout" Target="../slideLayouts/slideLayout109.xml"/><Relationship Id="rId8" Type="http://schemas.openxmlformats.org/officeDocument/2006/relationships/slideLayout" Target="../slideLayouts/slideLayout87.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118.xml"/><Relationship Id="rId13" Type="http://schemas.openxmlformats.org/officeDocument/2006/relationships/slideLayout" Target="../slideLayouts/slideLayout123.xml"/><Relationship Id="rId18" Type="http://schemas.openxmlformats.org/officeDocument/2006/relationships/slideLayout" Target="../slideLayouts/slideLayout128.xml"/><Relationship Id="rId3" Type="http://schemas.openxmlformats.org/officeDocument/2006/relationships/slideLayout" Target="../slideLayouts/slideLayout113.xml"/><Relationship Id="rId7" Type="http://schemas.openxmlformats.org/officeDocument/2006/relationships/slideLayout" Target="../slideLayouts/slideLayout117.xml"/><Relationship Id="rId12" Type="http://schemas.openxmlformats.org/officeDocument/2006/relationships/slideLayout" Target="../slideLayouts/slideLayout122.xml"/><Relationship Id="rId17" Type="http://schemas.openxmlformats.org/officeDocument/2006/relationships/slideLayout" Target="../slideLayouts/slideLayout127.xml"/><Relationship Id="rId2" Type="http://schemas.openxmlformats.org/officeDocument/2006/relationships/slideLayout" Target="../slideLayouts/slideLayout112.xml"/><Relationship Id="rId16" Type="http://schemas.openxmlformats.org/officeDocument/2006/relationships/slideLayout" Target="../slideLayouts/slideLayout126.xml"/><Relationship Id="rId1" Type="http://schemas.openxmlformats.org/officeDocument/2006/relationships/slideLayout" Target="../slideLayouts/slideLayout111.xml"/><Relationship Id="rId6" Type="http://schemas.openxmlformats.org/officeDocument/2006/relationships/slideLayout" Target="../slideLayouts/slideLayout116.xml"/><Relationship Id="rId11" Type="http://schemas.openxmlformats.org/officeDocument/2006/relationships/slideLayout" Target="../slideLayouts/slideLayout121.xml"/><Relationship Id="rId5" Type="http://schemas.openxmlformats.org/officeDocument/2006/relationships/slideLayout" Target="../slideLayouts/slideLayout115.xml"/><Relationship Id="rId15" Type="http://schemas.openxmlformats.org/officeDocument/2006/relationships/slideLayout" Target="../slideLayouts/slideLayout125.xml"/><Relationship Id="rId10" Type="http://schemas.openxmlformats.org/officeDocument/2006/relationships/slideLayout" Target="../slideLayouts/slideLayout120.xml"/><Relationship Id="rId19" Type="http://schemas.openxmlformats.org/officeDocument/2006/relationships/theme" Target="../theme/theme5.xml"/><Relationship Id="rId4" Type="http://schemas.openxmlformats.org/officeDocument/2006/relationships/slideLayout" Target="../slideLayouts/slideLayout114.xml"/><Relationship Id="rId9" Type="http://schemas.openxmlformats.org/officeDocument/2006/relationships/slideLayout" Target="../slideLayouts/slideLayout119.xml"/><Relationship Id="rId14" Type="http://schemas.openxmlformats.org/officeDocument/2006/relationships/slideLayout" Target="../slideLayouts/slideLayout124.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theme" Target="../theme/theme6.xml"/><Relationship Id="rId1" Type="http://schemas.openxmlformats.org/officeDocument/2006/relationships/slideLayout" Target="../slideLayouts/slideLayout129.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137.xml"/><Relationship Id="rId13" Type="http://schemas.openxmlformats.org/officeDocument/2006/relationships/slideLayout" Target="../slideLayouts/slideLayout142.xml"/><Relationship Id="rId18" Type="http://schemas.openxmlformats.org/officeDocument/2006/relationships/slideLayout" Target="../slideLayouts/slideLayout147.xml"/><Relationship Id="rId3" Type="http://schemas.openxmlformats.org/officeDocument/2006/relationships/slideLayout" Target="../slideLayouts/slideLayout132.xml"/><Relationship Id="rId21" Type="http://schemas.openxmlformats.org/officeDocument/2006/relationships/theme" Target="../theme/theme7.xml"/><Relationship Id="rId7" Type="http://schemas.openxmlformats.org/officeDocument/2006/relationships/slideLayout" Target="../slideLayouts/slideLayout136.xml"/><Relationship Id="rId12" Type="http://schemas.openxmlformats.org/officeDocument/2006/relationships/slideLayout" Target="../slideLayouts/slideLayout141.xml"/><Relationship Id="rId17" Type="http://schemas.openxmlformats.org/officeDocument/2006/relationships/slideLayout" Target="../slideLayouts/slideLayout146.xml"/><Relationship Id="rId2" Type="http://schemas.openxmlformats.org/officeDocument/2006/relationships/slideLayout" Target="../slideLayouts/slideLayout131.xml"/><Relationship Id="rId16" Type="http://schemas.openxmlformats.org/officeDocument/2006/relationships/slideLayout" Target="../slideLayouts/slideLayout145.xml"/><Relationship Id="rId20" Type="http://schemas.openxmlformats.org/officeDocument/2006/relationships/slideLayout" Target="../slideLayouts/slideLayout149.xml"/><Relationship Id="rId1" Type="http://schemas.openxmlformats.org/officeDocument/2006/relationships/slideLayout" Target="../slideLayouts/slideLayout130.xml"/><Relationship Id="rId6" Type="http://schemas.openxmlformats.org/officeDocument/2006/relationships/slideLayout" Target="../slideLayouts/slideLayout135.xml"/><Relationship Id="rId11" Type="http://schemas.openxmlformats.org/officeDocument/2006/relationships/slideLayout" Target="../slideLayouts/slideLayout140.xml"/><Relationship Id="rId24" Type="http://schemas.openxmlformats.org/officeDocument/2006/relationships/image" Target="../media/image37.png"/><Relationship Id="rId5" Type="http://schemas.openxmlformats.org/officeDocument/2006/relationships/slideLayout" Target="../slideLayouts/slideLayout134.xml"/><Relationship Id="rId15" Type="http://schemas.openxmlformats.org/officeDocument/2006/relationships/slideLayout" Target="../slideLayouts/slideLayout144.xml"/><Relationship Id="rId23" Type="http://schemas.openxmlformats.org/officeDocument/2006/relationships/image" Target="../media/image36.png"/><Relationship Id="rId10" Type="http://schemas.openxmlformats.org/officeDocument/2006/relationships/slideLayout" Target="../slideLayouts/slideLayout139.xml"/><Relationship Id="rId19" Type="http://schemas.openxmlformats.org/officeDocument/2006/relationships/slideLayout" Target="../slideLayouts/slideLayout148.xml"/><Relationship Id="rId4" Type="http://schemas.openxmlformats.org/officeDocument/2006/relationships/slideLayout" Target="../slideLayouts/slideLayout133.xml"/><Relationship Id="rId9" Type="http://schemas.openxmlformats.org/officeDocument/2006/relationships/slideLayout" Target="../slideLayouts/slideLayout138.xml"/><Relationship Id="rId14" Type="http://schemas.openxmlformats.org/officeDocument/2006/relationships/slideLayout" Target="../slideLayouts/slideLayout143.xml"/><Relationship Id="rId22" Type="http://schemas.openxmlformats.org/officeDocument/2006/relationships/image" Target="../media/image35.png"/></Relationships>
</file>

<file path=ppt/slideMasters/_rels/slideMaster8.xml.rels><?xml version="1.0" encoding="UTF-8" standalone="yes"?>
<Relationships xmlns="http://schemas.openxmlformats.org/package/2006/relationships"><Relationship Id="rId13" Type="http://schemas.openxmlformats.org/officeDocument/2006/relationships/slideLayout" Target="../slideLayouts/slideLayout162.xml"/><Relationship Id="rId18" Type="http://schemas.openxmlformats.org/officeDocument/2006/relationships/slideLayout" Target="../slideLayouts/slideLayout167.xml"/><Relationship Id="rId26" Type="http://schemas.openxmlformats.org/officeDocument/2006/relationships/slideLayout" Target="../slideLayouts/slideLayout175.xml"/><Relationship Id="rId21" Type="http://schemas.openxmlformats.org/officeDocument/2006/relationships/slideLayout" Target="../slideLayouts/slideLayout170.xml"/><Relationship Id="rId34" Type="http://schemas.openxmlformats.org/officeDocument/2006/relationships/slideLayout" Target="../slideLayouts/slideLayout183.xml"/><Relationship Id="rId7" Type="http://schemas.openxmlformats.org/officeDocument/2006/relationships/slideLayout" Target="../slideLayouts/slideLayout156.xml"/><Relationship Id="rId12" Type="http://schemas.openxmlformats.org/officeDocument/2006/relationships/slideLayout" Target="../slideLayouts/slideLayout161.xml"/><Relationship Id="rId17" Type="http://schemas.openxmlformats.org/officeDocument/2006/relationships/slideLayout" Target="../slideLayouts/slideLayout166.xml"/><Relationship Id="rId25" Type="http://schemas.openxmlformats.org/officeDocument/2006/relationships/slideLayout" Target="../slideLayouts/slideLayout174.xml"/><Relationship Id="rId33" Type="http://schemas.openxmlformats.org/officeDocument/2006/relationships/slideLayout" Target="../slideLayouts/slideLayout182.xml"/><Relationship Id="rId38" Type="http://schemas.openxmlformats.org/officeDocument/2006/relationships/theme" Target="../theme/theme8.xml"/><Relationship Id="rId2" Type="http://schemas.openxmlformats.org/officeDocument/2006/relationships/slideLayout" Target="../slideLayouts/slideLayout151.xml"/><Relationship Id="rId16" Type="http://schemas.openxmlformats.org/officeDocument/2006/relationships/slideLayout" Target="../slideLayouts/slideLayout165.xml"/><Relationship Id="rId20" Type="http://schemas.openxmlformats.org/officeDocument/2006/relationships/slideLayout" Target="../slideLayouts/slideLayout169.xml"/><Relationship Id="rId29" Type="http://schemas.openxmlformats.org/officeDocument/2006/relationships/slideLayout" Target="../slideLayouts/slideLayout178.xml"/><Relationship Id="rId1" Type="http://schemas.openxmlformats.org/officeDocument/2006/relationships/slideLayout" Target="../slideLayouts/slideLayout150.xml"/><Relationship Id="rId6" Type="http://schemas.openxmlformats.org/officeDocument/2006/relationships/slideLayout" Target="../slideLayouts/slideLayout155.xml"/><Relationship Id="rId11" Type="http://schemas.openxmlformats.org/officeDocument/2006/relationships/slideLayout" Target="../slideLayouts/slideLayout160.xml"/><Relationship Id="rId24" Type="http://schemas.openxmlformats.org/officeDocument/2006/relationships/slideLayout" Target="../slideLayouts/slideLayout173.xml"/><Relationship Id="rId32" Type="http://schemas.openxmlformats.org/officeDocument/2006/relationships/slideLayout" Target="../slideLayouts/slideLayout181.xml"/><Relationship Id="rId37" Type="http://schemas.openxmlformats.org/officeDocument/2006/relationships/slideLayout" Target="../slideLayouts/slideLayout186.xml"/><Relationship Id="rId5" Type="http://schemas.openxmlformats.org/officeDocument/2006/relationships/slideLayout" Target="../slideLayouts/slideLayout154.xml"/><Relationship Id="rId15" Type="http://schemas.openxmlformats.org/officeDocument/2006/relationships/slideLayout" Target="../slideLayouts/slideLayout164.xml"/><Relationship Id="rId23" Type="http://schemas.openxmlformats.org/officeDocument/2006/relationships/slideLayout" Target="../slideLayouts/slideLayout172.xml"/><Relationship Id="rId28" Type="http://schemas.openxmlformats.org/officeDocument/2006/relationships/slideLayout" Target="../slideLayouts/slideLayout177.xml"/><Relationship Id="rId36" Type="http://schemas.openxmlformats.org/officeDocument/2006/relationships/slideLayout" Target="../slideLayouts/slideLayout185.xml"/><Relationship Id="rId10" Type="http://schemas.openxmlformats.org/officeDocument/2006/relationships/slideLayout" Target="../slideLayouts/slideLayout159.xml"/><Relationship Id="rId19" Type="http://schemas.openxmlformats.org/officeDocument/2006/relationships/slideLayout" Target="../slideLayouts/slideLayout168.xml"/><Relationship Id="rId31" Type="http://schemas.openxmlformats.org/officeDocument/2006/relationships/slideLayout" Target="../slideLayouts/slideLayout180.xml"/><Relationship Id="rId4" Type="http://schemas.openxmlformats.org/officeDocument/2006/relationships/slideLayout" Target="../slideLayouts/slideLayout153.xml"/><Relationship Id="rId9" Type="http://schemas.openxmlformats.org/officeDocument/2006/relationships/slideLayout" Target="../slideLayouts/slideLayout158.xml"/><Relationship Id="rId14" Type="http://schemas.openxmlformats.org/officeDocument/2006/relationships/slideLayout" Target="../slideLayouts/slideLayout163.xml"/><Relationship Id="rId22" Type="http://schemas.openxmlformats.org/officeDocument/2006/relationships/slideLayout" Target="../slideLayouts/slideLayout171.xml"/><Relationship Id="rId27" Type="http://schemas.openxmlformats.org/officeDocument/2006/relationships/slideLayout" Target="../slideLayouts/slideLayout176.xml"/><Relationship Id="rId30" Type="http://schemas.openxmlformats.org/officeDocument/2006/relationships/slideLayout" Target="../slideLayouts/slideLayout179.xml"/><Relationship Id="rId35" Type="http://schemas.openxmlformats.org/officeDocument/2006/relationships/slideLayout" Target="../slideLayouts/slideLayout184.xml"/><Relationship Id="rId8" Type="http://schemas.openxmlformats.org/officeDocument/2006/relationships/slideLayout" Target="../slideLayouts/slideLayout157.xml"/><Relationship Id="rId3" Type="http://schemas.openxmlformats.org/officeDocument/2006/relationships/slideLayout" Target="../slideLayouts/slideLayout152.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194.xml"/><Relationship Id="rId13" Type="http://schemas.openxmlformats.org/officeDocument/2006/relationships/slideLayout" Target="../slideLayouts/slideLayout199.xml"/><Relationship Id="rId18" Type="http://schemas.openxmlformats.org/officeDocument/2006/relationships/slideLayout" Target="../slideLayouts/slideLayout204.xml"/><Relationship Id="rId3" Type="http://schemas.openxmlformats.org/officeDocument/2006/relationships/slideLayout" Target="../slideLayouts/slideLayout189.xml"/><Relationship Id="rId7" Type="http://schemas.openxmlformats.org/officeDocument/2006/relationships/slideLayout" Target="../slideLayouts/slideLayout193.xml"/><Relationship Id="rId12" Type="http://schemas.openxmlformats.org/officeDocument/2006/relationships/slideLayout" Target="../slideLayouts/slideLayout198.xml"/><Relationship Id="rId17" Type="http://schemas.openxmlformats.org/officeDocument/2006/relationships/slideLayout" Target="../slideLayouts/slideLayout203.xml"/><Relationship Id="rId2" Type="http://schemas.openxmlformats.org/officeDocument/2006/relationships/slideLayout" Target="../slideLayouts/slideLayout188.xml"/><Relationship Id="rId16" Type="http://schemas.openxmlformats.org/officeDocument/2006/relationships/slideLayout" Target="../slideLayouts/slideLayout202.xml"/><Relationship Id="rId20" Type="http://schemas.openxmlformats.org/officeDocument/2006/relationships/image" Target="../media/image55.emf"/><Relationship Id="rId1" Type="http://schemas.openxmlformats.org/officeDocument/2006/relationships/slideLayout" Target="../slideLayouts/slideLayout187.xml"/><Relationship Id="rId6" Type="http://schemas.openxmlformats.org/officeDocument/2006/relationships/slideLayout" Target="../slideLayouts/slideLayout192.xml"/><Relationship Id="rId11" Type="http://schemas.openxmlformats.org/officeDocument/2006/relationships/slideLayout" Target="../slideLayouts/slideLayout197.xml"/><Relationship Id="rId5" Type="http://schemas.openxmlformats.org/officeDocument/2006/relationships/slideLayout" Target="../slideLayouts/slideLayout191.xml"/><Relationship Id="rId15" Type="http://schemas.openxmlformats.org/officeDocument/2006/relationships/slideLayout" Target="../slideLayouts/slideLayout201.xml"/><Relationship Id="rId10" Type="http://schemas.openxmlformats.org/officeDocument/2006/relationships/slideLayout" Target="../slideLayouts/slideLayout196.xml"/><Relationship Id="rId19" Type="http://schemas.openxmlformats.org/officeDocument/2006/relationships/theme" Target="../theme/theme9.xml"/><Relationship Id="rId4" Type="http://schemas.openxmlformats.org/officeDocument/2006/relationships/slideLayout" Target="../slideLayouts/slideLayout190.xml"/><Relationship Id="rId9" Type="http://schemas.openxmlformats.org/officeDocument/2006/relationships/slideLayout" Target="../slideLayouts/slideLayout195.xml"/><Relationship Id="rId14" Type="http://schemas.openxmlformats.org/officeDocument/2006/relationships/slideLayout" Target="../slideLayouts/slideLayout200.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212.xml"/><Relationship Id="rId13" Type="http://schemas.openxmlformats.org/officeDocument/2006/relationships/slideLayout" Target="../slideLayouts/slideLayout217.xml"/><Relationship Id="rId18" Type="http://schemas.openxmlformats.org/officeDocument/2006/relationships/slideLayout" Target="../slideLayouts/slideLayout222.xml"/><Relationship Id="rId3" Type="http://schemas.openxmlformats.org/officeDocument/2006/relationships/slideLayout" Target="../slideLayouts/slideLayout207.xml"/><Relationship Id="rId21" Type="http://schemas.openxmlformats.org/officeDocument/2006/relationships/theme" Target="../theme/theme10.xml"/><Relationship Id="rId7" Type="http://schemas.openxmlformats.org/officeDocument/2006/relationships/slideLayout" Target="../slideLayouts/slideLayout211.xml"/><Relationship Id="rId12" Type="http://schemas.openxmlformats.org/officeDocument/2006/relationships/slideLayout" Target="../slideLayouts/slideLayout216.xml"/><Relationship Id="rId17" Type="http://schemas.openxmlformats.org/officeDocument/2006/relationships/slideLayout" Target="../slideLayouts/slideLayout221.xml"/><Relationship Id="rId2" Type="http://schemas.openxmlformats.org/officeDocument/2006/relationships/slideLayout" Target="../slideLayouts/slideLayout206.xml"/><Relationship Id="rId16" Type="http://schemas.openxmlformats.org/officeDocument/2006/relationships/slideLayout" Target="../slideLayouts/slideLayout220.xml"/><Relationship Id="rId20" Type="http://schemas.openxmlformats.org/officeDocument/2006/relationships/slideLayout" Target="../slideLayouts/slideLayout224.xml"/><Relationship Id="rId1" Type="http://schemas.openxmlformats.org/officeDocument/2006/relationships/slideLayout" Target="../slideLayouts/slideLayout205.xml"/><Relationship Id="rId6" Type="http://schemas.openxmlformats.org/officeDocument/2006/relationships/slideLayout" Target="../slideLayouts/slideLayout210.xml"/><Relationship Id="rId11" Type="http://schemas.openxmlformats.org/officeDocument/2006/relationships/slideLayout" Target="../slideLayouts/slideLayout215.xml"/><Relationship Id="rId5" Type="http://schemas.openxmlformats.org/officeDocument/2006/relationships/slideLayout" Target="../slideLayouts/slideLayout209.xml"/><Relationship Id="rId15" Type="http://schemas.openxmlformats.org/officeDocument/2006/relationships/slideLayout" Target="../slideLayouts/slideLayout219.xml"/><Relationship Id="rId10" Type="http://schemas.openxmlformats.org/officeDocument/2006/relationships/slideLayout" Target="../slideLayouts/slideLayout214.xml"/><Relationship Id="rId19" Type="http://schemas.openxmlformats.org/officeDocument/2006/relationships/slideLayout" Target="../slideLayouts/slideLayout223.xml"/><Relationship Id="rId4" Type="http://schemas.openxmlformats.org/officeDocument/2006/relationships/slideLayout" Target="../slideLayouts/slideLayout208.xml"/><Relationship Id="rId9" Type="http://schemas.openxmlformats.org/officeDocument/2006/relationships/slideLayout" Target="../slideLayouts/slideLayout213.xml"/><Relationship Id="rId14" Type="http://schemas.openxmlformats.org/officeDocument/2006/relationships/slideLayout" Target="../slideLayouts/slideLayout218.xml"/><Relationship Id="rId22" Type="http://schemas.openxmlformats.org/officeDocument/2006/relationships/image" Target="../media/image55.emf"/></Relationships>
</file>

<file path=ppt/slideMasters/_rels/slideMaster11.xml.rels><?xml version="1.0" encoding="UTF-8" standalone="yes"?>
<Relationships xmlns="http://schemas.openxmlformats.org/package/2006/relationships"><Relationship Id="rId8" Type="http://schemas.openxmlformats.org/officeDocument/2006/relationships/slideLayout" Target="../slideLayouts/slideLayout232.xml"/><Relationship Id="rId13" Type="http://schemas.openxmlformats.org/officeDocument/2006/relationships/slideLayout" Target="../slideLayouts/slideLayout237.xml"/><Relationship Id="rId18" Type="http://schemas.openxmlformats.org/officeDocument/2006/relationships/slideLayout" Target="../slideLayouts/slideLayout242.xml"/><Relationship Id="rId26" Type="http://schemas.openxmlformats.org/officeDocument/2006/relationships/slideLayout" Target="../slideLayouts/slideLayout250.xml"/><Relationship Id="rId3" Type="http://schemas.openxmlformats.org/officeDocument/2006/relationships/slideLayout" Target="../slideLayouts/slideLayout227.xml"/><Relationship Id="rId21" Type="http://schemas.openxmlformats.org/officeDocument/2006/relationships/slideLayout" Target="../slideLayouts/slideLayout245.xml"/><Relationship Id="rId7" Type="http://schemas.openxmlformats.org/officeDocument/2006/relationships/slideLayout" Target="../slideLayouts/slideLayout231.xml"/><Relationship Id="rId12" Type="http://schemas.openxmlformats.org/officeDocument/2006/relationships/slideLayout" Target="../slideLayouts/slideLayout236.xml"/><Relationship Id="rId17" Type="http://schemas.openxmlformats.org/officeDocument/2006/relationships/slideLayout" Target="../slideLayouts/slideLayout241.xml"/><Relationship Id="rId25" Type="http://schemas.openxmlformats.org/officeDocument/2006/relationships/slideLayout" Target="../slideLayouts/slideLayout249.xml"/><Relationship Id="rId2" Type="http://schemas.openxmlformats.org/officeDocument/2006/relationships/slideLayout" Target="../slideLayouts/slideLayout226.xml"/><Relationship Id="rId16" Type="http://schemas.openxmlformats.org/officeDocument/2006/relationships/slideLayout" Target="../slideLayouts/slideLayout240.xml"/><Relationship Id="rId20" Type="http://schemas.openxmlformats.org/officeDocument/2006/relationships/slideLayout" Target="../slideLayouts/slideLayout244.xml"/><Relationship Id="rId29" Type="http://schemas.openxmlformats.org/officeDocument/2006/relationships/slideLayout" Target="../slideLayouts/slideLayout253.xml"/><Relationship Id="rId1" Type="http://schemas.openxmlformats.org/officeDocument/2006/relationships/slideLayout" Target="../slideLayouts/slideLayout225.xml"/><Relationship Id="rId6" Type="http://schemas.openxmlformats.org/officeDocument/2006/relationships/slideLayout" Target="../slideLayouts/slideLayout230.xml"/><Relationship Id="rId11" Type="http://schemas.openxmlformats.org/officeDocument/2006/relationships/slideLayout" Target="../slideLayouts/slideLayout235.xml"/><Relationship Id="rId24" Type="http://schemas.openxmlformats.org/officeDocument/2006/relationships/slideLayout" Target="../slideLayouts/slideLayout248.xml"/><Relationship Id="rId32" Type="http://schemas.openxmlformats.org/officeDocument/2006/relationships/image" Target="../media/image10.png"/><Relationship Id="rId5" Type="http://schemas.openxmlformats.org/officeDocument/2006/relationships/slideLayout" Target="../slideLayouts/slideLayout229.xml"/><Relationship Id="rId15" Type="http://schemas.openxmlformats.org/officeDocument/2006/relationships/slideLayout" Target="../slideLayouts/slideLayout239.xml"/><Relationship Id="rId23" Type="http://schemas.openxmlformats.org/officeDocument/2006/relationships/slideLayout" Target="../slideLayouts/slideLayout247.xml"/><Relationship Id="rId28" Type="http://schemas.openxmlformats.org/officeDocument/2006/relationships/slideLayout" Target="../slideLayouts/slideLayout252.xml"/><Relationship Id="rId10" Type="http://schemas.openxmlformats.org/officeDocument/2006/relationships/slideLayout" Target="../slideLayouts/slideLayout234.xml"/><Relationship Id="rId19" Type="http://schemas.openxmlformats.org/officeDocument/2006/relationships/slideLayout" Target="../slideLayouts/slideLayout243.xml"/><Relationship Id="rId31" Type="http://schemas.openxmlformats.org/officeDocument/2006/relationships/theme" Target="../theme/theme11.xml"/><Relationship Id="rId4" Type="http://schemas.openxmlformats.org/officeDocument/2006/relationships/slideLayout" Target="../slideLayouts/slideLayout228.xml"/><Relationship Id="rId9" Type="http://schemas.openxmlformats.org/officeDocument/2006/relationships/slideLayout" Target="../slideLayouts/slideLayout233.xml"/><Relationship Id="rId14" Type="http://schemas.openxmlformats.org/officeDocument/2006/relationships/slideLayout" Target="../slideLayouts/slideLayout238.xml"/><Relationship Id="rId22" Type="http://schemas.openxmlformats.org/officeDocument/2006/relationships/slideLayout" Target="../slideLayouts/slideLayout246.xml"/><Relationship Id="rId27" Type="http://schemas.openxmlformats.org/officeDocument/2006/relationships/slideLayout" Target="../slideLayouts/slideLayout251.xml"/><Relationship Id="rId30" Type="http://schemas.openxmlformats.org/officeDocument/2006/relationships/slideLayout" Target="../slideLayouts/slideLayout2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400"/>
            <a:ext cx="11889564" cy="911744"/>
          </a:xfrm>
          <a:prstGeom prst="rect">
            <a:avLst/>
          </a:prstGeom>
        </p:spPr>
        <p:txBody>
          <a:bodyPr vert="horz" wrap="square" lIns="146275" tIns="91422" rIns="146275" bIns="91422" rtlCol="0" anchor="t">
            <a:noAutofit/>
          </a:bodyPr>
          <a:lstStyle/>
          <a:p>
            <a:r>
              <a:rPr lang="en-US"/>
              <a:t>Click to edit Master title style</a:t>
            </a:r>
          </a:p>
        </p:txBody>
      </p:sp>
      <p:sp>
        <p:nvSpPr>
          <p:cNvPr id="4" name="Text Placeholder 3"/>
          <p:cNvSpPr>
            <a:spLocks noGrp="1"/>
          </p:cNvSpPr>
          <p:nvPr>
            <p:ph type="body" idx="1"/>
          </p:nvPr>
        </p:nvSpPr>
        <p:spPr>
          <a:xfrm>
            <a:off x="274640" y="1205145"/>
            <a:ext cx="11887197" cy="2097915"/>
          </a:xfrm>
          <a:prstGeom prst="rect">
            <a:avLst/>
          </a:prstGeom>
        </p:spPr>
        <p:txBody>
          <a:bodyPr vert="horz" wrap="square" lIns="146275" tIns="91422" rIns="146275" bIns="91422"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6" name="Picture 15" descr="Microsoft_logo_(2012).svg.png"/>
          <p:cNvPicPr>
            <a:picLocks noChangeAspect="1"/>
          </p:cNvPicPr>
          <p:nvPr/>
        </p:nvPicPr>
        <p:blipFill>
          <a:blip r:embed="rId35" cstate="screen">
            <a:extLst>
              <a:ext uri="{28A0092B-C50C-407E-A947-70E740481C1C}">
                <a14:useLocalDpi xmlns:a14="http://schemas.microsoft.com/office/drawing/2010/main"/>
              </a:ext>
            </a:extLst>
          </a:blip>
          <a:stretch>
            <a:fillRect/>
          </a:stretch>
        </p:blipFill>
        <p:spPr>
          <a:xfrm>
            <a:off x="427038" y="6352237"/>
            <a:ext cx="1676399" cy="355587"/>
          </a:xfrm>
          <a:prstGeom prst="rect">
            <a:avLst/>
          </a:prstGeom>
        </p:spPr>
      </p:pic>
    </p:spTree>
    <p:extLst>
      <p:ext uri="{BB962C8B-B14F-4D97-AF65-F5344CB8AC3E}">
        <p14:creationId xmlns:p14="http://schemas.microsoft.com/office/powerpoint/2010/main" val="2910583115"/>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 id="2147483681" r:id="rId31"/>
    <p:sldLayoutId id="2147483682" r:id="rId32"/>
    <p:sldLayoutId id="2147483683" r:id="rId33"/>
  </p:sldLayoutIdLst>
  <p:transition>
    <p:fade/>
  </p:transition>
  <p:hf sldNum="0" hdr="0" ftr="0" dt="0"/>
  <p:txStyles>
    <p:titleStyle>
      <a:lvl1pPr algn="l" defTabSz="926428"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79" marR="0" indent="-340579" algn="l" defTabSz="926428" rtl="0" eaLnBrk="1" fontAlgn="auto" latinLnBrk="0" hangingPunct="1">
        <a:lnSpc>
          <a:spcPct val="90000"/>
        </a:lnSpc>
        <a:spcBef>
          <a:spcPct val="20000"/>
        </a:spcBef>
        <a:spcAft>
          <a:spcPts val="0"/>
        </a:spcAft>
        <a:buClrTx/>
        <a:buSzPct val="90000"/>
        <a:buFont typeface="Arial" pitchFamily="34" charset="0"/>
        <a:buChar char="•"/>
        <a:tabLst/>
        <a:defRPr sz="4073" kern="1200" spc="0" baseline="0">
          <a:gradFill>
            <a:gsLst>
              <a:gs pos="1250">
                <a:schemeClr val="tx1"/>
              </a:gs>
              <a:gs pos="100000">
                <a:schemeClr val="tx1"/>
              </a:gs>
            </a:gsLst>
            <a:lin ang="5400000" scaled="0"/>
          </a:gradFill>
          <a:latin typeface="+mj-lt"/>
          <a:ea typeface="+mn-ea"/>
          <a:cs typeface="+mn-cs"/>
        </a:defRPr>
      </a:lvl1pPr>
      <a:lvl2pPr marL="580248" marR="0" indent="-239666" algn="l" defTabSz="926428"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2pPr>
      <a:lvl3pPr marL="794683" marR="0" indent="-227052" algn="l" defTabSz="926428"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3pPr>
      <a:lvl4pPr marL="1021737" marR="0" indent="-227052" algn="l" defTabSz="926428"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4pPr>
      <a:lvl5pPr marL="1248788" marR="0" indent="-227052" algn="l" defTabSz="926428"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5pPr>
      <a:lvl6pPr marL="2547677"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892"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107"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7320"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428" rtl="0" eaLnBrk="1" latinLnBrk="0" hangingPunct="1">
        <a:defRPr sz="1789" kern="1200">
          <a:solidFill>
            <a:schemeClr val="tx1"/>
          </a:solidFill>
          <a:latin typeface="+mn-lt"/>
          <a:ea typeface="+mn-ea"/>
          <a:cs typeface="+mn-cs"/>
        </a:defRPr>
      </a:lvl1pPr>
      <a:lvl2pPr marL="463214" algn="l" defTabSz="926428" rtl="0" eaLnBrk="1" latinLnBrk="0" hangingPunct="1">
        <a:defRPr sz="1789" kern="1200">
          <a:solidFill>
            <a:schemeClr val="tx1"/>
          </a:solidFill>
          <a:latin typeface="+mn-lt"/>
          <a:ea typeface="+mn-ea"/>
          <a:cs typeface="+mn-cs"/>
        </a:defRPr>
      </a:lvl2pPr>
      <a:lvl3pPr marL="926428" algn="l" defTabSz="926428" rtl="0" eaLnBrk="1" latinLnBrk="0" hangingPunct="1">
        <a:defRPr sz="1789" kern="1200">
          <a:solidFill>
            <a:schemeClr val="tx1"/>
          </a:solidFill>
          <a:latin typeface="+mn-lt"/>
          <a:ea typeface="+mn-ea"/>
          <a:cs typeface="+mn-cs"/>
        </a:defRPr>
      </a:lvl3pPr>
      <a:lvl4pPr marL="1389643" algn="l" defTabSz="926428" rtl="0" eaLnBrk="1" latinLnBrk="0" hangingPunct="1">
        <a:defRPr sz="1789" kern="1200">
          <a:solidFill>
            <a:schemeClr val="tx1"/>
          </a:solidFill>
          <a:latin typeface="+mn-lt"/>
          <a:ea typeface="+mn-ea"/>
          <a:cs typeface="+mn-cs"/>
        </a:defRPr>
      </a:lvl4pPr>
      <a:lvl5pPr marL="1852857" algn="l" defTabSz="926428" rtl="0" eaLnBrk="1" latinLnBrk="0" hangingPunct="1">
        <a:defRPr sz="1789" kern="1200">
          <a:solidFill>
            <a:schemeClr val="tx1"/>
          </a:solidFill>
          <a:latin typeface="+mn-lt"/>
          <a:ea typeface="+mn-ea"/>
          <a:cs typeface="+mn-cs"/>
        </a:defRPr>
      </a:lvl5pPr>
      <a:lvl6pPr marL="2316072" algn="l" defTabSz="926428" rtl="0" eaLnBrk="1" latinLnBrk="0" hangingPunct="1">
        <a:defRPr sz="1789" kern="1200">
          <a:solidFill>
            <a:schemeClr val="tx1"/>
          </a:solidFill>
          <a:latin typeface="+mn-lt"/>
          <a:ea typeface="+mn-ea"/>
          <a:cs typeface="+mn-cs"/>
        </a:defRPr>
      </a:lvl6pPr>
      <a:lvl7pPr marL="2779284" algn="l" defTabSz="926428" rtl="0" eaLnBrk="1" latinLnBrk="0" hangingPunct="1">
        <a:defRPr sz="1789" kern="1200">
          <a:solidFill>
            <a:schemeClr val="tx1"/>
          </a:solidFill>
          <a:latin typeface="+mn-lt"/>
          <a:ea typeface="+mn-ea"/>
          <a:cs typeface="+mn-cs"/>
        </a:defRPr>
      </a:lvl7pPr>
      <a:lvl8pPr marL="3242500" algn="l" defTabSz="926428" rtl="0" eaLnBrk="1" latinLnBrk="0" hangingPunct="1">
        <a:defRPr sz="1789" kern="1200">
          <a:solidFill>
            <a:schemeClr val="tx1"/>
          </a:solidFill>
          <a:latin typeface="+mn-lt"/>
          <a:ea typeface="+mn-ea"/>
          <a:cs typeface="+mn-cs"/>
        </a:defRPr>
      </a:lvl8pPr>
      <a:lvl9pPr marL="3705715" algn="l" defTabSz="926428"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400"/>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3"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25" cstate="screen">
            <a:extLst>
              <a:ext uri="{28A0092B-C50C-407E-A947-70E740481C1C}">
                <a14:useLocalDpi xmlns:a14="http://schemas.microsoft.com/office/drawing/2010/main"/>
              </a:ext>
            </a:extLst>
          </a:blip>
          <a:stretch>
            <a:fillRect/>
          </a:stretch>
        </p:blipFill>
        <p:spPr>
          <a:xfrm rot="5400000">
            <a:off x="9511379" y="3028289"/>
            <a:ext cx="6950706" cy="894134"/>
          </a:xfrm>
          <a:prstGeom prst="rect">
            <a:avLst/>
          </a:prstGeom>
        </p:spPr>
      </p:pic>
    </p:spTree>
    <p:extLst>
      <p:ext uri="{BB962C8B-B14F-4D97-AF65-F5344CB8AC3E}">
        <p14:creationId xmlns:p14="http://schemas.microsoft.com/office/powerpoint/2010/main" val="1898156859"/>
      </p:ext>
    </p:extLst>
  </p:cSld>
  <p:clrMap bg1="dk1" tx1="lt1" bg2="dk2" tx2="lt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1" r:id="rId17"/>
    <p:sldLayoutId id="2147483702" r:id="rId18"/>
    <p:sldLayoutId id="2147483703" r:id="rId19"/>
    <p:sldLayoutId id="2147483704" r:id="rId20"/>
    <p:sldLayoutId id="2147483705" r:id="rId21"/>
    <p:sldLayoutId id="2147483706" r:id="rId22"/>
    <p:sldLayoutId id="2147483707" r:id="rId23"/>
  </p:sldLayoutIdLst>
  <p:transition>
    <p:fade/>
  </p:transition>
  <p:txStyles>
    <p:titleStyle>
      <a:lvl1pPr algn="l" defTabSz="926264" rtl="0" eaLnBrk="1" latinLnBrk="0" hangingPunct="1">
        <a:lnSpc>
          <a:spcPct val="90000"/>
        </a:lnSpc>
        <a:spcBef>
          <a:spcPct val="0"/>
        </a:spcBef>
        <a:buNone/>
        <a:defRPr lang="en-US" sz="5363"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18" marR="0" indent="-340518"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2" kern="1200" spc="0" baseline="0">
          <a:gradFill>
            <a:gsLst>
              <a:gs pos="1250">
                <a:schemeClr val="tx1"/>
              </a:gs>
              <a:gs pos="100000">
                <a:schemeClr val="tx1"/>
              </a:gs>
            </a:gsLst>
            <a:lin ang="5400000" scaled="0"/>
          </a:gradFill>
          <a:latin typeface="+mj-lt"/>
          <a:ea typeface="+mn-ea"/>
          <a:cs typeface="+mn-cs"/>
        </a:defRPr>
      </a:lvl1pPr>
      <a:lvl2pPr marL="580142" marR="0" indent="-239622"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542"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555"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568"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224"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357"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3490"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6622"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264" rtl="0" eaLnBrk="1" latinLnBrk="0" hangingPunct="1">
        <a:defRPr sz="1789" kern="1200">
          <a:solidFill>
            <a:schemeClr val="tx1"/>
          </a:solidFill>
          <a:latin typeface="+mn-lt"/>
          <a:ea typeface="+mn-ea"/>
          <a:cs typeface="+mn-cs"/>
        </a:defRPr>
      </a:lvl1pPr>
      <a:lvl2pPr marL="463131" algn="l" defTabSz="926264" rtl="0" eaLnBrk="1" latinLnBrk="0" hangingPunct="1">
        <a:defRPr sz="1789" kern="1200">
          <a:solidFill>
            <a:schemeClr val="tx1"/>
          </a:solidFill>
          <a:latin typeface="+mn-lt"/>
          <a:ea typeface="+mn-ea"/>
          <a:cs typeface="+mn-cs"/>
        </a:defRPr>
      </a:lvl2pPr>
      <a:lvl3pPr marL="926264" algn="l" defTabSz="926264" rtl="0" eaLnBrk="1" latinLnBrk="0" hangingPunct="1">
        <a:defRPr sz="1789" kern="1200">
          <a:solidFill>
            <a:schemeClr val="tx1"/>
          </a:solidFill>
          <a:latin typeface="+mn-lt"/>
          <a:ea typeface="+mn-ea"/>
          <a:cs typeface="+mn-cs"/>
        </a:defRPr>
      </a:lvl3pPr>
      <a:lvl4pPr marL="1389396" algn="l" defTabSz="926264" rtl="0" eaLnBrk="1" latinLnBrk="0" hangingPunct="1">
        <a:defRPr sz="1789" kern="1200">
          <a:solidFill>
            <a:schemeClr val="tx1"/>
          </a:solidFill>
          <a:latin typeface="+mn-lt"/>
          <a:ea typeface="+mn-ea"/>
          <a:cs typeface="+mn-cs"/>
        </a:defRPr>
      </a:lvl4pPr>
      <a:lvl5pPr marL="1852528" algn="l" defTabSz="926264" rtl="0" eaLnBrk="1" latinLnBrk="0" hangingPunct="1">
        <a:defRPr sz="1789" kern="1200">
          <a:solidFill>
            <a:schemeClr val="tx1"/>
          </a:solidFill>
          <a:latin typeface="+mn-lt"/>
          <a:ea typeface="+mn-ea"/>
          <a:cs typeface="+mn-cs"/>
        </a:defRPr>
      </a:lvl5pPr>
      <a:lvl6pPr marL="2315660" algn="l" defTabSz="926264" rtl="0" eaLnBrk="1" latinLnBrk="0" hangingPunct="1">
        <a:defRPr sz="1789" kern="1200">
          <a:solidFill>
            <a:schemeClr val="tx1"/>
          </a:solidFill>
          <a:latin typeface="+mn-lt"/>
          <a:ea typeface="+mn-ea"/>
          <a:cs typeface="+mn-cs"/>
        </a:defRPr>
      </a:lvl6pPr>
      <a:lvl7pPr marL="2778791" algn="l" defTabSz="926264" rtl="0" eaLnBrk="1" latinLnBrk="0" hangingPunct="1">
        <a:defRPr sz="1789" kern="1200">
          <a:solidFill>
            <a:schemeClr val="tx1"/>
          </a:solidFill>
          <a:latin typeface="+mn-lt"/>
          <a:ea typeface="+mn-ea"/>
          <a:cs typeface="+mn-cs"/>
        </a:defRPr>
      </a:lvl7pPr>
      <a:lvl8pPr marL="3241922" algn="l" defTabSz="926264" rtl="0" eaLnBrk="1" latinLnBrk="0" hangingPunct="1">
        <a:defRPr sz="1789" kern="1200">
          <a:solidFill>
            <a:schemeClr val="tx1"/>
          </a:solidFill>
          <a:latin typeface="+mn-lt"/>
          <a:ea typeface="+mn-ea"/>
          <a:cs typeface="+mn-cs"/>
        </a:defRPr>
      </a:lvl8pPr>
      <a:lvl9pPr marL="3705056" algn="l" defTabSz="926264"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6">
          <p15:clr>
            <a:srgbClr val="C35EA4"/>
          </p15:clr>
        </p15:guide>
        <p15:guide id="24" pos="7547">
          <p15:clr>
            <a:srgbClr val="C35EA4"/>
          </p15:clr>
        </p15:guide>
        <p15:guide id="25" orient="horz" pos="305">
          <p15:clr>
            <a:srgbClr val="C35EA4"/>
          </p15:clr>
        </p15:guide>
        <p15:guide id="26" orient="horz" pos="4106">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F8F8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8"/>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1" y="1205144"/>
            <a:ext cx="11887198" cy="2079580"/>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p:cNvGrpSpPr/>
          <p:nvPr/>
        </p:nvGrpSpPr>
        <p:grpSpPr>
          <a:xfrm>
            <a:off x="12618969" y="-6717"/>
            <a:ext cx="955151" cy="5737036"/>
            <a:chOff x="12618967" y="-6760"/>
            <a:chExt cx="955151" cy="5773727"/>
          </a:xfrm>
        </p:grpSpPr>
        <p:grpSp>
          <p:nvGrpSpPr>
            <p:cNvPr id="26" name="Group 25"/>
            <p:cNvGrpSpPr/>
            <p:nvPr userDrawn="1"/>
          </p:nvGrpSpPr>
          <p:grpSpPr>
            <a:xfrm rot="5400000">
              <a:off x="11584220" y="1040742"/>
              <a:ext cx="2698730" cy="629236"/>
              <a:chOff x="1584344" y="4543426"/>
              <a:chExt cx="2698730" cy="629236"/>
            </a:xfrm>
          </p:grpSpPr>
          <p:sp>
            <p:nvSpPr>
              <p:cNvPr id="37" name="Rectangle 36"/>
              <p:cNvSpPr/>
              <p:nvPr userDrawn="1"/>
            </p:nvSpPr>
            <p:spPr bwMode="auto">
              <a:xfrm>
                <a:off x="1586734" y="4543428"/>
                <a:ext cx="869930" cy="28976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algn="l" defTabSz="926351" fontAlgn="base">
                  <a:lnSpc>
                    <a:spcPct val="100000"/>
                  </a:lnSpc>
                  <a:spcBef>
                    <a:spcPct val="0"/>
                  </a:spcBef>
                  <a:spcAft>
                    <a:spcPct val="0"/>
                  </a:spcAft>
                </a:pPr>
                <a:r>
                  <a:rPr lang="en-US" sz="497" b="1" kern="1200" baseline="0" err="1">
                    <a:gradFill>
                      <a:gsLst>
                        <a:gs pos="0">
                          <a:srgbClr val="FFFFFF"/>
                        </a:gs>
                        <a:gs pos="100000">
                          <a:srgbClr val="FFFFFF"/>
                        </a:gs>
                      </a:gsLst>
                      <a:lin ang="5400000" scaled="0"/>
                    </a:gradFill>
                    <a:latin typeface="+mn-lt"/>
                    <a:ea typeface="Segoe UI" pitchFamily="34" charset="0"/>
                    <a:cs typeface="Segoe UI" pitchFamily="34" charset="0"/>
                  </a:rPr>
                  <a:t>Oragen</a:t>
                </a:r>
                <a:endParaRPr lang="en-US" sz="497" b="1" kern="1200" baseline="0">
                  <a:gradFill>
                    <a:gsLst>
                      <a:gs pos="0">
                        <a:srgbClr val="FFFFFF"/>
                      </a:gs>
                      <a:gs pos="100000">
                        <a:srgbClr val="FFFFFF"/>
                      </a:gs>
                    </a:gsLst>
                    <a:lin ang="5400000" scaled="0"/>
                  </a:gradFill>
                  <a:latin typeface="+mn-lt"/>
                  <a:ea typeface="Segoe UI" pitchFamily="34" charset="0"/>
                  <a:cs typeface="Segoe UI" pitchFamily="34" charset="0"/>
                </a:endParaRPr>
              </a:p>
              <a:p>
                <a:pPr algn="l" defTabSz="926351" fontAlgn="base">
                  <a:lnSpc>
                    <a:spcPct val="100000"/>
                  </a:lnSpc>
                  <a:spcBef>
                    <a:spcPct val="0"/>
                  </a:spcBef>
                  <a:spcAft>
                    <a:spcPct val="0"/>
                  </a:spcAft>
                </a:pPr>
                <a:r>
                  <a:rPr lang="en-US" sz="497">
                    <a:gradFill>
                      <a:gsLst>
                        <a:gs pos="0">
                          <a:srgbClr val="FFFFFF"/>
                        </a:gs>
                        <a:gs pos="100000">
                          <a:srgbClr val="FFFFFF"/>
                        </a:gs>
                      </a:gsLst>
                      <a:lin ang="5400000" scaled="0"/>
                    </a:gradFill>
                    <a:ea typeface="Segoe UI" pitchFamily="34" charset="0"/>
                    <a:cs typeface="Segoe UI" pitchFamily="34" charset="0"/>
                  </a:rPr>
                  <a:t>R:</a:t>
                </a:r>
                <a:r>
                  <a:rPr lang="en-US" sz="497" baseline="0">
                    <a:gradFill>
                      <a:gsLst>
                        <a:gs pos="0">
                          <a:srgbClr val="FFFFFF"/>
                        </a:gs>
                        <a:gs pos="100000">
                          <a:srgbClr val="FFFFFF"/>
                        </a:gs>
                      </a:gsLst>
                      <a:lin ang="5400000" scaled="0"/>
                    </a:gradFill>
                    <a:ea typeface="Segoe UI" pitchFamily="34" charset="0"/>
                    <a:cs typeface="Segoe UI" pitchFamily="34" charset="0"/>
                  </a:rPr>
                  <a:t>216 G:59 B:1</a:t>
                </a:r>
                <a:endParaRPr lang="en-US" sz="497">
                  <a:gradFill>
                    <a:gsLst>
                      <a:gs pos="0">
                        <a:srgbClr val="FFFFFF"/>
                      </a:gs>
                      <a:gs pos="100000">
                        <a:srgbClr val="FFFFFF"/>
                      </a:gs>
                    </a:gsLst>
                    <a:lin ang="5400000" scaled="0"/>
                  </a:gradFill>
                  <a:ea typeface="Segoe UI" pitchFamily="34" charset="0"/>
                  <a:cs typeface="Segoe UI" pitchFamily="34" charset="0"/>
                </a:endParaRPr>
              </a:p>
            </p:txBody>
          </p:sp>
          <p:sp>
            <p:nvSpPr>
              <p:cNvPr id="41" name="Rectangle 40"/>
              <p:cNvSpPr/>
              <p:nvPr userDrawn="1"/>
            </p:nvSpPr>
            <p:spPr bwMode="auto">
              <a:xfrm>
                <a:off x="2505456" y="4543427"/>
                <a:ext cx="869930" cy="28976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algn="l" defTabSz="926351" fontAlgn="base">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Blue</a:t>
                </a:r>
              </a:p>
              <a:p>
                <a:pPr marL="0" algn="l" defTabSz="926351" rtl="0" eaLnBrk="1" fontAlgn="base" latinLnBrk="0" hangingPunct="1">
                  <a:lnSpc>
                    <a:spcPct val="100000"/>
                  </a:lnSpc>
                  <a:spcBef>
                    <a:spcPct val="0"/>
                  </a:spcBef>
                  <a:spcAft>
                    <a:spcPct val="0"/>
                  </a:spcAft>
                </a:pPr>
                <a:r>
                  <a:rPr lang="en-US" sz="497" kern="1200">
                    <a:gradFill>
                      <a:gsLst>
                        <a:gs pos="2092">
                          <a:srgbClr val="F8F8F8"/>
                        </a:gs>
                        <a:gs pos="10042">
                          <a:srgbClr val="F8F8F8"/>
                        </a:gs>
                      </a:gsLst>
                      <a:lin ang="5400000" scaled="0"/>
                    </a:gradFill>
                    <a:latin typeface="+mn-lt"/>
                    <a:ea typeface="Segoe UI" pitchFamily="34" charset="0"/>
                    <a:cs typeface="Segoe UI" pitchFamily="34" charset="0"/>
                  </a:rPr>
                  <a:t>R:0 G:120 B:215</a:t>
                </a:r>
              </a:p>
            </p:txBody>
          </p:sp>
          <p:sp>
            <p:nvSpPr>
              <p:cNvPr id="42" name="Rectangle 41"/>
              <p:cNvSpPr/>
              <p:nvPr userDrawn="1"/>
            </p:nvSpPr>
            <p:spPr bwMode="auto">
              <a:xfrm>
                <a:off x="3413144" y="4543426"/>
                <a:ext cx="869930" cy="289766"/>
              </a:xfrm>
              <a:prstGeom prst="rect">
                <a:avLst/>
              </a:prstGeom>
              <a:solidFill>
                <a:schemeClr val="accent3"/>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Dark Gray</a:t>
                </a:r>
              </a:p>
              <a:p>
                <a:pPr marL="0" algn="l" defTabSz="926351" rtl="0" eaLnBrk="1" fontAlgn="base" latinLnBrk="0" hangingPunct="1">
                  <a:lnSpc>
                    <a:spcPct val="100000"/>
                  </a:lnSpc>
                  <a:spcBef>
                    <a:spcPct val="0"/>
                  </a:spcBef>
                  <a:spcAft>
                    <a:spcPct val="0"/>
                  </a:spcAft>
                </a:pPr>
                <a:r>
                  <a:rPr lang="en-US" sz="497" kern="1200">
                    <a:gradFill>
                      <a:gsLst>
                        <a:gs pos="2092">
                          <a:srgbClr val="F8F8F8"/>
                        </a:gs>
                        <a:gs pos="10042">
                          <a:srgbClr val="F8F8F8"/>
                        </a:gs>
                      </a:gsLst>
                      <a:lin ang="5400000" scaled="0"/>
                    </a:gradFill>
                    <a:latin typeface="+mn-lt"/>
                    <a:ea typeface="Segoe UI" pitchFamily="34" charset="0"/>
                    <a:cs typeface="Segoe UI" pitchFamily="34" charset="0"/>
                  </a:rPr>
                  <a:t>R:80 G:80 B:80</a:t>
                </a:r>
              </a:p>
            </p:txBody>
          </p:sp>
          <p:sp>
            <p:nvSpPr>
              <p:cNvPr id="43" name="Rectangle 42"/>
              <p:cNvSpPr/>
              <p:nvPr userDrawn="1"/>
            </p:nvSpPr>
            <p:spPr bwMode="auto">
              <a:xfrm>
                <a:off x="2498744" y="4882896"/>
                <a:ext cx="869930" cy="289766"/>
              </a:xfrm>
              <a:prstGeom prst="rect">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37168">
                          <a:srgbClr val="292929"/>
                        </a:gs>
                        <a:gs pos="72000">
                          <a:srgbClr val="292929"/>
                        </a:gs>
                      </a:gsLst>
                      <a:lin ang="5400000" scaled="0"/>
                    </a:gradFill>
                    <a:latin typeface="+mn-lt"/>
                    <a:ea typeface="Segoe UI" pitchFamily="34" charset="0"/>
                    <a:cs typeface="Segoe UI" pitchFamily="34" charset="0"/>
                  </a:rPr>
                  <a:t>Yellow</a:t>
                </a:r>
              </a:p>
              <a:p>
                <a:pPr marL="0" algn="l" defTabSz="926351" rtl="0" eaLnBrk="1" fontAlgn="base" latinLnBrk="0" hangingPunct="1">
                  <a:lnSpc>
                    <a:spcPct val="100000"/>
                  </a:lnSpc>
                  <a:spcBef>
                    <a:spcPct val="0"/>
                  </a:spcBef>
                  <a:spcAft>
                    <a:spcPct val="0"/>
                  </a:spcAft>
                </a:pPr>
                <a:r>
                  <a:rPr lang="en-US" sz="497" kern="1200">
                    <a:gradFill>
                      <a:gsLst>
                        <a:gs pos="37168">
                          <a:srgbClr val="292929"/>
                        </a:gs>
                        <a:gs pos="72000">
                          <a:srgbClr val="292929"/>
                        </a:gs>
                      </a:gsLst>
                      <a:lin ang="5400000" scaled="0"/>
                    </a:gradFill>
                    <a:latin typeface="+mn-lt"/>
                    <a:ea typeface="Segoe UI" pitchFamily="34" charset="0"/>
                    <a:cs typeface="Segoe UI" pitchFamily="34" charset="0"/>
                  </a:rPr>
                  <a:t>R:255 G:185 B:0</a:t>
                </a:r>
              </a:p>
            </p:txBody>
          </p:sp>
          <p:sp>
            <p:nvSpPr>
              <p:cNvPr id="44" name="Rectangle 43"/>
              <p:cNvSpPr/>
              <p:nvPr userDrawn="1"/>
            </p:nvSpPr>
            <p:spPr bwMode="auto">
              <a:xfrm>
                <a:off x="3413144" y="4882895"/>
                <a:ext cx="869930" cy="289766"/>
              </a:xfrm>
              <a:prstGeom prst="rect">
                <a:avLst/>
              </a:prstGeom>
              <a:solidFill>
                <a:schemeClr val="accent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37168">
                          <a:srgbClr val="292929"/>
                        </a:gs>
                        <a:gs pos="72000">
                          <a:srgbClr val="292929"/>
                        </a:gs>
                      </a:gsLst>
                      <a:lin ang="5400000" scaled="0"/>
                    </a:gradFill>
                    <a:latin typeface="+mn-lt"/>
                    <a:ea typeface="Segoe UI" pitchFamily="34" charset="0"/>
                    <a:cs typeface="Segoe UI" pitchFamily="34" charset="0"/>
                  </a:rPr>
                  <a:t>Light Orange</a:t>
                </a:r>
              </a:p>
              <a:p>
                <a:pPr marL="0" algn="l" defTabSz="926351" rtl="0" eaLnBrk="1" fontAlgn="base" latinLnBrk="0" hangingPunct="1">
                  <a:lnSpc>
                    <a:spcPct val="100000"/>
                  </a:lnSpc>
                  <a:spcBef>
                    <a:spcPct val="0"/>
                  </a:spcBef>
                  <a:spcAft>
                    <a:spcPct val="0"/>
                  </a:spcAft>
                </a:pPr>
                <a:r>
                  <a:rPr lang="en-US" sz="497" kern="1200">
                    <a:gradFill>
                      <a:gsLst>
                        <a:gs pos="37168">
                          <a:srgbClr val="292929"/>
                        </a:gs>
                        <a:gs pos="72000">
                          <a:srgbClr val="292929"/>
                        </a:gs>
                      </a:gsLst>
                      <a:lin ang="5400000" scaled="0"/>
                    </a:gradFill>
                    <a:latin typeface="+mn-lt"/>
                    <a:ea typeface="Segoe UI" pitchFamily="34" charset="0"/>
                    <a:cs typeface="Segoe UI" pitchFamily="34" charset="0"/>
                  </a:rPr>
                  <a:t>R:255 G:140 B:0</a:t>
                </a:r>
              </a:p>
            </p:txBody>
          </p:sp>
          <p:sp>
            <p:nvSpPr>
              <p:cNvPr id="45" name="Rectangle 44"/>
              <p:cNvSpPr/>
              <p:nvPr userDrawn="1"/>
            </p:nvSpPr>
            <p:spPr bwMode="auto">
              <a:xfrm>
                <a:off x="1584344" y="4882896"/>
                <a:ext cx="869930" cy="289766"/>
              </a:xfrm>
              <a:prstGeom prst="rect">
                <a:avLst/>
              </a:prstGeom>
              <a:solidFill>
                <a:schemeClr val="accent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37168">
                          <a:srgbClr val="292929"/>
                        </a:gs>
                        <a:gs pos="72000">
                          <a:srgbClr val="292929"/>
                        </a:gs>
                      </a:gsLst>
                      <a:lin ang="5400000" scaled="0"/>
                    </a:gradFill>
                    <a:latin typeface="+mn-lt"/>
                    <a:ea typeface="Segoe UI" pitchFamily="34" charset="0"/>
                    <a:cs typeface="Segoe UI" pitchFamily="34" charset="0"/>
                  </a:rPr>
                  <a:t>Light Gray</a:t>
                </a:r>
              </a:p>
              <a:p>
                <a:pPr algn="l" defTabSz="926351" fontAlgn="base">
                  <a:lnSpc>
                    <a:spcPct val="100000"/>
                  </a:lnSpc>
                  <a:spcBef>
                    <a:spcPct val="0"/>
                  </a:spcBef>
                  <a:spcAft>
                    <a:spcPct val="0"/>
                  </a:spcAft>
                </a:pPr>
                <a:r>
                  <a:rPr lang="en-US" sz="497">
                    <a:gradFill>
                      <a:gsLst>
                        <a:gs pos="37168">
                          <a:srgbClr val="292929"/>
                        </a:gs>
                        <a:gs pos="72000">
                          <a:srgbClr val="292929"/>
                        </a:gs>
                      </a:gsLst>
                      <a:lin ang="5400000" scaled="0"/>
                    </a:gradFill>
                    <a:ea typeface="Segoe UI" pitchFamily="34" charset="0"/>
                    <a:cs typeface="Segoe UI" pitchFamily="34" charset="0"/>
                  </a:rPr>
                  <a:t>R:</a:t>
                </a:r>
                <a:r>
                  <a:rPr lang="en-US" sz="497" baseline="0">
                    <a:gradFill>
                      <a:gsLst>
                        <a:gs pos="37168">
                          <a:srgbClr val="292929"/>
                        </a:gs>
                        <a:gs pos="72000">
                          <a:srgbClr val="292929"/>
                        </a:gs>
                      </a:gsLst>
                      <a:lin ang="5400000" scaled="0"/>
                    </a:gradFill>
                    <a:ea typeface="Segoe UI" pitchFamily="34" charset="0"/>
                    <a:cs typeface="Segoe UI" pitchFamily="34" charset="0"/>
                  </a:rPr>
                  <a:t>210 G:210 B:210</a:t>
                </a:r>
                <a:endParaRPr lang="en-US" sz="497">
                  <a:gradFill>
                    <a:gsLst>
                      <a:gs pos="37168">
                        <a:srgbClr val="292929"/>
                      </a:gs>
                      <a:gs pos="72000">
                        <a:srgbClr val="292929"/>
                      </a:gs>
                    </a:gsLst>
                    <a:lin ang="5400000" scaled="0"/>
                  </a:gradFill>
                  <a:ea typeface="Segoe UI" pitchFamily="34" charset="0"/>
                  <a:cs typeface="Segoe UI" pitchFamily="34" charset="0"/>
                </a:endParaRPr>
              </a:p>
            </p:txBody>
          </p:sp>
        </p:grpSp>
        <p:sp>
          <p:nvSpPr>
            <p:cNvPr id="28" name="TextBox 27"/>
            <p:cNvSpPr txBox="1"/>
            <p:nvPr userDrawn="1"/>
          </p:nvSpPr>
          <p:spPr>
            <a:xfrm rot="5400000">
              <a:off x="12981274" y="257419"/>
              <a:ext cx="857023" cy="328665"/>
            </a:xfrm>
            <a:prstGeom prst="rect">
              <a:avLst/>
            </a:prstGeom>
            <a:noFill/>
          </p:spPr>
          <p:txBody>
            <a:bodyPr wrap="none" lIns="0" tIns="91440" rIns="182880" bIns="91440" rtlCol="0">
              <a:spAutoFit/>
            </a:bodyPr>
            <a:lstStyle/>
            <a:p>
              <a:pPr marL="0" algn="l" defTabSz="926620" rtl="0" eaLnBrk="1" latinLnBrk="0" hangingPunct="1">
                <a:lnSpc>
                  <a:spcPct val="90000"/>
                </a:lnSpc>
                <a:spcAft>
                  <a:spcPts val="596"/>
                </a:spcAft>
              </a:pPr>
              <a:r>
                <a:rPr lang="en-US" sz="993" kern="1200">
                  <a:gradFill>
                    <a:gsLst>
                      <a:gs pos="82301">
                        <a:srgbClr val="292929"/>
                      </a:gs>
                      <a:gs pos="62000">
                        <a:srgbClr val="292929"/>
                      </a:gs>
                    </a:gsLst>
                    <a:lin ang="5400000" scaled="0"/>
                  </a:gradFill>
                  <a:latin typeface="+mn-lt"/>
                  <a:ea typeface="+mn-ea"/>
                  <a:cs typeface="+mn-cs"/>
                </a:rPr>
                <a:t>Main colors</a:t>
              </a:r>
            </a:p>
          </p:txBody>
        </p:sp>
        <p:sp>
          <p:nvSpPr>
            <p:cNvPr id="32" name="TextBox 31"/>
            <p:cNvSpPr txBox="1"/>
            <p:nvPr userDrawn="1"/>
          </p:nvSpPr>
          <p:spPr>
            <a:xfrm rot="5400000">
              <a:off x="11721349" y="4227831"/>
              <a:ext cx="2697936" cy="328665"/>
            </a:xfrm>
            <a:prstGeom prst="rect">
              <a:avLst/>
            </a:prstGeom>
            <a:noFill/>
          </p:spPr>
          <p:txBody>
            <a:bodyPr wrap="none" lIns="0" tIns="91440" rIns="182880" bIns="91440" rtlCol="0">
              <a:spAutoFit/>
            </a:bodyPr>
            <a:lstStyle/>
            <a:p>
              <a:pPr marL="0" algn="l" defTabSz="926620" rtl="0" eaLnBrk="1" latinLnBrk="0" hangingPunct="1">
                <a:lnSpc>
                  <a:spcPct val="90000"/>
                </a:lnSpc>
                <a:spcAft>
                  <a:spcPts val="596"/>
                </a:spcAft>
              </a:pPr>
              <a:r>
                <a:rPr lang="en-US" sz="993" kern="1200">
                  <a:gradFill>
                    <a:gsLst>
                      <a:gs pos="82301">
                        <a:srgbClr val="292929"/>
                      </a:gs>
                      <a:gs pos="62000">
                        <a:srgbClr val="292929"/>
                      </a:gs>
                    </a:gsLst>
                    <a:lin ang="5400000" scaled="0"/>
                  </a:gradFill>
                  <a:latin typeface="+mn-lt"/>
                  <a:ea typeface="+mn-ea"/>
                  <a:cs typeface="+mn-cs"/>
                </a:rPr>
                <a:t>Secondary colors (use only when necessary)</a:t>
              </a:r>
            </a:p>
          </p:txBody>
        </p:sp>
        <p:sp>
          <p:nvSpPr>
            <p:cNvPr id="22" name="Rectangle 21"/>
            <p:cNvSpPr/>
            <p:nvPr userDrawn="1"/>
          </p:nvSpPr>
          <p:spPr bwMode="auto">
            <a:xfrm rot="5400000">
              <a:off x="12328888" y="5187119"/>
              <a:ext cx="869930" cy="289766"/>
            </a:xfrm>
            <a:prstGeom prst="rect">
              <a:avLst/>
            </a:prstGeom>
            <a:solidFill>
              <a:srgbClr val="A8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Dark Red</a:t>
              </a:r>
            </a:p>
            <a:p>
              <a:pPr algn="l" defTabSz="926351" fontAlgn="base">
                <a:lnSpc>
                  <a:spcPct val="100000"/>
                </a:lnSpc>
                <a:spcBef>
                  <a:spcPct val="0"/>
                </a:spcBef>
                <a:spcAft>
                  <a:spcPct val="0"/>
                </a:spcAft>
              </a:pPr>
              <a:r>
                <a:rPr lang="en-US" sz="497">
                  <a:gradFill>
                    <a:gsLst>
                      <a:gs pos="2092">
                        <a:srgbClr val="F8F8F8"/>
                      </a:gs>
                      <a:gs pos="10042">
                        <a:srgbClr val="F8F8F8"/>
                      </a:gs>
                    </a:gsLst>
                    <a:lin ang="5400000" scaled="0"/>
                  </a:gradFill>
                  <a:ea typeface="Segoe UI" pitchFamily="34" charset="0"/>
                  <a:cs typeface="Segoe UI" pitchFamily="34" charset="0"/>
                </a:rPr>
                <a:t>R:</a:t>
              </a:r>
              <a:r>
                <a:rPr lang="en-US" sz="497" baseline="0">
                  <a:gradFill>
                    <a:gsLst>
                      <a:gs pos="2092">
                        <a:srgbClr val="F8F8F8"/>
                      </a:gs>
                      <a:gs pos="10042">
                        <a:srgbClr val="F8F8F8"/>
                      </a:gs>
                    </a:gsLst>
                    <a:lin ang="5400000" scaled="0"/>
                  </a:gradFill>
                  <a:ea typeface="Segoe UI" pitchFamily="34" charset="0"/>
                  <a:cs typeface="Segoe UI" pitchFamily="34" charset="0"/>
                </a:rPr>
                <a:t>168 G:0 B:0</a:t>
              </a:r>
              <a:endParaRPr lang="en-US" sz="497">
                <a:gradFill>
                  <a:gsLst>
                    <a:gs pos="2092">
                      <a:srgbClr val="F8F8F8"/>
                    </a:gs>
                    <a:gs pos="10042">
                      <a:srgbClr val="F8F8F8"/>
                    </a:gs>
                  </a:gsLst>
                  <a:lin ang="5400000" scaled="0"/>
                </a:gradFill>
                <a:ea typeface="Segoe UI" pitchFamily="34" charset="0"/>
                <a:cs typeface="Segoe UI" pitchFamily="34" charset="0"/>
              </a:endParaRPr>
            </a:p>
          </p:txBody>
        </p:sp>
        <p:sp>
          <p:nvSpPr>
            <p:cNvPr id="23" name="Rectangle 22"/>
            <p:cNvSpPr/>
            <p:nvPr userDrawn="1"/>
          </p:nvSpPr>
          <p:spPr bwMode="auto">
            <a:xfrm rot="5400000">
              <a:off x="12328888" y="3353997"/>
              <a:ext cx="869930" cy="289766"/>
            </a:xfrm>
            <a:prstGeom prst="rect">
              <a:avLst/>
            </a:prstGeom>
            <a:solidFill>
              <a:srgbClr val="00BC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Light Blue</a:t>
              </a:r>
            </a:p>
            <a:p>
              <a:pPr algn="l" defTabSz="926351" fontAlgn="base">
                <a:lnSpc>
                  <a:spcPct val="100000"/>
                </a:lnSpc>
                <a:spcBef>
                  <a:spcPct val="0"/>
                </a:spcBef>
                <a:spcAft>
                  <a:spcPct val="0"/>
                </a:spcAft>
              </a:pPr>
              <a:r>
                <a:rPr lang="en-US" sz="497">
                  <a:gradFill>
                    <a:gsLst>
                      <a:gs pos="2092">
                        <a:srgbClr val="F8F8F8"/>
                      </a:gs>
                      <a:gs pos="10042">
                        <a:srgbClr val="F8F8F8"/>
                      </a:gs>
                    </a:gsLst>
                    <a:lin ang="5400000" scaled="0"/>
                  </a:gradFill>
                  <a:ea typeface="Segoe UI" pitchFamily="34" charset="0"/>
                  <a:cs typeface="Segoe UI" pitchFamily="34" charset="0"/>
                </a:rPr>
                <a:t>R:16</a:t>
              </a:r>
              <a:r>
                <a:rPr lang="en-US" sz="497" baseline="0">
                  <a:gradFill>
                    <a:gsLst>
                      <a:gs pos="2092">
                        <a:srgbClr val="F8F8F8"/>
                      </a:gs>
                      <a:gs pos="10042">
                        <a:srgbClr val="F8F8F8"/>
                      </a:gs>
                    </a:gsLst>
                    <a:lin ang="5400000" scaled="0"/>
                  </a:gradFill>
                  <a:ea typeface="Segoe UI" pitchFamily="34" charset="0"/>
                  <a:cs typeface="Segoe UI" pitchFamily="34" charset="0"/>
                </a:rPr>
                <a:t> G:124 B:16</a:t>
              </a:r>
              <a:endParaRPr lang="en-US" sz="497">
                <a:gradFill>
                  <a:gsLst>
                    <a:gs pos="2092">
                      <a:srgbClr val="F8F8F8"/>
                    </a:gs>
                    <a:gs pos="10042">
                      <a:srgbClr val="F8F8F8"/>
                    </a:gs>
                  </a:gsLst>
                  <a:lin ang="5400000" scaled="0"/>
                </a:gradFill>
                <a:ea typeface="Segoe UI" pitchFamily="34" charset="0"/>
                <a:cs typeface="Segoe UI" pitchFamily="34" charset="0"/>
              </a:endParaRPr>
            </a:p>
          </p:txBody>
        </p:sp>
        <p:sp>
          <p:nvSpPr>
            <p:cNvPr id="24" name="Rectangle 23"/>
            <p:cNvSpPr/>
            <p:nvPr userDrawn="1"/>
          </p:nvSpPr>
          <p:spPr bwMode="auto">
            <a:xfrm rot="5400000">
              <a:off x="12328888" y="4272719"/>
              <a:ext cx="869930" cy="289766"/>
            </a:xfrm>
            <a:prstGeom prst="rect">
              <a:avLst/>
            </a:prstGeom>
            <a:solidFill>
              <a:srgbClr val="00205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Dark Blue</a:t>
              </a:r>
            </a:p>
            <a:p>
              <a:pPr algn="l" defTabSz="926351" fontAlgn="base">
                <a:lnSpc>
                  <a:spcPct val="100000"/>
                </a:lnSpc>
                <a:spcBef>
                  <a:spcPct val="0"/>
                </a:spcBef>
                <a:spcAft>
                  <a:spcPct val="0"/>
                </a:spcAft>
              </a:pPr>
              <a:r>
                <a:rPr lang="en-US" sz="497">
                  <a:gradFill>
                    <a:gsLst>
                      <a:gs pos="2092">
                        <a:srgbClr val="F8F8F8"/>
                      </a:gs>
                      <a:gs pos="10042">
                        <a:srgbClr val="F8F8F8"/>
                      </a:gs>
                    </a:gsLst>
                    <a:lin ang="5400000" scaled="0"/>
                  </a:gradFill>
                  <a:ea typeface="Segoe UI" pitchFamily="34" charset="0"/>
                  <a:cs typeface="Segoe UI" pitchFamily="34" charset="0"/>
                </a:rPr>
                <a:t>R0 G32 B80</a:t>
              </a:r>
            </a:p>
          </p:txBody>
        </p:sp>
      </p:grpSp>
    </p:spTree>
    <p:extLst>
      <p:ext uri="{BB962C8B-B14F-4D97-AF65-F5344CB8AC3E}">
        <p14:creationId xmlns:p14="http://schemas.microsoft.com/office/powerpoint/2010/main" val="3375164923"/>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Lst>
  <p:transition>
    <p:fade/>
  </p:transition>
  <p:txStyles>
    <p:titleStyle>
      <a:lvl1pPr algn="l" defTabSz="926620"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649" marR="0" indent="-340649" algn="l" defTabSz="926620" rtl="0" eaLnBrk="1" fontAlgn="auto" latinLnBrk="0" hangingPunct="1">
        <a:lnSpc>
          <a:spcPct val="90000"/>
        </a:lnSpc>
        <a:spcBef>
          <a:spcPct val="20000"/>
        </a:spcBef>
        <a:spcAft>
          <a:spcPts val="0"/>
        </a:spcAft>
        <a:buClrTx/>
        <a:buSzPct val="90000"/>
        <a:buFont typeface="Arial" pitchFamily="34" charset="0"/>
        <a:buChar char="•"/>
        <a:tabLst/>
        <a:defRPr sz="3974" kern="1200" spc="0" baseline="0">
          <a:gradFill>
            <a:gsLst>
              <a:gs pos="1250">
                <a:schemeClr val="tx1"/>
              </a:gs>
              <a:gs pos="100000">
                <a:schemeClr val="tx1"/>
              </a:gs>
            </a:gsLst>
            <a:lin ang="5400000" scaled="0"/>
          </a:gradFill>
          <a:latin typeface="+mj-lt"/>
          <a:ea typeface="+mn-ea"/>
          <a:cs typeface="+mn-cs"/>
        </a:defRPr>
      </a:lvl1pPr>
      <a:lvl2pPr marL="580365" marR="0" indent="-239716" algn="l" defTabSz="926620"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2pPr>
      <a:lvl3pPr marL="7948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3pPr>
      <a:lvl4pPr marL="10219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4pPr>
      <a:lvl5pPr marL="1249047"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5pPr>
      <a:lvl6pPr marL="2548203"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51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82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13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20" rtl="0" eaLnBrk="1" latinLnBrk="0" hangingPunct="1">
        <a:defRPr sz="1789" kern="1200">
          <a:solidFill>
            <a:schemeClr val="tx1"/>
          </a:solidFill>
          <a:latin typeface="+mn-lt"/>
          <a:ea typeface="+mn-ea"/>
          <a:cs typeface="+mn-cs"/>
        </a:defRPr>
      </a:lvl1pPr>
      <a:lvl2pPr marL="463309" algn="l" defTabSz="926620" rtl="0" eaLnBrk="1" latinLnBrk="0" hangingPunct="1">
        <a:defRPr sz="1789" kern="1200">
          <a:solidFill>
            <a:schemeClr val="tx1"/>
          </a:solidFill>
          <a:latin typeface="+mn-lt"/>
          <a:ea typeface="+mn-ea"/>
          <a:cs typeface="+mn-cs"/>
        </a:defRPr>
      </a:lvl2pPr>
      <a:lvl3pPr marL="926620" algn="l" defTabSz="926620" rtl="0" eaLnBrk="1" latinLnBrk="0" hangingPunct="1">
        <a:defRPr sz="1789" kern="1200">
          <a:solidFill>
            <a:schemeClr val="tx1"/>
          </a:solidFill>
          <a:latin typeface="+mn-lt"/>
          <a:ea typeface="+mn-ea"/>
          <a:cs typeface="+mn-cs"/>
        </a:defRPr>
      </a:lvl3pPr>
      <a:lvl4pPr marL="1389929" algn="l" defTabSz="926620" rtl="0" eaLnBrk="1" latinLnBrk="0" hangingPunct="1">
        <a:defRPr sz="1789" kern="1200">
          <a:solidFill>
            <a:schemeClr val="tx1"/>
          </a:solidFill>
          <a:latin typeface="+mn-lt"/>
          <a:ea typeface="+mn-ea"/>
          <a:cs typeface="+mn-cs"/>
        </a:defRPr>
      </a:lvl4pPr>
      <a:lvl5pPr marL="1853239" algn="l" defTabSz="926620" rtl="0" eaLnBrk="1" latinLnBrk="0" hangingPunct="1">
        <a:defRPr sz="1789" kern="1200">
          <a:solidFill>
            <a:schemeClr val="tx1"/>
          </a:solidFill>
          <a:latin typeface="+mn-lt"/>
          <a:ea typeface="+mn-ea"/>
          <a:cs typeface="+mn-cs"/>
        </a:defRPr>
      </a:lvl5pPr>
      <a:lvl6pPr marL="2316549" algn="l" defTabSz="926620" rtl="0" eaLnBrk="1" latinLnBrk="0" hangingPunct="1">
        <a:defRPr sz="1789" kern="1200">
          <a:solidFill>
            <a:schemeClr val="tx1"/>
          </a:solidFill>
          <a:latin typeface="+mn-lt"/>
          <a:ea typeface="+mn-ea"/>
          <a:cs typeface="+mn-cs"/>
        </a:defRPr>
      </a:lvl6pPr>
      <a:lvl7pPr marL="2779859" algn="l" defTabSz="926620" rtl="0" eaLnBrk="1" latinLnBrk="0" hangingPunct="1">
        <a:defRPr sz="1789" kern="1200">
          <a:solidFill>
            <a:schemeClr val="tx1"/>
          </a:solidFill>
          <a:latin typeface="+mn-lt"/>
          <a:ea typeface="+mn-ea"/>
          <a:cs typeface="+mn-cs"/>
        </a:defRPr>
      </a:lvl7pPr>
      <a:lvl8pPr marL="3243168" algn="l" defTabSz="926620" rtl="0" eaLnBrk="1" latinLnBrk="0" hangingPunct="1">
        <a:defRPr sz="1789" kern="1200">
          <a:solidFill>
            <a:schemeClr val="tx1"/>
          </a:solidFill>
          <a:latin typeface="+mn-lt"/>
          <a:ea typeface="+mn-ea"/>
          <a:cs typeface="+mn-cs"/>
        </a:defRPr>
      </a:lvl8pPr>
      <a:lvl9pPr marL="3706479" algn="l" defTabSz="92662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9"/>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2"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33" cstate="screen">
            <a:extLst>
              <a:ext uri="{28A0092B-C50C-407E-A947-70E740481C1C}">
                <a14:useLocalDpi xmlns:a14="http://schemas.microsoft.com/office/drawing/2010/main"/>
              </a:ext>
            </a:extLst>
          </a:blip>
          <a:stretch>
            <a:fillRect/>
          </a:stretch>
        </p:blipFill>
        <p:spPr>
          <a:xfrm rot="5400000">
            <a:off x="9511378" y="3028288"/>
            <a:ext cx="6950706" cy="894134"/>
          </a:xfrm>
          <a:prstGeom prst="rect">
            <a:avLst/>
          </a:prstGeom>
        </p:spPr>
      </p:pic>
    </p:spTree>
    <p:extLst>
      <p:ext uri="{BB962C8B-B14F-4D97-AF65-F5344CB8AC3E}">
        <p14:creationId xmlns:p14="http://schemas.microsoft.com/office/powerpoint/2010/main" val="3371967354"/>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 id="2147483750" r:id="rId18"/>
    <p:sldLayoutId id="2147483751" r:id="rId19"/>
    <p:sldLayoutId id="2147483752" r:id="rId20"/>
    <p:sldLayoutId id="2147483753" r:id="rId21"/>
    <p:sldLayoutId id="2147483754" r:id="rId22"/>
    <p:sldLayoutId id="2147483755" r:id="rId23"/>
    <p:sldLayoutId id="2147483756" r:id="rId24"/>
    <p:sldLayoutId id="2147483757" r:id="rId25"/>
    <p:sldLayoutId id="2147483758" r:id="rId26"/>
    <p:sldLayoutId id="2147483759" r:id="rId27"/>
    <p:sldLayoutId id="2147483760" r:id="rId28"/>
    <p:sldLayoutId id="2147483761" r:id="rId29"/>
    <p:sldLayoutId id="2147483762" r:id="rId30"/>
    <p:sldLayoutId id="2147483763" r:id="rId31"/>
  </p:sldLayoutIdLst>
  <p:transition>
    <p:fade/>
  </p:transition>
  <p:txStyles>
    <p:titleStyle>
      <a:lvl1pPr algn="l" defTabSz="926442" rtl="0" eaLnBrk="1" latinLnBrk="0" hangingPunct="1">
        <a:lnSpc>
          <a:spcPct val="90000"/>
        </a:lnSpc>
        <a:spcBef>
          <a:spcPct val="0"/>
        </a:spcBef>
        <a:buNone/>
        <a:defRPr lang="en-US" sz="5364"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83" marR="0" indent="-340583"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3" kern="1200" spc="0" baseline="0">
          <a:gradFill>
            <a:gsLst>
              <a:gs pos="1250">
                <a:schemeClr val="tx1"/>
              </a:gs>
              <a:gs pos="100000">
                <a:schemeClr val="tx1"/>
              </a:gs>
            </a:gsLst>
            <a:lin ang="5400000" scaled="0"/>
          </a:gradFill>
          <a:latin typeface="+mj-lt"/>
          <a:ea typeface="+mn-ea"/>
          <a:cs typeface="+mn-cs"/>
        </a:defRPr>
      </a:lvl1pPr>
      <a:lvl2pPr marL="580254" marR="0" indent="-239669"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695"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751"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807"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714"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936"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157"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7378"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442" rtl="0" eaLnBrk="1" latinLnBrk="0" hangingPunct="1">
        <a:defRPr sz="1789" kern="1200">
          <a:solidFill>
            <a:schemeClr val="tx1"/>
          </a:solidFill>
          <a:latin typeface="+mn-lt"/>
          <a:ea typeface="+mn-ea"/>
          <a:cs typeface="+mn-cs"/>
        </a:defRPr>
      </a:lvl1pPr>
      <a:lvl2pPr marL="463220" algn="l" defTabSz="926442" rtl="0" eaLnBrk="1" latinLnBrk="0" hangingPunct="1">
        <a:defRPr sz="1789" kern="1200">
          <a:solidFill>
            <a:schemeClr val="tx1"/>
          </a:solidFill>
          <a:latin typeface="+mn-lt"/>
          <a:ea typeface="+mn-ea"/>
          <a:cs typeface="+mn-cs"/>
        </a:defRPr>
      </a:lvl2pPr>
      <a:lvl3pPr marL="926442" algn="l" defTabSz="926442" rtl="0" eaLnBrk="1" latinLnBrk="0" hangingPunct="1">
        <a:defRPr sz="1789" kern="1200">
          <a:solidFill>
            <a:schemeClr val="tx1"/>
          </a:solidFill>
          <a:latin typeface="+mn-lt"/>
          <a:ea typeface="+mn-ea"/>
          <a:cs typeface="+mn-cs"/>
        </a:defRPr>
      </a:lvl3pPr>
      <a:lvl4pPr marL="1389662" algn="l" defTabSz="926442" rtl="0" eaLnBrk="1" latinLnBrk="0" hangingPunct="1">
        <a:defRPr sz="1789" kern="1200">
          <a:solidFill>
            <a:schemeClr val="tx1"/>
          </a:solidFill>
          <a:latin typeface="+mn-lt"/>
          <a:ea typeface="+mn-ea"/>
          <a:cs typeface="+mn-cs"/>
        </a:defRPr>
      </a:lvl4pPr>
      <a:lvl5pPr marL="1852883" algn="l" defTabSz="926442" rtl="0" eaLnBrk="1" latinLnBrk="0" hangingPunct="1">
        <a:defRPr sz="1789" kern="1200">
          <a:solidFill>
            <a:schemeClr val="tx1"/>
          </a:solidFill>
          <a:latin typeface="+mn-lt"/>
          <a:ea typeface="+mn-ea"/>
          <a:cs typeface="+mn-cs"/>
        </a:defRPr>
      </a:lvl5pPr>
      <a:lvl6pPr marL="2316104" algn="l" defTabSz="926442" rtl="0" eaLnBrk="1" latinLnBrk="0" hangingPunct="1">
        <a:defRPr sz="1789" kern="1200">
          <a:solidFill>
            <a:schemeClr val="tx1"/>
          </a:solidFill>
          <a:latin typeface="+mn-lt"/>
          <a:ea typeface="+mn-ea"/>
          <a:cs typeface="+mn-cs"/>
        </a:defRPr>
      </a:lvl6pPr>
      <a:lvl7pPr marL="2779326" algn="l" defTabSz="926442" rtl="0" eaLnBrk="1" latinLnBrk="0" hangingPunct="1">
        <a:defRPr sz="1789" kern="1200">
          <a:solidFill>
            <a:schemeClr val="tx1"/>
          </a:solidFill>
          <a:latin typeface="+mn-lt"/>
          <a:ea typeface="+mn-ea"/>
          <a:cs typeface="+mn-cs"/>
        </a:defRPr>
      </a:lvl7pPr>
      <a:lvl8pPr marL="3242546" algn="l" defTabSz="926442" rtl="0" eaLnBrk="1" latinLnBrk="0" hangingPunct="1">
        <a:defRPr sz="1789" kern="1200">
          <a:solidFill>
            <a:schemeClr val="tx1"/>
          </a:solidFill>
          <a:latin typeface="+mn-lt"/>
          <a:ea typeface="+mn-ea"/>
          <a:cs typeface="+mn-cs"/>
        </a:defRPr>
      </a:lvl8pPr>
      <a:lvl9pPr marL="3705768" algn="l" defTabSz="926442"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8">
          <p15:clr>
            <a:srgbClr val="C35EA4"/>
          </p15:clr>
        </p15:guide>
        <p15:guide id="24" pos="7546">
          <p15:clr>
            <a:srgbClr val="C35EA4"/>
          </p15:clr>
        </p15:guide>
        <p15:guide id="25" orient="horz" pos="302">
          <p15:clr>
            <a:srgbClr val="C35EA4"/>
          </p15:clr>
        </p15:guide>
        <p15:guide id="26" orient="horz" pos="4104">
          <p15:clr>
            <a:srgbClr val="C35EA4"/>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FCFCF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29662" y="231672"/>
            <a:ext cx="11375536" cy="767296"/>
          </a:xfrm>
          <a:prstGeom prst="rect">
            <a:avLst/>
          </a:prstGeom>
        </p:spPr>
        <p:txBody>
          <a:bodyPr vert="horz" wrap="square" lIns="0" tIns="0" rIns="0" bIns="0" rtlCol="0" anchor="t">
            <a:spAutoFit/>
          </a:bodyPr>
          <a:lstStyle/>
          <a:p>
            <a:r>
              <a:rPr lang="en-US"/>
              <a:t>Click to edit Master title style</a:t>
            </a:r>
          </a:p>
        </p:txBody>
      </p:sp>
      <p:sp>
        <p:nvSpPr>
          <p:cNvPr id="3" name="Text Placeholder 2"/>
          <p:cNvSpPr>
            <a:spLocks noGrp="1"/>
          </p:cNvSpPr>
          <p:nvPr>
            <p:ph type="body" idx="1"/>
          </p:nvPr>
        </p:nvSpPr>
        <p:spPr>
          <a:xfrm>
            <a:off x="529660" y="1467241"/>
            <a:ext cx="11375535" cy="2027407"/>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3068516"/>
      </p:ext>
    </p:extLst>
  </p:cSld>
  <p:clrMap bg1="lt1" tx1="dk1" bg2="lt2" tx2="dk2" accent1="accent1" accent2="accent2" accent3="accent3" accent4="accent4" accent5="accent5" accent6="accent6" hlink="hlink" folHlink="folHlink"/>
  <p:sldLayoutIdLst>
    <p:sldLayoutId id="2147483765" r:id="rId1"/>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 id="2147483778" r:id="rId14"/>
    <p:sldLayoutId id="2147483779" r:id="rId15"/>
    <p:sldLayoutId id="2147483780" r:id="rId16"/>
    <p:sldLayoutId id="2147483781" r:id="rId17"/>
    <p:sldLayoutId id="2147483782" r:id="rId18"/>
  </p:sldLayoutIdLst>
  <p:transition>
    <p:fade/>
  </p:transition>
  <p:txStyles>
    <p:titleStyle>
      <a:lvl1pPr algn="l" defTabSz="926500" rtl="0" eaLnBrk="1" latinLnBrk="0" hangingPunct="1">
        <a:lnSpc>
          <a:spcPct val="90000"/>
        </a:lnSpc>
        <a:spcBef>
          <a:spcPct val="0"/>
        </a:spcBef>
        <a:buNone/>
        <a:defRPr lang="en-US" sz="5574" b="0" kern="1200" cap="none" spc="-101" baseline="0" dirty="0" smtClean="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p:titleStyle>
    <p:bodyStyle>
      <a:lvl1pPr marL="466483" indent="-466483" algn="l" defTabSz="926500" rtl="0" eaLnBrk="1" latinLnBrk="0" hangingPunct="1">
        <a:lnSpc>
          <a:spcPct val="90000"/>
        </a:lnSpc>
        <a:spcBef>
          <a:spcPct val="20000"/>
        </a:spcBef>
        <a:buSzPct val="80000"/>
        <a:buFont typeface="Arial" pitchFamily="34" charset="0"/>
        <a:buChar char="•"/>
        <a:defRPr sz="3243" kern="1200">
          <a:gradFill>
            <a:gsLst>
              <a:gs pos="0">
                <a:srgbClr val="595959"/>
              </a:gs>
              <a:gs pos="86000">
                <a:srgbClr val="595959"/>
              </a:gs>
            </a:gsLst>
            <a:lin ang="5400000" scaled="0"/>
          </a:gradFill>
          <a:latin typeface="+mn-lt"/>
          <a:ea typeface="+mn-ea"/>
          <a:cs typeface="+mn-cs"/>
        </a:defRPr>
      </a:lvl1pPr>
      <a:lvl2pPr marL="867021" indent="-400536" algn="l" defTabSz="926500" rtl="0" eaLnBrk="1" latinLnBrk="0" hangingPunct="1">
        <a:lnSpc>
          <a:spcPct val="90000"/>
        </a:lnSpc>
        <a:spcBef>
          <a:spcPct val="20000"/>
        </a:spcBef>
        <a:buSzPct val="80000"/>
        <a:buFont typeface="Arial" pitchFamily="34" charset="0"/>
        <a:buChar char="•"/>
        <a:defRPr sz="2838" kern="1200">
          <a:gradFill>
            <a:gsLst>
              <a:gs pos="0">
                <a:srgbClr val="595959"/>
              </a:gs>
              <a:gs pos="86000">
                <a:srgbClr val="595959"/>
              </a:gs>
            </a:gsLst>
            <a:lin ang="5400000" scaled="0"/>
          </a:gradFill>
          <a:latin typeface="+mn-lt"/>
          <a:ea typeface="+mn-ea"/>
          <a:cs typeface="+mn-cs"/>
        </a:defRPr>
      </a:lvl2pPr>
      <a:lvl3pPr marL="1275599" indent="-408578" algn="l" defTabSz="926500" rtl="0" eaLnBrk="1" latinLnBrk="0" hangingPunct="1">
        <a:lnSpc>
          <a:spcPct val="90000"/>
        </a:lnSpc>
        <a:spcBef>
          <a:spcPct val="20000"/>
        </a:spcBef>
        <a:buSzPct val="80000"/>
        <a:buFont typeface="Arial" pitchFamily="34" charset="0"/>
        <a:buChar char="•"/>
        <a:defRPr sz="2432" kern="1200">
          <a:gradFill>
            <a:gsLst>
              <a:gs pos="0">
                <a:srgbClr val="595959"/>
              </a:gs>
              <a:gs pos="86000">
                <a:srgbClr val="595959"/>
              </a:gs>
            </a:gsLst>
            <a:lin ang="5400000" scaled="0"/>
          </a:gradFill>
          <a:latin typeface="+mn-lt"/>
          <a:ea typeface="+mn-ea"/>
          <a:cs typeface="+mn-cs"/>
        </a:defRPr>
      </a:lvl3pPr>
      <a:lvl4pPr marL="1626264" indent="-350668" algn="l" defTabSz="926500" rtl="0" eaLnBrk="1" latinLnBrk="0" hangingPunct="1">
        <a:lnSpc>
          <a:spcPct val="90000"/>
        </a:lnSpc>
        <a:spcBef>
          <a:spcPct val="20000"/>
        </a:spcBef>
        <a:buSzPct val="80000"/>
        <a:buFont typeface="Arial" pitchFamily="34" charset="0"/>
        <a:buChar char="•"/>
        <a:defRPr sz="2027" kern="1200">
          <a:gradFill>
            <a:gsLst>
              <a:gs pos="0">
                <a:srgbClr val="595959"/>
              </a:gs>
              <a:gs pos="86000">
                <a:srgbClr val="595959"/>
              </a:gs>
            </a:gsLst>
            <a:lin ang="5400000" scaled="0"/>
          </a:gradFill>
          <a:latin typeface="+mn-lt"/>
          <a:ea typeface="+mn-ea"/>
          <a:cs typeface="+mn-cs"/>
        </a:defRPr>
      </a:lvl4pPr>
      <a:lvl5pPr marL="1967283" indent="-341017" algn="l" defTabSz="926500" rtl="0" eaLnBrk="1" latinLnBrk="0" hangingPunct="1">
        <a:lnSpc>
          <a:spcPct val="90000"/>
        </a:lnSpc>
        <a:spcBef>
          <a:spcPct val="20000"/>
        </a:spcBef>
        <a:buSzPct val="80000"/>
        <a:buFont typeface="Arial" pitchFamily="34" charset="0"/>
        <a:buChar char="•"/>
        <a:defRPr sz="2027" kern="1200">
          <a:gradFill>
            <a:gsLst>
              <a:gs pos="0">
                <a:srgbClr val="595959"/>
              </a:gs>
              <a:gs pos="86000">
                <a:srgbClr val="595959"/>
              </a:gs>
            </a:gsLst>
            <a:lin ang="5400000" scaled="0"/>
          </a:gradFill>
          <a:latin typeface="+mn-lt"/>
          <a:ea typeface="+mn-ea"/>
          <a:cs typeface="+mn-cs"/>
        </a:defRPr>
      </a:lvl5pPr>
      <a:lvl6pPr marL="2547877"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6pPr>
      <a:lvl7pPr marL="3011125"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7pPr>
      <a:lvl8pPr marL="3474376"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8pPr>
      <a:lvl9pPr marL="3937625"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9pPr>
    </p:bodyStyle>
    <p:otherStyle>
      <a:defPPr>
        <a:defRPr lang="en-US"/>
      </a:defPPr>
      <a:lvl1pPr marL="0" algn="l" defTabSz="926500" rtl="0" eaLnBrk="1" latinLnBrk="0" hangingPunct="1">
        <a:defRPr sz="1925" kern="1200">
          <a:solidFill>
            <a:schemeClr val="tx1"/>
          </a:solidFill>
          <a:latin typeface="+mn-lt"/>
          <a:ea typeface="+mn-ea"/>
          <a:cs typeface="+mn-cs"/>
        </a:defRPr>
      </a:lvl1pPr>
      <a:lvl2pPr marL="463250" algn="l" defTabSz="926500" rtl="0" eaLnBrk="1" latinLnBrk="0" hangingPunct="1">
        <a:defRPr sz="1925" kern="1200">
          <a:solidFill>
            <a:schemeClr val="tx1"/>
          </a:solidFill>
          <a:latin typeface="+mn-lt"/>
          <a:ea typeface="+mn-ea"/>
          <a:cs typeface="+mn-cs"/>
        </a:defRPr>
      </a:lvl2pPr>
      <a:lvl3pPr marL="926500" algn="l" defTabSz="926500" rtl="0" eaLnBrk="1" latinLnBrk="0" hangingPunct="1">
        <a:defRPr sz="1925" kern="1200">
          <a:solidFill>
            <a:schemeClr val="tx1"/>
          </a:solidFill>
          <a:latin typeface="+mn-lt"/>
          <a:ea typeface="+mn-ea"/>
          <a:cs typeface="+mn-cs"/>
        </a:defRPr>
      </a:lvl3pPr>
      <a:lvl4pPr marL="1389749" algn="l" defTabSz="926500" rtl="0" eaLnBrk="1" latinLnBrk="0" hangingPunct="1">
        <a:defRPr sz="1925" kern="1200">
          <a:solidFill>
            <a:schemeClr val="tx1"/>
          </a:solidFill>
          <a:latin typeface="+mn-lt"/>
          <a:ea typeface="+mn-ea"/>
          <a:cs typeface="+mn-cs"/>
        </a:defRPr>
      </a:lvl4pPr>
      <a:lvl5pPr marL="1853001" algn="l" defTabSz="926500" rtl="0" eaLnBrk="1" latinLnBrk="0" hangingPunct="1">
        <a:defRPr sz="1925" kern="1200">
          <a:solidFill>
            <a:schemeClr val="tx1"/>
          </a:solidFill>
          <a:latin typeface="+mn-lt"/>
          <a:ea typeface="+mn-ea"/>
          <a:cs typeface="+mn-cs"/>
        </a:defRPr>
      </a:lvl5pPr>
      <a:lvl6pPr marL="2316248" algn="l" defTabSz="926500" rtl="0" eaLnBrk="1" latinLnBrk="0" hangingPunct="1">
        <a:defRPr sz="1925" kern="1200">
          <a:solidFill>
            <a:schemeClr val="tx1"/>
          </a:solidFill>
          <a:latin typeface="+mn-lt"/>
          <a:ea typeface="+mn-ea"/>
          <a:cs typeface="+mn-cs"/>
        </a:defRPr>
      </a:lvl6pPr>
      <a:lvl7pPr marL="2779500" algn="l" defTabSz="926500" rtl="0" eaLnBrk="1" latinLnBrk="0" hangingPunct="1">
        <a:defRPr sz="1925" kern="1200">
          <a:solidFill>
            <a:schemeClr val="tx1"/>
          </a:solidFill>
          <a:latin typeface="+mn-lt"/>
          <a:ea typeface="+mn-ea"/>
          <a:cs typeface="+mn-cs"/>
        </a:defRPr>
      </a:lvl7pPr>
      <a:lvl8pPr marL="3242750" algn="l" defTabSz="926500" rtl="0" eaLnBrk="1" latinLnBrk="0" hangingPunct="1">
        <a:defRPr sz="1925" kern="1200">
          <a:solidFill>
            <a:schemeClr val="tx1"/>
          </a:solidFill>
          <a:latin typeface="+mn-lt"/>
          <a:ea typeface="+mn-ea"/>
          <a:cs typeface="+mn-cs"/>
        </a:defRPr>
      </a:lvl8pPr>
      <a:lvl9pPr marL="3706000" algn="l" defTabSz="926500" rtl="0" eaLnBrk="1" latinLnBrk="0" hangingPunct="1">
        <a:defRPr sz="1925"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9"/>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2"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5400000">
            <a:off x="9511378" y="3028288"/>
            <a:ext cx="6950706" cy="894134"/>
          </a:xfrm>
          <a:prstGeom prst="rect">
            <a:avLst/>
          </a:prstGeom>
        </p:spPr>
      </p:pic>
    </p:spTree>
    <p:extLst>
      <p:ext uri="{BB962C8B-B14F-4D97-AF65-F5344CB8AC3E}">
        <p14:creationId xmlns:p14="http://schemas.microsoft.com/office/powerpoint/2010/main" val="3020529847"/>
      </p:ext>
    </p:extLst>
  </p:cSld>
  <p:clrMap bg1="dk1" tx1="lt1" bg2="dk2" tx2="lt2" accent1="accent1" accent2="accent2" accent3="accent3" accent4="accent4" accent5="accent5" accent6="accent6" hlink="hlink" folHlink="folHlink"/>
  <p:sldLayoutIdLst>
    <p:sldLayoutId id="2147483784" r:id="rId1"/>
  </p:sldLayoutIdLst>
  <p:transition>
    <p:fade/>
  </p:transition>
  <p:txStyles>
    <p:titleStyle>
      <a:lvl1pPr algn="l" defTabSz="926442" rtl="0" eaLnBrk="1" latinLnBrk="0" hangingPunct="1">
        <a:lnSpc>
          <a:spcPct val="90000"/>
        </a:lnSpc>
        <a:spcBef>
          <a:spcPct val="0"/>
        </a:spcBef>
        <a:buNone/>
        <a:defRPr lang="en-US" sz="5364"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83" marR="0" indent="-340583"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3" kern="1200" spc="0" baseline="0">
          <a:gradFill>
            <a:gsLst>
              <a:gs pos="1250">
                <a:schemeClr val="tx1"/>
              </a:gs>
              <a:gs pos="100000">
                <a:schemeClr val="tx1"/>
              </a:gs>
            </a:gsLst>
            <a:lin ang="5400000" scaled="0"/>
          </a:gradFill>
          <a:latin typeface="+mj-lt"/>
          <a:ea typeface="+mn-ea"/>
          <a:cs typeface="+mn-cs"/>
        </a:defRPr>
      </a:lvl1pPr>
      <a:lvl2pPr marL="580254" marR="0" indent="-239669"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695"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751"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807"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714"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936"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157"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7378"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442" rtl="0" eaLnBrk="1" latinLnBrk="0" hangingPunct="1">
        <a:defRPr sz="1789" kern="1200">
          <a:solidFill>
            <a:schemeClr val="tx1"/>
          </a:solidFill>
          <a:latin typeface="+mn-lt"/>
          <a:ea typeface="+mn-ea"/>
          <a:cs typeface="+mn-cs"/>
        </a:defRPr>
      </a:lvl1pPr>
      <a:lvl2pPr marL="463220" algn="l" defTabSz="926442" rtl="0" eaLnBrk="1" latinLnBrk="0" hangingPunct="1">
        <a:defRPr sz="1789" kern="1200">
          <a:solidFill>
            <a:schemeClr val="tx1"/>
          </a:solidFill>
          <a:latin typeface="+mn-lt"/>
          <a:ea typeface="+mn-ea"/>
          <a:cs typeface="+mn-cs"/>
        </a:defRPr>
      </a:lvl2pPr>
      <a:lvl3pPr marL="926442" algn="l" defTabSz="926442" rtl="0" eaLnBrk="1" latinLnBrk="0" hangingPunct="1">
        <a:defRPr sz="1789" kern="1200">
          <a:solidFill>
            <a:schemeClr val="tx1"/>
          </a:solidFill>
          <a:latin typeface="+mn-lt"/>
          <a:ea typeface="+mn-ea"/>
          <a:cs typeface="+mn-cs"/>
        </a:defRPr>
      </a:lvl3pPr>
      <a:lvl4pPr marL="1389662" algn="l" defTabSz="926442" rtl="0" eaLnBrk="1" latinLnBrk="0" hangingPunct="1">
        <a:defRPr sz="1789" kern="1200">
          <a:solidFill>
            <a:schemeClr val="tx1"/>
          </a:solidFill>
          <a:latin typeface="+mn-lt"/>
          <a:ea typeface="+mn-ea"/>
          <a:cs typeface="+mn-cs"/>
        </a:defRPr>
      </a:lvl4pPr>
      <a:lvl5pPr marL="1852883" algn="l" defTabSz="926442" rtl="0" eaLnBrk="1" latinLnBrk="0" hangingPunct="1">
        <a:defRPr sz="1789" kern="1200">
          <a:solidFill>
            <a:schemeClr val="tx1"/>
          </a:solidFill>
          <a:latin typeface="+mn-lt"/>
          <a:ea typeface="+mn-ea"/>
          <a:cs typeface="+mn-cs"/>
        </a:defRPr>
      </a:lvl5pPr>
      <a:lvl6pPr marL="2316104" algn="l" defTabSz="926442" rtl="0" eaLnBrk="1" latinLnBrk="0" hangingPunct="1">
        <a:defRPr sz="1789" kern="1200">
          <a:solidFill>
            <a:schemeClr val="tx1"/>
          </a:solidFill>
          <a:latin typeface="+mn-lt"/>
          <a:ea typeface="+mn-ea"/>
          <a:cs typeface="+mn-cs"/>
        </a:defRPr>
      </a:lvl6pPr>
      <a:lvl7pPr marL="2779326" algn="l" defTabSz="926442" rtl="0" eaLnBrk="1" latinLnBrk="0" hangingPunct="1">
        <a:defRPr sz="1789" kern="1200">
          <a:solidFill>
            <a:schemeClr val="tx1"/>
          </a:solidFill>
          <a:latin typeface="+mn-lt"/>
          <a:ea typeface="+mn-ea"/>
          <a:cs typeface="+mn-cs"/>
        </a:defRPr>
      </a:lvl7pPr>
      <a:lvl8pPr marL="3242546" algn="l" defTabSz="926442" rtl="0" eaLnBrk="1" latinLnBrk="0" hangingPunct="1">
        <a:defRPr sz="1789" kern="1200">
          <a:solidFill>
            <a:schemeClr val="tx1"/>
          </a:solidFill>
          <a:latin typeface="+mn-lt"/>
          <a:ea typeface="+mn-ea"/>
          <a:cs typeface="+mn-cs"/>
        </a:defRPr>
      </a:lvl8pPr>
      <a:lvl9pPr marL="3705768" algn="l" defTabSz="926442"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6">
          <p15:clr>
            <a:srgbClr val="C35EA4"/>
          </p15:clr>
        </p15:guide>
        <p15:guide id="24" pos="7547">
          <p15:clr>
            <a:srgbClr val="C35EA4"/>
          </p15:clr>
        </p15:guide>
        <p15:guide id="25" orient="horz" pos="305">
          <p15:clr>
            <a:srgbClr val="C35EA4"/>
          </p15:clr>
        </p15:guide>
        <p15:guide id="26" orient="horz" pos="4106">
          <p15:clr>
            <a:srgbClr val="C35EA4"/>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18000">
              <a:srgbClr val="B8D4DE"/>
            </a:gs>
            <a:gs pos="99167">
              <a:schemeClr val="bg1">
                <a:lumMod val="95000"/>
              </a:schemeClr>
            </a:gs>
            <a:gs pos="27000">
              <a:schemeClr val="bg1"/>
            </a:gs>
          </a:gsLst>
          <a:lin ang="5400000" scaled="0"/>
          <a:tileRect/>
        </a:gradFill>
        <a:effectLst/>
      </p:bgPr>
    </p:bg>
    <p:spTree>
      <p:nvGrpSpPr>
        <p:cNvPr id="1" name=""/>
        <p:cNvGrpSpPr/>
        <p:nvPr/>
      </p:nvGrpSpPr>
      <p:grpSpPr>
        <a:xfrm>
          <a:off x="0" y="0"/>
          <a:ext cx="0" cy="0"/>
          <a:chOff x="0" y="0"/>
          <a:chExt cx="0" cy="0"/>
        </a:xfrm>
      </p:grpSpPr>
      <p:pic>
        <p:nvPicPr>
          <p:cNvPr id="1026" name="Picture 2" descr="C:\Users\i-jbatsc\Desktop\images\images\azure\azure_socnet_image.png"/>
          <p:cNvPicPr>
            <a:picLocks noChangeAspect="1" noChangeArrowheads="1"/>
          </p:cNvPicPr>
          <p:nvPr/>
        </p:nvPicPr>
        <p:blipFill>
          <a:blip r:embed="rId22">
            <a:extLst>
              <a:ext uri="{28A0092B-C50C-407E-A947-70E740481C1C}">
                <a14:useLocalDpi xmlns:a14="http://schemas.microsoft.com/office/drawing/2010/main"/>
              </a:ext>
            </a:extLst>
          </a:blip>
          <a:srcRect/>
          <a:stretch>
            <a:fillRect/>
          </a:stretch>
        </p:blipFill>
        <p:spPr bwMode="auto">
          <a:xfrm rot="10800000">
            <a:off x="-56780" y="1100534"/>
            <a:ext cx="5238645" cy="83014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i-jbatsc\Desktop\images\images\azure\azure_illustration_bg.png"/>
          <p:cNvPicPr>
            <a:picLocks noChangeAspect="1" noChangeArrowheads="1"/>
          </p:cNvPicPr>
          <p:nvPr/>
        </p:nvPicPr>
        <p:blipFill>
          <a:blip r:embed="rId23">
            <a:extLst>
              <a:ext uri="{28A0092B-C50C-407E-A947-70E740481C1C}">
                <a14:useLocalDpi xmlns:a14="http://schemas.microsoft.com/office/drawing/2010/main"/>
              </a:ext>
            </a:extLst>
          </a:blip>
          <a:srcRect/>
          <a:stretch>
            <a:fillRect/>
          </a:stretch>
        </p:blipFill>
        <p:spPr bwMode="auto">
          <a:xfrm>
            <a:off x="3834601" y="1168107"/>
            <a:ext cx="8873943" cy="66604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1140036" y="180295"/>
            <a:ext cx="10674639" cy="896111"/>
          </a:xfrm>
          <a:prstGeom prst="rect">
            <a:avLst/>
          </a:prstGeom>
        </p:spPr>
        <p:txBody>
          <a:bodyPr vert="horz" lIns="121899" tIns="60949" rIns="121899" bIns="60949" rtlCol="0" anchor="ctr">
            <a:noAutofit/>
          </a:bodyPr>
          <a:lstStyle/>
          <a:p>
            <a:r>
              <a:rPr lang="en-US"/>
              <a:t>Click to edit Master title style</a:t>
            </a:r>
          </a:p>
        </p:txBody>
      </p:sp>
      <p:sp>
        <p:nvSpPr>
          <p:cNvPr id="3" name="Text Placeholder 2"/>
          <p:cNvSpPr>
            <a:spLocks noGrp="1"/>
          </p:cNvSpPr>
          <p:nvPr>
            <p:ph type="body" idx="1"/>
          </p:nvPr>
        </p:nvSpPr>
        <p:spPr>
          <a:xfrm>
            <a:off x="1140011" y="1621687"/>
            <a:ext cx="10674641" cy="4586728"/>
          </a:xfrm>
          <a:prstGeom prst="rect">
            <a:avLst/>
          </a:prstGeom>
        </p:spPr>
        <p:txBody>
          <a:bodyPr vert="horz" lIns="121899" tIns="60949" rIns="121899"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1824" y="6441694"/>
            <a:ext cx="2901844" cy="370027"/>
          </a:xfrm>
          <a:prstGeom prst="rect">
            <a:avLst/>
          </a:prstGeom>
        </p:spPr>
        <p:txBody>
          <a:bodyPr vert="horz" lIns="121899" tIns="60949" rIns="121899" bIns="60949" rtlCol="0" anchor="ctr"/>
          <a:lstStyle>
            <a:lvl1pPr algn="l">
              <a:defRPr sz="1621">
                <a:solidFill>
                  <a:schemeClr val="tx1">
                    <a:tint val="75000"/>
                  </a:schemeClr>
                </a:solidFill>
              </a:defRPr>
            </a:lvl1pPr>
          </a:lstStyle>
          <a:p>
            <a:pPr defTabSz="1235321"/>
            <a:fld id="{0FDB083A-04D8-4B57-ABAC-46E7416338DF}" type="datetimeFigureOut">
              <a:rPr lang="en-US" smtClean="0">
                <a:solidFill>
                  <a:prstClr val="black">
                    <a:tint val="75000"/>
                  </a:prstClr>
                </a:solidFill>
              </a:rPr>
              <a:pPr defTabSz="1235321"/>
              <a:t>8/30/2026</a:t>
            </a:fld>
            <a:endParaRPr lang="en-US">
              <a:solidFill>
                <a:prstClr val="black">
                  <a:tint val="75000"/>
                </a:prstClr>
              </a:solidFill>
            </a:endParaRPr>
          </a:p>
        </p:txBody>
      </p:sp>
      <p:sp>
        <p:nvSpPr>
          <p:cNvPr id="5" name="Footer Placeholder 4"/>
          <p:cNvSpPr>
            <a:spLocks noGrp="1"/>
          </p:cNvSpPr>
          <p:nvPr>
            <p:ph type="ftr" sz="quarter" idx="3"/>
          </p:nvPr>
        </p:nvSpPr>
        <p:spPr>
          <a:xfrm>
            <a:off x="4249130" y="6441694"/>
            <a:ext cx="3938217" cy="370027"/>
          </a:xfrm>
          <a:prstGeom prst="rect">
            <a:avLst/>
          </a:prstGeom>
        </p:spPr>
        <p:txBody>
          <a:bodyPr vert="horz" lIns="121899" tIns="60949" rIns="121899" bIns="60949" rtlCol="0" anchor="ctr"/>
          <a:lstStyle>
            <a:lvl1pPr algn="ctr">
              <a:defRPr sz="1621">
                <a:solidFill>
                  <a:schemeClr val="tx1">
                    <a:tint val="75000"/>
                  </a:schemeClr>
                </a:solidFill>
              </a:defRPr>
            </a:lvl1pPr>
          </a:lstStyle>
          <a:p>
            <a:pPr defTabSz="1235321"/>
            <a:endParaRPr lang="en-US">
              <a:solidFill>
                <a:prstClr val="black">
                  <a:tint val="75000"/>
                </a:prstClr>
              </a:solidFill>
            </a:endParaRPr>
          </a:p>
        </p:txBody>
      </p:sp>
      <p:sp>
        <p:nvSpPr>
          <p:cNvPr id="6" name="Slide Number Placeholder 5"/>
          <p:cNvSpPr>
            <a:spLocks noGrp="1"/>
          </p:cNvSpPr>
          <p:nvPr>
            <p:ph type="sldNum" sz="quarter" idx="4"/>
          </p:nvPr>
        </p:nvSpPr>
        <p:spPr>
          <a:xfrm>
            <a:off x="8912808" y="6441694"/>
            <a:ext cx="2901844" cy="370027"/>
          </a:xfrm>
          <a:prstGeom prst="rect">
            <a:avLst/>
          </a:prstGeom>
        </p:spPr>
        <p:txBody>
          <a:bodyPr vert="horz" lIns="121899" tIns="60949" rIns="121899" bIns="60949" rtlCol="0" anchor="ctr"/>
          <a:lstStyle>
            <a:lvl1pPr algn="r">
              <a:defRPr sz="1621">
                <a:solidFill>
                  <a:schemeClr val="tx1">
                    <a:tint val="75000"/>
                  </a:schemeClr>
                </a:solidFill>
              </a:defRPr>
            </a:lvl1pPr>
          </a:lstStyle>
          <a:p>
            <a:pPr defTabSz="1235321"/>
            <a:fld id="{BF8B12A1-1006-42A3-A472-30C60DB048A8}" type="slidenum">
              <a:rPr lang="en-US" smtClean="0">
                <a:solidFill>
                  <a:prstClr val="black">
                    <a:tint val="75000"/>
                  </a:prstClr>
                </a:solidFill>
              </a:rPr>
              <a:pPr defTabSz="1235321"/>
              <a:t>‹#›</a:t>
            </a:fld>
            <a:endParaRPr lang="en-US">
              <a:solidFill>
                <a:prstClr val="black">
                  <a:tint val="75000"/>
                </a:prstClr>
              </a:solidFill>
            </a:endParaRPr>
          </a:p>
        </p:txBody>
      </p:sp>
    </p:spTree>
    <p:extLst>
      <p:ext uri="{BB962C8B-B14F-4D97-AF65-F5344CB8AC3E}">
        <p14:creationId xmlns:p14="http://schemas.microsoft.com/office/powerpoint/2010/main" val="214052909"/>
      </p:ext>
    </p:extLst>
  </p:cSld>
  <p:clrMap bg1="lt1" tx1="dk1" bg2="lt2" tx2="dk2" accent1="accent1" accent2="accent2" accent3="accent3" accent4="accent4" accent5="accent5" accent6="accent6" hlink="hlink" folHlink="folHlink"/>
  <p:sldLayoutIdLst>
    <p:sldLayoutId id="2147483786" r:id="rId1"/>
    <p:sldLayoutId id="2147483787" r:id="rId2"/>
    <p:sldLayoutId id="2147483788" r:id="rId3"/>
    <p:sldLayoutId id="2147483789" r:id="rId4"/>
    <p:sldLayoutId id="2147483790" r:id="rId5"/>
    <p:sldLayoutId id="2147483791" r:id="rId6"/>
    <p:sldLayoutId id="2147483792" r:id="rId7"/>
    <p:sldLayoutId id="2147483793" r:id="rId8"/>
    <p:sldLayoutId id="2147483794" r:id="rId9"/>
    <p:sldLayoutId id="2147483795" r:id="rId10"/>
    <p:sldLayoutId id="2147483796" r:id="rId11"/>
    <p:sldLayoutId id="2147483797" r:id="rId12"/>
    <p:sldLayoutId id="2147483798" r:id="rId13"/>
    <p:sldLayoutId id="2147483799" r:id="rId14"/>
    <p:sldLayoutId id="2147483800" r:id="rId15"/>
    <p:sldLayoutId id="2147483801" r:id="rId16"/>
    <p:sldLayoutId id="2147483802" r:id="rId17"/>
    <p:sldLayoutId id="2147483803" r:id="rId18"/>
    <p:sldLayoutId id="2147483804" r:id="rId19"/>
    <p:sldLayoutId id="2147483805" r:id="rId20"/>
  </p:sldLayoutIdLst>
  <p:transition>
    <p:fade/>
  </p:transition>
  <p:txStyles>
    <p:titleStyle>
      <a:lvl1pPr algn="l" defTabSz="1235321" rtl="0" eaLnBrk="1" latinLnBrk="0" hangingPunct="1">
        <a:spcBef>
          <a:spcPct val="0"/>
        </a:spcBef>
        <a:buNone/>
        <a:defRPr sz="5371" b="1" i="1" kern="1200">
          <a:solidFill>
            <a:schemeClr val="tx1"/>
          </a:solidFill>
          <a:effectLst/>
          <a:latin typeface="+mj-lt"/>
          <a:ea typeface="Segoe UI" pitchFamily="34" charset="0"/>
          <a:cs typeface="Segoe UI" pitchFamily="34" charset="0"/>
        </a:defRPr>
      </a:lvl1pPr>
    </p:titleStyle>
    <p:bodyStyle>
      <a:lvl1pPr marL="463245" indent="-463245" algn="l" defTabSz="1235321" rtl="0" eaLnBrk="1" latinLnBrk="0" hangingPunct="1">
        <a:spcBef>
          <a:spcPct val="20000"/>
        </a:spcBef>
        <a:buFontTx/>
        <a:buBlip>
          <a:blip r:embed="rId24"/>
        </a:buBlip>
        <a:defRPr sz="4358" kern="1200">
          <a:solidFill>
            <a:schemeClr val="tx1"/>
          </a:solidFill>
          <a:latin typeface="+mn-lt"/>
          <a:ea typeface="+mn-ea"/>
          <a:cs typeface="+mn-cs"/>
        </a:defRPr>
      </a:lvl1pPr>
      <a:lvl2pPr marL="1003699" indent="-386038" algn="l" defTabSz="1235321" rtl="0" eaLnBrk="1" latinLnBrk="0" hangingPunct="1">
        <a:spcBef>
          <a:spcPct val="20000"/>
        </a:spcBef>
        <a:buFontTx/>
        <a:buBlip>
          <a:blip r:embed="rId24"/>
        </a:buBlip>
        <a:defRPr sz="3750" kern="1200">
          <a:solidFill>
            <a:schemeClr val="tx1"/>
          </a:solidFill>
          <a:latin typeface="+mn-lt"/>
          <a:ea typeface="+mn-ea"/>
          <a:cs typeface="+mn-cs"/>
        </a:defRPr>
      </a:lvl2pPr>
      <a:lvl3pPr marL="1544151" indent="-308831" algn="l" defTabSz="1235321" rtl="0" eaLnBrk="1" latinLnBrk="0" hangingPunct="1">
        <a:spcBef>
          <a:spcPct val="20000"/>
        </a:spcBef>
        <a:buFontTx/>
        <a:buBlip>
          <a:blip r:embed="rId24"/>
        </a:buBlip>
        <a:defRPr sz="3243" kern="1200">
          <a:solidFill>
            <a:schemeClr val="tx1"/>
          </a:solidFill>
          <a:latin typeface="+mn-lt"/>
          <a:ea typeface="+mn-ea"/>
          <a:cs typeface="+mn-cs"/>
        </a:defRPr>
      </a:lvl3pPr>
      <a:lvl4pPr marL="2161812" indent="-308831" algn="l" defTabSz="1235321" rtl="0" eaLnBrk="1" latinLnBrk="0" hangingPunct="1">
        <a:spcBef>
          <a:spcPct val="20000"/>
        </a:spcBef>
        <a:buFontTx/>
        <a:buBlip>
          <a:blip r:embed="rId24"/>
        </a:buBlip>
        <a:defRPr sz="2736" kern="1200">
          <a:solidFill>
            <a:schemeClr val="tx1"/>
          </a:solidFill>
          <a:latin typeface="+mn-lt"/>
          <a:ea typeface="+mn-ea"/>
          <a:cs typeface="+mn-cs"/>
        </a:defRPr>
      </a:lvl4pPr>
      <a:lvl5pPr marL="2779472" indent="-308831" algn="l" defTabSz="1235321" rtl="0" eaLnBrk="1" latinLnBrk="0" hangingPunct="1">
        <a:spcBef>
          <a:spcPct val="20000"/>
        </a:spcBef>
        <a:buFontTx/>
        <a:buBlip>
          <a:blip r:embed="rId24"/>
        </a:buBlip>
        <a:defRPr sz="2736" kern="1200">
          <a:solidFill>
            <a:schemeClr val="tx1"/>
          </a:solidFill>
          <a:latin typeface="+mn-lt"/>
          <a:ea typeface="+mn-ea"/>
          <a:cs typeface="+mn-cs"/>
        </a:defRPr>
      </a:lvl5pPr>
      <a:lvl6pPr marL="3397133"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6pPr>
      <a:lvl7pPr marL="4014794"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7pPr>
      <a:lvl8pPr marL="4632454"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8pPr>
      <a:lvl9pPr marL="5250114"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9pPr>
    </p:bodyStyle>
    <p:otherStyle>
      <a:defPPr>
        <a:defRPr lang="en-US"/>
      </a:defPPr>
      <a:lvl1pPr marL="0" algn="l" defTabSz="1235321" rtl="0" eaLnBrk="1" latinLnBrk="0" hangingPunct="1">
        <a:defRPr sz="2432" kern="1200">
          <a:solidFill>
            <a:schemeClr val="tx1"/>
          </a:solidFill>
          <a:latin typeface="+mn-lt"/>
          <a:ea typeface="+mn-ea"/>
          <a:cs typeface="+mn-cs"/>
        </a:defRPr>
      </a:lvl1pPr>
      <a:lvl2pPr marL="617660" algn="l" defTabSz="1235321" rtl="0" eaLnBrk="1" latinLnBrk="0" hangingPunct="1">
        <a:defRPr sz="2432" kern="1200">
          <a:solidFill>
            <a:schemeClr val="tx1"/>
          </a:solidFill>
          <a:latin typeface="+mn-lt"/>
          <a:ea typeface="+mn-ea"/>
          <a:cs typeface="+mn-cs"/>
        </a:defRPr>
      </a:lvl2pPr>
      <a:lvl3pPr marL="1235321" algn="l" defTabSz="1235321" rtl="0" eaLnBrk="1" latinLnBrk="0" hangingPunct="1">
        <a:defRPr sz="2432" kern="1200">
          <a:solidFill>
            <a:schemeClr val="tx1"/>
          </a:solidFill>
          <a:latin typeface="+mn-lt"/>
          <a:ea typeface="+mn-ea"/>
          <a:cs typeface="+mn-cs"/>
        </a:defRPr>
      </a:lvl3pPr>
      <a:lvl4pPr marL="1852982" algn="l" defTabSz="1235321" rtl="0" eaLnBrk="1" latinLnBrk="0" hangingPunct="1">
        <a:defRPr sz="2432" kern="1200">
          <a:solidFill>
            <a:schemeClr val="tx1"/>
          </a:solidFill>
          <a:latin typeface="+mn-lt"/>
          <a:ea typeface="+mn-ea"/>
          <a:cs typeface="+mn-cs"/>
        </a:defRPr>
      </a:lvl4pPr>
      <a:lvl5pPr marL="2470642" algn="l" defTabSz="1235321" rtl="0" eaLnBrk="1" latinLnBrk="0" hangingPunct="1">
        <a:defRPr sz="2432" kern="1200">
          <a:solidFill>
            <a:schemeClr val="tx1"/>
          </a:solidFill>
          <a:latin typeface="+mn-lt"/>
          <a:ea typeface="+mn-ea"/>
          <a:cs typeface="+mn-cs"/>
        </a:defRPr>
      </a:lvl5pPr>
      <a:lvl6pPr marL="3088303" algn="l" defTabSz="1235321" rtl="0" eaLnBrk="1" latinLnBrk="0" hangingPunct="1">
        <a:defRPr sz="2432" kern="1200">
          <a:solidFill>
            <a:schemeClr val="tx1"/>
          </a:solidFill>
          <a:latin typeface="+mn-lt"/>
          <a:ea typeface="+mn-ea"/>
          <a:cs typeface="+mn-cs"/>
        </a:defRPr>
      </a:lvl6pPr>
      <a:lvl7pPr marL="3705963" algn="l" defTabSz="1235321" rtl="0" eaLnBrk="1" latinLnBrk="0" hangingPunct="1">
        <a:defRPr sz="2432" kern="1200">
          <a:solidFill>
            <a:schemeClr val="tx1"/>
          </a:solidFill>
          <a:latin typeface="+mn-lt"/>
          <a:ea typeface="+mn-ea"/>
          <a:cs typeface="+mn-cs"/>
        </a:defRPr>
      </a:lvl7pPr>
      <a:lvl8pPr marL="4323623" algn="l" defTabSz="1235321" rtl="0" eaLnBrk="1" latinLnBrk="0" hangingPunct="1">
        <a:defRPr sz="2432" kern="1200">
          <a:solidFill>
            <a:schemeClr val="tx1"/>
          </a:solidFill>
          <a:latin typeface="+mn-lt"/>
          <a:ea typeface="+mn-ea"/>
          <a:cs typeface="+mn-cs"/>
        </a:defRPr>
      </a:lvl8pPr>
      <a:lvl9pPr marL="4941285" algn="l" defTabSz="1235321" rtl="0" eaLnBrk="1" latinLnBrk="0" hangingPunct="1">
        <a:defRPr sz="2432"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321" y="295011"/>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1"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2"/>
          <p:cNvSpPr>
            <a:spLocks noGrp="1"/>
          </p:cNvSpPr>
          <p:nvPr>
            <p:ph type="ftr" sz="quarter" idx="3"/>
          </p:nvPr>
        </p:nvSpPr>
        <p:spPr>
          <a:xfrm>
            <a:off x="274638" y="6646854"/>
            <a:ext cx="3937000" cy="136289"/>
          </a:xfrm>
          <a:prstGeom prst="rect">
            <a:avLst/>
          </a:prstGeom>
        </p:spPr>
        <p:txBody>
          <a:bodyPr vert="horz" lIns="0" tIns="0" rIns="91440" bIns="0" rtlCol="0" anchor="ctr"/>
          <a:lstStyle>
            <a:lvl1pPr marL="0" algn="l" defTabSz="926620" rtl="0" eaLnBrk="1" latinLnBrk="0" hangingPunct="1">
              <a:defRPr lang="en-US" sz="894" kern="1200">
                <a:gradFill>
                  <a:gsLst>
                    <a:gs pos="2239">
                      <a:schemeClr val="tx1"/>
                    </a:gs>
                    <a:gs pos="11940">
                      <a:schemeClr val="tx1"/>
                    </a:gs>
                  </a:gsLst>
                  <a:lin ang="5400000" scaled="0"/>
                </a:gradFill>
                <a:latin typeface="+mn-lt"/>
                <a:ea typeface="+mn-ea"/>
                <a:cs typeface="+mn-cs"/>
              </a:defRPr>
            </a:lvl1pPr>
          </a:lstStyle>
          <a:p>
            <a:r>
              <a:rPr lang="en-US"/>
              <a:t>Microsoft Confidential</a:t>
            </a:r>
          </a:p>
        </p:txBody>
      </p:sp>
      <p:sp>
        <p:nvSpPr>
          <p:cNvPr id="6" name="Slide Number Placeholder 4"/>
          <p:cNvSpPr>
            <a:spLocks noGrp="1"/>
          </p:cNvSpPr>
          <p:nvPr>
            <p:ph type="sldNum" sz="quarter" idx="4"/>
          </p:nvPr>
        </p:nvSpPr>
        <p:spPr>
          <a:xfrm>
            <a:off x="11595101" y="6646854"/>
            <a:ext cx="566737" cy="136289"/>
          </a:xfrm>
          <a:prstGeom prst="rect">
            <a:avLst/>
          </a:prstGeom>
        </p:spPr>
        <p:txBody>
          <a:bodyPr vert="horz" lIns="91440" tIns="0" rIns="0" bIns="0" rtlCol="0" anchor="ctr"/>
          <a:lstStyle>
            <a:lvl1pPr algn="r">
              <a:defRPr lang="en-US" sz="894" b="0" kern="1200" smtClean="0">
                <a:gradFill>
                  <a:gsLst>
                    <a:gs pos="2239">
                      <a:schemeClr val="tx1"/>
                    </a:gs>
                    <a:gs pos="11940">
                      <a:schemeClr val="tx1"/>
                    </a:gs>
                  </a:gsLst>
                  <a:lin ang="5400000" scaled="0"/>
                </a:gradFill>
                <a:latin typeface="+mn-lt"/>
                <a:ea typeface="+mn-ea"/>
                <a:cs typeface="+mn-cs"/>
              </a:defRPr>
            </a:lvl1pPr>
          </a:lstStyle>
          <a:p>
            <a:fld id="{27258FFF-F925-446B-8502-81C933981705}" type="slidenum">
              <a:rPr lang="en-US" smtClean="0"/>
              <a:pPr/>
              <a:t>‹#›</a:t>
            </a:fld>
            <a:endParaRPr lang="en-US"/>
          </a:p>
        </p:txBody>
      </p:sp>
    </p:spTree>
    <p:extLst>
      <p:ext uri="{BB962C8B-B14F-4D97-AF65-F5344CB8AC3E}">
        <p14:creationId xmlns:p14="http://schemas.microsoft.com/office/powerpoint/2010/main" val="3630281175"/>
      </p:ext>
    </p:extLst>
  </p:cSld>
  <p:clrMap bg1="lt1" tx1="dk1" bg2="lt2" tx2="dk2" accent1="accent1" accent2="accent2" accent3="accent3" accent4="accent4" accent5="accent5" accent6="accent6" hlink="hlink" folHlink="folHlink"/>
  <p:sldLayoutIdLst>
    <p:sldLayoutId id="2147483807" r:id="rId1"/>
    <p:sldLayoutId id="2147483808" r:id="rId2"/>
    <p:sldLayoutId id="2147483809" r:id="rId3"/>
    <p:sldLayoutId id="2147483810" r:id="rId4"/>
    <p:sldLayoutId id="2147483811" r:id="rId5"/>
    <p:sldLayoutId id="2147483812" r:id="rId6"/>
    <p:sldLayoutId id="2147483813" r:id="rId7"/>
    <p:sldLayoutId id="2147483814" r:id="rId8"/>
    <p:sldLayoutId id="2147483815" r:id="rId9"/>
    <p:sldLayoutId id="2147483816" r:id="rId10"/>
    <p:sldLayoutId id="2147483817" r:id="rId11"/>
    <p:sldLayoutId id="2147483818" r:id="rId12"/>
    <p:sldLayoutId id="2147483819" r:id="rId13"/>
    <p:sldLayoutId id="2147483820" r:id="rId14"/>
    <p:sldLayoutId id="2147483821" r:id="rId15"/>
    <p:sldLayoutId id="2147483822" r:id="rId16"/>
    <p:sldLayoutId id="2147483823" r:id="rId17"/>
    <p:sldLayoutId id="2147483824" r:id="rId18"/>
    <p:sldLayoutId id="2147483825" r:id="rId19"/>
    <p:sldLayoutId id="2147483826" r:id="rId20"/>
    <p:sldLayoutId id="2147483827" r:id="rId21"/>
    <p:sldLayoutId id="2147483828" r:id="rId22"/>
    <p:sldLayoutId id="2147483829" r:id="rId23"/>
    <p:sldLayoutId id="2147483830" r:id="rId24"/>
    <p:sldLayoutId id="2147483831" r:id="rId25"/>
    <p:sldLayoutId id="2147483832" r:id="rId26"/>
    <p:sldLayoutId id="2147483833" r:id="rId27"/>
    <p:sldLayoutId id="2147483834" r:id="rId28"/>
    <p:sldLayoutId id="2147483835" r:id="rId29"/>
    <p:sldLayoutId id="2147483836" r:id="rId30"/>
    <p:sldLayoutId id="2147483837" r:id="rId31"/>
    <p:sldLayoutId id="2147483838" r:id="rId32"/>
    <p:sldLayoutId id="2147483839" r:id="rId33"/>
    <p:sldLayoutId id="2147483840" r:id="rId34"/>
    <p:sldLayoutId id="2147483841" r:id="rId35"/>
    <p:sldLayoutId id="2147483842" r:id="rId36"/>
    <p:sldLayoutId id="2147483843" r:id="rId37"/>
  </p:sldLayoutIdLst>
  <p:transition>
    <p:fade/>
  </p:transition>
  <p:hf sldNum="0" hdr="0" dt="0"/>
  <p:txStyles>
    <p:titleStyle>
      <a:lvl1pPr algn="l" defTabSz="926620" rtl="0" eaLnBrk="1" latinLnBrk="0" hangingPunct="1">
        <a:lnSpc>
          <a:spcPct val="90000"/>
        </a:lnSpc>
        <a:spcBef>
          <a:spcPct val="0"/>
        </a:spcBef>
        <a:buNone/>
        <a:defRPr lang="en-US" sz="5365"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649" marR="0" indent="-340649" algn="l" defTabSz="926620" rtl="0" eaLnBrk="1" fontAlgn="auto" latinLnBrk="0" hangingPunct="1">
        <a:lnSpc>
          <a:spcPct val="90000"/>
        </a:lnSpc>
        <a:spcBef>
          <a:spcPct val="20000"/>
        </a:spcBef>
        <a:spcAft>
          <a:spcPts val="0"/>
        </a:spcAft>
        <a:buClrTx/>
        <a:buSzPct val="90000"/>
        <a:buFont typeface="Arial" pitchFamily="34" charset="0"/>
        <a:buChar char="•"/>
        <a:tabLst/>
        <a:defRPr sz="3974" kern="1200" spc="0" baseline="0">
          <a:gradFill>
            <a:gsLst>
              <a:gs pos="1250">
                <a:schemeClr val="tx1"/>
              </a:gs>
              <a:gs pos="100000">
                <a:schemeClr val="tx1"/>
              </a:gs>
            </a:gsLst>
            <a:lin ang="5400000" scaled="0"/>
          </a:gradFill>
          <a:latin typeface="+mj-lt"/>
          <a:ea typeface="+mn-ea"/>
          <a:cs typeface="+mn-cs"/>
        </a:defRPr>
      </a:lvl1pPr>
      <a:lvl2pPr marL="580365" marR="0" indent="-239716" algn="l" defTabSz="926620"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2pPr>
      <a:lvl3pPr marL="7948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3pPr>
      <a:lvl4pPr marL="10219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4pPr>
      <a:lvl5pPr marL="1249047"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5pPr>
      <a:lvl6pPr marL="2548203"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51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82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13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20" rtl="0" eaLnBrk="1" latinLnBrk="0" hangingPunct="1">
        <a:defRPr sz="1789" kern="1200">
          <a:solidFill>
            <a:schemeClr val="tx1"/>
          </a:solidFill>
          <a:latin typeface="+mn-lt"/>
          <a:ea typeface="+mn-ea"/>
          <a:cs typeface="+mn-cs"/>
        </a:defRPr>
      </a:lvl1pPr>
      <a:lvl2pPr marL="463309" algn="l" defTabSz="926620" rtl="0" eaLnBrk="1" latinLnBrk="0" hangingPunct="1">
        <a:defRPr sz="1789" kern="1200">
          <a:solidFill>
            <a:schemeClr val="tx1"/>
          </a:solidFill>
          <a:latin typeface="+mn-lt"/>
          <a:ea typeface="+mn-ea"/>
          <a:cs typeface="+mn-cs"/>
        </a:defRPr>
      </a:lvl2pPr>
      <a:lvl3pPr marL="926620" algn="l" defTabSz="926620" rtl="0" eaLnBrk="1" latinLnBrk="0" hangingPunct="1">
        <a:defRPr sz="1789" kern="1200">
          <a:solidFill>
            <a:schemeClr val="tx1"/>
          </a:solidFill>
          <a:latin typeface="+mn-lt"/>
          <a:ea typeface="+mn-ea"/>
          <a:cs typeface="+mn-cs"/>
        </a:defRPr>
      </a:lvl3pPr>
      <a:lvl4pPr marL="1389929" algn="l" defTabSz="926620" rtl="0" eaLnBrk="1" latinLnBrk="0" hangingPunct="1">
        <a:defRPr sz="1789" kern="1200">
          <a:solidFill>
            <a:schemeClr val="tx1"/>
          </a:solidFill>
          <a:latin typeface="+mn-lt"/>
          <a:ea typeface="+mn-ea"/>
          <a:cs typeface="+mn-cs"/>
        </a:defRPr>
      </a:lvl4pPr>
      <a:lvl5pPr marL="1853239" algn="l" defTabSz="926620" rtl="0" eaLnBrk="1" latinLnBrk="0" hangingPunct="1">
        <a:defRPr sz="1789" kern="1200">
          <a:solidFill>
            <a:schemeClr val="tx1"/>
          </a:solidFill>
          <a:latin typeface="+mn-lt"/>
          <a:ea typeface="+mn-ea"/>
          <a:cs typeface="+mn-cs"/>
        </a:defRPr>
      </a:lvl5pPr>
      <a:lvl6pPr marL="2316549" algn="l" defTabSz="926620" rtl="0" eaLnBrk="1" latinLnBrk="0" hangingPunct="1">
        <a:defRPr sz="1789" kern="1200">
          <a:solidFill>
            <a:schemeClr val="tx1"/>
          </a:solidFill>
          <a:latin typeface="+mn-lt"/>
          <a:ea typeface="+mn-ea"/>
          <a:cs typeface="+mn-cs"/>
        </a:defRPr>
      </a:lvl6pPr>
      <a:lvl7pPr marL="2779859" algn="l" defTabSz="926620" rtl="0" eaLnBrk="1" latinLnBrk="0" hangingPunct="1">
        <a:defRPr sz="1789" kern="1200">
          <a:solidFill>
            <a:schemeClr val="tx1"/>
          </a:solidFill>
          <a:latin typeface="+mn-lt"/>
          <a:ea typeface="+mn-ea"/>
          <a:cs typeface="+mn-cs"/>
        </a:defRPr>
      </a:lvl7pPr>
      <a:lvl8pPr marL="3243168" algn="l" defTabSz="926620" rtl="0" eaLnBrk="1" latinLnBrk="0" hangingPunct="1">
        <a:defRPr sz="1789" kern="1200">
          <a:solidFill>
            <a:schemeClr val="tx1"/>
          </a:solidFill>
          <a:latin typeface="+mn-lt"/>
          <a:ea typeface="+mn-ea"/>
          <a:cs typeface="+mn-cs"/>
        </a:defRPr>
      </a:lvl8pPr>
      <a:lvl9pPr marL="3706479" algn="l" defTabSz="92662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orient="horz" pos="763">
          <p15:clr>
            <a:srgbClr val="A4A3A4"/>
          </p15:clr>
        </p15:guide>
        <p15:guide id="4" orient="horz" pos="1339">
          <p15:clr>
            <a:srgbClr val="A4A3A4"/>
          </p15:clr>
        </p15:guide>
        <p15:guide id="5" orient="horz" pos="1915">
          <p15:clr>
            <a:srgbClr val="A4A3A4"/>
          </p15:clr>
        </p15:guide>
        <p15:guide id="6" orient="horz" pos="2491">
          <p15:clr>
            <a:srgbClr val="A4A3A4"/>
          </p15:clr>
        </p15:guide>
        <p15:guide id="7" orient="horz" pos="3067">
          <p15:clr>
            <a:srgbClr val="A4A3A4"/>
          </p15:clr>
        </p15:guide>
        <p15:guide id="8" orient="horz" pos="3643">
          <p15:clr>
            <a:srgbClr val="A4A3A4"/>
          </p15:clr>
        </p15:guide>
        <p15:guide id="9" orient="horz" pos="4219">
          <p15:clr>
            <a:srgbClr val="5ACBF0"/>
          </p15:clr>
        </p15:guide>
        <p15:guide id="10" pos="749">
          <p15:clr>
            <a:srgbClr val="A4A3A4"/>
          </p15:clr>
        </p15:guide>
        <p15:guide id="11" pos="1325">
          <p15:clr>
            <a:srgbClr val="A4A3A4"/>
          </p15:clr>
        </p15:guide>
        <p15:guide id="12" pos="1901">
          <p15:clr>
            <a:srgbClr val="A4A3A4"/>
          </p15:clr>
        </p15:guide>
        <p15:guide id="13" pos="2477">
          <p15:clr>
            <a:srgbClr val="A4A3A4"/>
          </p15:clr>
        </p15:guide>
        <p15:guide id="14" pos="3053">
          <p15:clr>
            <a:srgbClr val="A4A3A4"/>
          </p15:clr>
        </p15:guide>
        <p15:guide id="15" pos="3629">
          <p15:clr>
            <a:srgbClr val="A4A3A4"/>
          </p15:clr>
        </p15:guide>
        <p15:guide id="16" pos="4205">
          <p15:clr>
            <a:srgbClr val="A4A3A4"/>
          </p15:clr>
        </p15:guide>
        <p15:guide id="17" pos="4781">
          <p15:clr>
            <a:srgbClr val="A4A3A4"/>
          </p15:clr>
        </p15:guide>
        <p15:guide id="18" pos="5357">
          <p15:clr>
            <a:srgbClr val="A4A3A4"/>
          </p15:clr>
        </p15:guide>
        <p15:guide id="19" pos="5933">
          <p15:clr>
            <a:srgbClr val="A4A3A4"/>
          </p15:clr>
        </p15:guide>
        <p15:guide id="20" pos="6509">
          <p15:clr>
            <a:srgbClr val="A4A3A4"/>
          </p15:clr>
        </p15:guide>
        <p15:guide id="21" pos="7085">
          <p15:clr>
            <a:srgbClr val="A4A3A4"/>
          </p15:clr>
        </p15:guide>
        <p15:guide id="22" pos="7661">
          <p15:clr>
            <a:srgbClr val="5ACBF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8"/>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1" y="1205144"/>
            <a:ext cx="11887198" cy="2293654"/>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p:nvPicPr>
        <p:blipFill>
          <a:blip r:embed="rId20"/>
          <a:stretch>
            <a:fillRect/>
          </a:stretch>
        </p:blipFill>
        <p:spPr>
          <a:xfrm rot="5400000">
            <a:off x="9394023" y="3050075"/>
            <a:ext cx="6950706" cy="849926"/>
          </a:xfrm>
          <a:prstGeom prst="rect">
            <a:avLst/>
          </a:prstGeom>
        </p:spPr>
      </p:pic>
    </p:spTree>
    <p:extLst>
      <p:ext uri="{BB962C8B-B14F-4D97-AF65-F5344CB8AC3E}">
        <p14:creationId xmlns:p14="http://schemas.microsoft.com/office/powerpoint/2010/main" val="3762462286"/>
      </p:ext>
    </p:extLst>
  </p:cSld>
  <p:clrMap bg1="dk1" tx1="lt1" bg2="dk2" tx2="lt2" accent1="accent1" accent2="accent2" accent3="accent3" accent4="accent4" accent5="accent5" accent6="accent6" hlink="hlink" folHlink="folHlink"/>
  <p:sldLayoutIdLst>
    <p:sldLayoutId id="2147483845" r:id="rId1"/>
    <p:sldLayoutId id="2147483846" r:id="rId2"/>
    <p:sldLayoutId id="2147483847" r:id="rId3"/>
    <p:sldLayoutId id="2147483848" r:id="rId4"/>
    <p:sldLayoutId id="2147483849" r:id="rId5"/>
    <p:sldLayoutId id="2147483850" r:id="rId6"/>
    <p:sldLayoutId id="2147483851" r:id="rId7"/>
    <p:sldLayoutId id="2147483852" r:id="rId8"/>
    <p:sldLayoutId id="2147483853" r:id="rId9"/>
    <p:sldLayoutId id="2147483854" r:id="rId10"/>
    <p:sldLayoutId id="2147483855" r:id="rId11"/>
    <p:sldLayoutId id="2147483856" r:id="rId12"/>
    <p:sldLayoutId id="2147483857" r:id="rId13"/>
    <p:sldLayoutId id="2147483858" r:id="rId14"/>
    <p:sldLayoutId id="2147483859" r:id="rId15"/>
    <p:sldLayoutId id="2147483860" r:id="rId16"/>
    <p:sldLayoutId id="2147483861" r:id="rId17"/>
    <p:sldLayoutId id="2147483862" r:id="rId18"/>
  </p:sldLayoutIdLst>
  <p:transition>
    <p:fade/>
  </p:transition>
  <p:txStyles>
    <p:titleStyle>
      <a:lvl1pPr algn="l" defTabSz="926620"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7100"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576" kern="1200" spc="0" baseline="0">
          <a:gradFill>
            <a:gsLst>
              <a:gs pos="1250">
                <a:schemeClr val="tx1"/>
              </a:gs>
              <a:gs pos="100000">
                <a:schemeClr val="tx1"/>
              </a:gs>
            </a:gsLst>
            <a:lin ang="5400000" scaled="0"/>
          </a:gradFill>
          <a:latin typeface="+mj-lt"/>
          <a:ea typeface="+mn-ea"/>
          <a:cs typeface="+mn-cs"/>
        </a:defRPr>
      </a:lvl1pPr>
      <a:lvl2pPr marL="454199"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782" kern="1200" spc="0" baseline="0">
          <a:gradFill>
            <a:gsLst>
              <a:gs pos="1250">
                <a:schemeClr val="tx1"/>
              </a:gs>
              <a:gs pos="100000">
                <a:schemeClr val="tx1"/>
              </a:gs>
            </a:gsLst>
            <a:lin ang="5400000" scaled="0"/>
          </a:gradFill>
          <a:latin typeface="+mn-lt"/>
          <a:ea typeface="+mn-ea"/>
          <a:cs typeface="+mn-cs"/>
        </a:defRPr>
      </a:lvl2pPr>
      <a:lvl3pPr marL="681299"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908398"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4pPr>
      <a:lvl5pPr marL="1135497"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5pPr>
      <a:lvl6pPr marL="2548203"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51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82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13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20" rtl="0" eaLnBrk="1" latinLnBrk="0" hangingPunct="1">
        <a:defRPr sz="1789" kern="1200">
          <a:solidFill>
            <a:schemeClr val="tx1"/>
          </a:solidFill>
          <a:latin typeface="+mn-lt"/>
          <a:ea typeface="+mn-ea"/>
          <a:cs typeface="+mn-cs"/>
        </a:defRPr>
      </a:lvl1pPr>
      <a:lvl2pPr marL="463309" algn="l" defTabSz="926620" rtl="0" eaLnBrk="1" latinLnBrk="0" hangingPunct="1">
        <a:defRPr sz="1789" kern="1200">
          <a:solidFill>
            <a:schemeClr val="tx1"/>
          </a:solidFill>
          <a:latin typeface="+mn-lt"/>
          <a:ea typeface="+mn-ea"/>
          <a:cs typeface="+mn-cs"/>
        </a:defRPr>
      </a:lvl2pPr>
      <a:lvl3pPr marL="926620" algn="l" defTabSz="926620" rtl="0" eaLnBrk="1" latinLnBrk="0" hangingPunct="1">
        <a:defRPr sz="1789" kern="1200">
          <a:solidFill>
            <a:schemeClr val="tx1"/>
          </a:solidFill>
          <a:latin typeface="+mn-lt"/>
          <a:ea typeface="+mn-ea"/>
          <a:cs typeface="+mn-cs"/>
        </a:defRPr>
      </a:lvl3pPr>
      <a:lvl4pPr marL="1389929" algn="l" defTabSz="926620" rtl="0" eaLnBrk="1" latinLnBrk="0" hangingPunct="1">
        <a:defRPr sz="1789" kern="1200">
          <a:solidFill>
            <a:schemeClr val="tx1"/>
          </a:solidFill>
          <a:latin typeface="+mn-lt"/>
          <a:ea typeface="+mn-ea"/>
          <a:cs typeface="+mn-cs"/>
        </a:defRPr>
      </a:lvl4pPr>
      <a:lvl5pPr marL="1853239" algn="l" defTabSz="926620" rtl="0" eaLnBrk="1" latinLnBrk="0" hangingPunct="1">
        <a:defRPr sz="1789" kern="1200">
          <a:solidFill>
            <a:schemeClr val="tx1"/>
          </a:solidFill>
          <a:latin typeface="+mn-lt"/>
          <a:ea typeface="+mn-ea"/>
          <a:cs typeface="+mn-cs"/>
        </a:defRPr>
      </a:lvl5pPr>
      <a:lvl6pPr marL="2316549" algn="l" defTabSz="926620" rtl="0" eaLnBrk="1" latinLnBrk="0" hangingPunct="1">
        <a:defRPr sz="1789" kern="1200">
          <a:solidFill>
            <a:schemeClr val="tx1"/>
          </a:solidFill>
          <a:latin typeface="+mn-lt"/>
          <a:ea typeface="+mn-ea"/>
          <a:cs typeface="+mn-cs"/>
        </a:defRPr>
      </a:lvl6pPr>
      <a:lvl7pPr marL="2779859" algn="l" defTabSz="926620" rtl="0" eaLnBrk="1" latinLnBrk="0" hangingPunct="1">
        <a:defRPr sz="1789" kern="1200">
          <a:solidFill>
            <a:schemeClr val="tx1"/>
          </a:solidFill>
          <a:latin typeface="+mn-lt"/>
          <a:ea typeface="+mn-ea"/>
          <a:cs typeface="+mn-cs"/>
        </a:defRPr>
      </a:lvl7pPr>
      <a:lvl8pPr marL="3243168" algn="l" defTabSz="926620" rtl="0" eaLnBrk="1" latinLnBrk="0" hangingPunct="1">
        <a:defRPr sz="1789" kern="1200">
          <a:solidFill>
            <a:schemeClr val="tx1"/>
          </a:solidFill>
          <a:latin typeface="+mn-lt"/>
          <a:ea typeface="+mn-ea"/>
          <a:cs typeface="+mn-cs"/>
        </a:defRPr>
      </a:lvl8pPr>
      <a:lvl9pPr marL="3706479" algn="l" defTabSz="92662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9"/>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05144"/>
            <a:ext cx="11887197" cy="2359850"/>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p:nvPicPr>
        <p:blipFill>
          <a:blip r:embed="rId22"/>
          <a:stretch>
            <a:fillRect/>
          </a:stretch>
        </p:blipFill>
        <p:spPr>
          <a:xfrm rot="5400000">
            <a:off x="9394023" y="3050075"/>
            <a:ext cx="6950706" cy="849927"/>
          </a:xfrm>
          <a:prstGeom prst="rect">
            <a:avLst/>
          </a:prstGeom>
        </p:spPr>
      </p:pic>
    </p:spTree>
    <p:extLst>
      <p:ext uri="{BB962C8B-B14F-4D97-AF65-F5344CB8AC3E}">
        <p14:creationId xmlns:p14="http://schemas.microsoft.com/office/powerpoint/2010/main" val="2226586130"/>
      </p:ext>
    </p:extLst>
  </p:cSld>
  <p:clrMap bg1="lt1" tx1="dk1" bg2="lt2" tx2="dk2" accent1="accent1" accent2="accent2" accent3="accent3" accent4="accent4" accent5="accent5" accent6="accent6" hlink="hlink" folHlink="folHlink"/>
  <p:sldLayoutIdLst>
    <p:sldLayoutId id="2147483864" r:id="rId1"/>
    <p:sldLayoutId id="2147483865" r:id="rId2"/>
    <p:sldLayoutId id="2147483866" r:id="rId3"/>
    <p:sldLayoutId id="2147483867" r:id="rId4"/>
    <p:sldLayoutId id="2147483868" r:id="rId5"/>
    <p:sldLayoutId id="2147483869" r:id="rId6"/>
    <p:sldLayoutId id="2147483870" r:id="rId7"/>
    <p:sldLayoutId id="2147483871" r:id="rId8"/>
    <p:sldLayoutId id="2147483872" r:id="rId9"/>
    <p:sldLayoutId id="2147483873" r:id="rId10"/>
    <p:sldLayoutId id="2147483874" r:id="rId11"/>
    <p:sldLayoutId id="2147483875" r:id="rId12"/>
    <p:sldLayoutId id="2147483876" r:id="rId13"/>
    <p:sldLayoutId id="2147483877" r:id="rId14"/>
    <p:sldLayoutId id="2147483878" r:id="rId15"/>
    <p:sldLayoutId id="2147483879" r:id="rId16"/>
    <p:sldLayoutId id="2147483880" r:id="rId17"/>
    <p:sldLayoutId id="2147483881" r:id="rId18"/>
    <p:sldLayoutId id="2147483882" r:id="rId19"/>
    <p:sldLayoutId id="2147483883" r:id="rId20"/>
  </p:sldLayoutIdLst>
  <p:transition>
    <p:fade/>
  </p:transition>
  <p:hf sldNum="0" hdr="0" ftr="0" dt="0"/>
  <p:txStyles>
    <p:titleStyle>
      <a:lvl1pPr algn="l" defTabSz="926690"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7117"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576" kern="1200" spc="0" baseline="0">
          <a:gradFill>
            <a:gsLst>
              <a:gs pos="1250">
                <a:schemeClr val="tx1"/>
              </a:gs>
              <a:gs pos="100000">
                <a:schemeClr val="tx1"/>
              </a:gs>
            </a:gsLst>
            <a:lin ang="5400000" scaled="0"/>
          </a:gradFill>
          <a:latin typeface="+mj-lt"/>
          <a:ea typeface="+mn-ea"/>
          <a:cs typeface="+mn-cs"/>
        </a:defRPr>
      </a:lvl1pPr>
      <a:lvl2pPr marL="454233"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782" kern="1200" spc="0" baseline="0">
          <a:gradFill>
            <a:gsLst>
              <a:gs pos="1250">
                <a:schemeClr val="tx1"/>
              </a:gs>
              <a:gs pos="100000">
                <a:schemeClr val="tx1"/>
              </a:gs>
            </a:gsLst>
            <a:lin ang="5400000" scaled="0"/>
          </a:gradFill>
          <a:latin typeface="+mn-lt"/>
          <a:ea typeface="+mn-ea"/>
          <a:cs typeface="+mn-cs"/>
        </a:defRPr>
      </a:lvl2pPr>
      <a:lvl3pPr marL="681351"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908467"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4pPr>
      <a:lvl5pPr marL="1135585"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5pPr>
      <a:lvl6pPr marL="2548399"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746"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5091"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437"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90" rtl="0" eaLnBrk="1" latinLnBrk="0" hangingPunct="1">
        <a:defRPr sz="1789" kern="1200">
          <a:solidFill>
            <a:schemeClr val="tx1"/>
          </a:solidFill>
          <a:latin typeface="+mn-lt"/>
          <a:ea typeface="+mn-ea"/>
          <a:cs typeface="+mn-cs"/>
        </a:defRPr>
      </a:lvl1pPr>
      <a:lvl2pPr marL="463346" algn="l" defTabSz="926690" rtl="0" eaLnBrk="1" latinLnBrk="0" hangingPunct="1">
        <a:defRPr sz="1789" kern="1200">
          <a:solidFill>
            <a:schemeClr val="tx1"/>
          </a:solidFill>
          <a:latin typeface="+mn-lt"/>
          <a:ea typeface="+mn-ea"/>
          <a:cs typeface="+mn-cs"/>
        </a:defRPr>
      </a:lvl2pPr>
      <a:lvl3pPr marL="926690" algn="l" defTabSz="926690" rtl="0" eaLnBrk="1" latinLnBrk="0" hangingPunct="1">
        <a:defRPr sz="1789" kern="1200">
          <a:solidFill>
            <a:schemeClr val="tx1"/>
          </a:solidFill>
          <a:latin typeface="+mn-lt"/>
          <a:ea typeface="+mn-ea"/>
          <a:cs typeface="+mn-cs"/>
        </a:defRPr>
      </a:lvl3pPr>
      <a:lvl4pPr marL="1390036" algn="l" defTabSz="926690" rtl="0" eaLnBrk="1" latinLnBrk="0" hangingPunct="1">
        <a:defRPr sz="1789" kern="1200">
          <a:solidFill>
            <a:schemeClr val="tx1"/>
          </a:solidFill>
          <a:latin typeface="+mn-lt"/>
          <a:ea typeface="+mn-ea"/>
          <a:cs typeface="+mn-cs"/>
        </a:defRPr>
      </a:lvl4pPr>
      <a:lvl5pPr marL="1853381" algn="l" defTabSz="926690" rtl="0" eaLnBrk="1" latinLnBrk="0" hangingPunct="1">
        <a:defRPr sz="1789" kern="1200">
          <a:solidFill>
            <a:schemeClr val="tx1"/>
          </a:solidFill>
          <a:latin typeface="+mn-lt"/>
          <a:ea typeface="+mn-ea"/>
          <a:cs typeface="+mn-cs"/>
        </a:defRPr>
      </a:lvl5pPr>
      <a:lvl6pPr marL="2316729" algn="l" defTabSz="926690" rtl="0" eaLnBrk="1" latinLnBrk="0" hangingPunct="1">
        <a:defRPr sz="1789" kern="1200">
          <a:solidFill>
            <a:schemeClr val="tx1"/>
          </a:solidFill>
          <a:latin typeface="+mn-lt"/>
          <a:ea typeface="+mn-ea"/>
          <a:cs typeface="+mn-cs"/>
        </a:defRPr>
      </a:lvl6pPr>
      <a:lvl7pPr marL="2780073" algn="l" defTabSz="926690" rtl="0" eaLnBrk="1" latinLnBrk="0" hangingPunct="1">
        <a:defRPr sz="1789" kern="1200">
          <a:solidFill>
            <a:schemeClr val="tx1"/>
          </a:solidFill>
          <a:latin typeface="+mn-lt"/>
          <a:ea typeface="+mn-ea"/>
          <a:cs typeface="+mn-cs"/>
        </a:defRPr>
      </a:lvl7pPr>
      <a:lvl8pPr marL="3243418" algn="l" defTabSz="926690" rtl="0" eaLnBrk="1" latinLnBrk="0" hangingPunct="1">
        <a:defRPr sz="1789" kern="1200">
          <a:solidFill>
            <a:schemeClr val="tx1"/>
          </a:solidFill>
          <a:latin typeface="+mn-lt"/>
          <a:ea typeface="+mn-ea"/>
          <a:cs typeface="+mn-cs"/>
        </a:defRPr>
      </a:lvl8pPr>
      <a:lvl9pPr marL="3706765" algn="l" defTabSz="92669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400"/>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3"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32" cstate="screen">
            <a:extLst>
              <a:ext uri="{28A0092B-C50C-407E-A947-70E740481C1C}">
                <a14:useLocalDpi xmlns:a14="http://schemas.microsoft.com/office/drawing/2010/main"/>
              </a:ext>
            </a:extLst>
          </a:blip>
          <a:stretch>
            <a:fillRect/>
          </a:stretch>
        </p:blipFill>
        <p:spPr>
          <a:xfrm rot="5400000">
            <a:off x="9511379" y="3028289"/>
            <a:ext cx="6950706" cy="894134"/>
          </a:xfrm>
          <a:prstGeom prst="rect">
            <a:avLst/>
          </a:prstGeom>
        </p:spPr>
      </p:pic>
    </p:spTree>
    <p:extLst>
      <p:ext uri="{BB962C8B-B14F-4D97-AF65-F5344CB8AC3E}">
        <p14:creationId xmlns:p14="http://schemas.microsoft.com/office/powerpoint/2010/main" val="2767525804"/>
      </p:ext>
    </p:extLst>
  </p:cSld>
  <p:clrMap bg1="dk1" tx1="lt1" bg2="dk2" tx2="lt2" accent1="accent1" accent2="accent2" accent3="accent3" accent4="accent4" accent5="accent5" accent6="accent6" hlink="hlink" folHlink="folHlink"/>
  <p:sldLayoutIdLst>
    <p:sldLayoutId id="2147483885" r:id="rId1"/>
    <p:sldLayoutId id="2147483886" r:id="rId2"/>
    <p:sldLayoutId id="2147483887" r:id="rId3"/>
    <p:sldLayoutId id="2147483888" r:id="rId4"/>
    <p:sldLayoutId id="2147483889" r:id="rId5"/>
    <p:sldLayoutId id="2147483890" r:id="rId6"/>
    <p:sldLayoutId id="2147483891" r:id="rId7"/>
    <p:sldLayoutId id="2147483892" r:id="rId8"/>
    <p:sldLayoutId id="2147483893" r:id="rId9"/>
    <p:sldLayoutId id="2147483894" r:id="rId10"/>
    <p:sldLayoutId id="2147483895" r:id="rId11"/>
    <p:sldLayoutId id="2147483896" r:id="rId12"/>
    <p:sldLayoutId id="2147483897" r:id="rId13"/>
    <p:sldLayoutId id="2147483898" r:id="rId14"/>
    <p:sldLayoutId id="2147483899" r:id="rId15"/>
    <p:sldLayoutId id="2147483900" r:id="rId16"/>
    <p:sldLayoutId id="2147483901" r:id="rId17"/>
    <p:sldLayoutId id="2147483902" r:id="rId18"/>
    <p:sldLayoutId id="2147483903" r:id="rId19"/>
    <p:sldLayoutId id="2147483904" r:id="rId20"/>
    <p:sldLayoutId id="2147483905" r:id="rId21"/>
    <p:sldLayoutId id="2147483906" r:id="rId22"/>
    <p:sldLayoutId id="2147483907" r:id="rId23"/>
    <p:sldLayoutId id="2147483908" r:id="rId24"/>
    <p:sldLayoutId id="2147483909" r:id="rId25"/>
    <p:sldLayoutId id="2147483910" r:id="rId26"/>
    <p:sldLayoutId id="2147483911" r:id="rId27"/>
    <p:sldLayoutId id="2147483912" r:id="rId28"/>
    <p:sldLayoutId id="2147483913" r:id="rId29"/>
    <p:sldLayoutId id="2147483914" r:id="rId30"/>
  </p:sldLayoutIdLst>
  <p:transition>
    <p:fade/>
  </p:transition>
  <p:txStyles>
    <p:titleStyle>
      <a:lvl1pPr algn="l" defTabSz="926264" rtl="0" eaLnBrk="1" latinLnBrk="0" hangingPunct="1">
        <a:lnSpc>
          <a:spcPct val="90000"/>
        </a:lnSpc>
        <a:spcBef>
          <a:spcPct val="0"/>
        </a:spcBef>
        <a:buNone/>
        <a:defRPr lang="en-US" sz="5363"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18" marR="0" indent="-340518"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2" kern="1200" spc="0" baseline="0">
          <a:gradFill>
            <a:gsLst>
              <a:gs pos="1250">
                <a:schemeClr val="tx1"/>
              </a:gs>
              <a:gs pos="100000">
                <a:schemeClr val="tx1"/>
              </a:gs>
            </a:gsLst>
            <a:lin ang="5400000" scaled="0"/>
          </a:gradFill>
          <a:latin typeface="+mj-lt"/>
          <a:ea typeface="+mn-ea"/>
          <a:cs typeface="+mn-cs"/>
        </a:defRPr>
      </a:lvl1pPr>
      <a:lvl2pPr marL="580142" marR="0" indent="-239622"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542"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555"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568"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224"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357"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3490"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6622"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264" rtl="0" eaLnBrk="1" latinLnBrk="0" hangingPunct="1">
        <a:defRPr sz="1789" kern="1200">
          <a:solidFill>
            <a:schemeClr val="tx1"/>
          </a:solidFill>
          <a:latin typeface="+mn-lt"/>
          <a:ea typeface="+mn-ea"/>
          <a:cs typeface="+mn-cs"/>
        </a:defRPr>
      </a:lvl1pPr>
      <a:lvl2pPr marL="463131" algn="l" defTabSz="926264" rtl="0" eaLnBrk="1" latinLnBrk="0" hangingPunct="1">
        <a:defRPr sz="1789" kern="1200">
          <a:solidFill>
            <a:schemeClr val="tx1"/>
          </a:solidFill>
          <a:latin typeface="+mn-lt"/>
          <a:ea typeface="+mn-ea"/>
          <a:cs typeface="+mn-cs"/>
        </a:defRPr>
      </a:lvl2pPr>
      <a:lvl3pPr marL="926264" algn="l" defTabSz="926264" rtl="0" eaLnBrk="1" latinLnBrk="0" hangingPunct="1">
        <a:defRPr sz="1789" kern="1200">
          <a:solidFill>
            <a:schemeClr val="tx1"/>
          </a:solidFill>
          <a:latin typeface="+mn-lt"/>
          <a:ea typeface="+mn-ea"/>
          <a:cs typeface="+mn-cs"/>
        </a:defRPr>
      </a:lvl3pPr>
      <a:lvl4pPr marL="1389396" algn="l" defTabSz="926264" rtl="0" eaLnBrk="1" latinLnBrk="0" hangingPunct="1">
        <a:defRPr sz="1789" kern="1200">
          <a:solidFill>
            <a:schemeClr val="tx1"/>
          </a:solidFill>
          <a:latin typeface="+mn-lt"/>
          <a:ea typeface="+mn-ea"/>
          <a:cs typeface="+mn-cs"/>
        </a:defRPr>
      </a:lvl4pPr>
      <a:lvl5pPr marL="1852528" algn="l" defTabSz="926264" rtl="0" eaLnBrk="1" latinLnBrk="0" hangingPunct="1">
        <a:defRPr sz="1789" kern="1200">
          <a:solidFill>
            <a:schemeClr val="tx1"/>
          </a:solidFill>
          <a:latin typeface="+mn-lt"/>
          <a:ea typeface="+mn-ea"/>
          <a:cs typeface="+mn-cs"/>
        </a:defRPr>
      </a:lvl5pPr>
      <a:lvl6pPr marL="2315660" algn="l" defTabSz="926264" rtl="0" eaLnBrk="1" latinLnBrk="0" hangingPunct="1">
        <a:defRPr sz="1789" kern="1200">
          <a:solidFill>
            <a:schemeClr val="tx1"/>
          </a:solidFill>
          <a:latin typeface="+mn-lt"/>
          <a:ea typeface="+mn-ea"/>
          <a:cs typeface="+mn-cs"/>
        </a:defRPr>
      </a:lvl6pPr>
      <a:lvl7pPr marL="2778791" algn="l" defTabSz="926264" rtl="0" eaLnBrk="1" latinLnBrk="0" hangingPunct="1">
        <a:defRPr sz="1789" kern="1200">
          <a:solidFill>
            <a:schemeClr val="tx1"/>
          </a:solidFill>
          <a:latin typeface="+mn-lt"/>
          <a:ea typeface="+mn-ea"/>
          <a:cs typeface="+mn-cs"/>
        </a:defRPr>
      </a:lvl7pPr>
      <a:lvl8pPr marL="3241922" algn="l" defTabSz="926264" rtl="0" eaLnBrk="1" latinLnBrk="0" hangingPunct="1">
        <a:defRPr sz="1789" kern="1200">
          <a:solidFill>
            <a:schemeClr val="tx1"/>
          </a:solidFill>
          <a:latin typeface="+mn-lt"/>
          <a:ea typeface="+mn-ea"/>
          <a:cs typeface="+mn-cs"/>
        </a:defRPr>
      </a:lvl8pPr>
      <a:lvl9pPr marL="3705056" algn="l" defTabSz="926264"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8">
          <p15:clr>
            <a:srgbClr val="C35EA4"/>
          </p15:clr>
        </p15:guide>
        <p15:guide id="24" pos="7546">
          <p15:clr>
            <a:srgbClr val="C35EA4"/>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xml"/><Relationship Id="rId1" Type="http://schemas.openxmlformats.org/officeDocument/2006/relationships/slideLayout" Target="../slideLayouts/slideLayout3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xml"/><Relationship Id="rId1" Type="http://schemas.openxmlformats.org/officeDocument/2006/relationships/slideLayout" Target="../slideLayouts/slideLayout33.xml"/><Relationship Id="rId4" Type="http://schemas.openxmlformats.org/officeDocument/2006/relationships/image" Target="../media/image62.png"/></Relationships>
</file>

<file path=ppt/slides/_rels/slide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xml"/><Relationship Id="rId1" Type="http://schemas.openxmlformats.org/officeDocument/2006/relationships/slideLayout" Target="../slideLayouts/slideLayout33.xml"/></Relationships>
</file>

<file path=ppt/slides/_rels/slide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xml"/><Relationship Id="rId1" Type="http://schemas.openxmlformats.org/officeDocument/2006/relationships/slideLayout" Target="../slideLayouts/slideLayout33.xml"/><Relationship Id="rId6" Type="http://schemas.openxmlformats.org/officeDocument/2006/relationships/image" Target="../media/image65.png"/><Relationship Id="rId5" Type="http://schemas.openxmlformats.org/officeDocument/2006/relationships/image" Target="../media/image62.png"/><Relationship Id="rId4" Type="http://schemas.openxmlformats.org/officeDocument/2006/relationships/image" Target="../media/image61.png"/></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33.xml"/><Relationship Id="rId6" Type="http://schemas.openxmlformats.org/officeDocument/2006/relationships/image" Target="../media/image200.png"/><Relationship Id="rId5" Type="http://schemas.openxmlformats.org/officeDocument/2006/relationships/image" Target="../media/image62.png"/><Relationship Id="rId4" Type="http://schemas.openxmlformats.org/officeDocument/2006/relationships/image" Target="../media/image61.png"/></Relationships>
</file>

<file path=ppt/slides/_rels/slide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xml"/><Relationship Id="rId1" Type="http://schemas.openxmlformats.org/officeDocument/2006/relationships/slideLayout" Target="../slideLayouts/slideLayout33.xml"/><Relationship Id="rId6" Type="http://schemas.openxmlformats.org/officeDocument/2006/relationships/image" Target="../media/image201.png"/><Relationship Id="rId5" Type="http://schemas.openxmlformats.org/officeDocument/2006/relationships/image" Target="../media/image62.png"/><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7.xml"/><Relationship Id="rId1" Type="http://schemas.openxmlformats.org/officeDocument/2006/relationships/slideLayout" Target="../slideLayouts/slideLayout33.xml"/><Relationship Id="rId6" Type="http://schemas.openxmlformats.org/officeDocument/2006/relationships/image" Target="../media/image67.png"/><Relationship Id="rId5" Type="http://schemas.openxmlformats.org/officeDocument/2006/relationships/image" Target="../media/image62.png"/><Relationship Id="rId4" Type="http://schemas.openxmlformats.org/officeDocument/2006/relationships/image" Target="../media/image61.png"/></Relationships>
</file>

<file path=ppt/slides/_rels/slide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xml"/><Relationship Id="rId1" Type="http://schemas.openxmlformats.org/officeDocument/2006/relationships/slideLayout" Target="../slideLayouts/slideLayout33.xml"/><Relationship Id="rId6" Type="http://schemas.openxmlformats.org/officeDocument/2006/relationships/image" Target="../media/image202.png"/><Relationship Id="rId5" Type="http://schemas.openxmlformats.org/officeDocument/2006/relationships/image" Target="../media/image62.png"/><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9.xml"/><Relationship Id="rId1" Type="http://schemas.openxmlformats.org/officeDocument/2006/relationships/slideLayout" Target="../slideLayouts/slideLayout33.xml"/><Relationship Id="rId6" Type="http://schemas.openxmlformats.org/officeDocument/2006/relationships/image" Target="../media/image68.png"/><Relationship Id="rId5" Type="http://schemas.openxmlformats.org/officeDocument/2006/relationships/image" Target="../media/image62.png"/><Relationship Id="rId4" Type="http://schemas.openxmlformats.org/officeDocument/2006/relationships/image" Target="../media/image61.png"/></Relationships>
</file>

<file path=ppt/slides/_rels/slide1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0.xml"/><Relationship Id="rId1" Type="http://schemas.openxmlformats.org/officeDocument/2006/relationships/slideLayout" Target="../slideLayouts/slideLayout33.xml"/><Relationship Id="rId6" Type="http://schemas.openxmlformats.org/officeDocument/2006/relationships/image" Target="../media/image69.png"/><Relationship Id="rId5" Type="http://schemas.openxmlformats.org/officeDocument/2006/relationships/image" Target="../media/image62.png"/><Relationship Id="rId4" Type="http://schemas.openxmlformats.org/officeDocument/2006/relationships/image" Target="../media/image61.png"/></Relationships>
</file>

<file path=ppt/slides/_rels/slide1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1.xml"/><Relationship Id="rId1" Type="http://schemas.openxmlformats.org/officeDocument/2006/relationships/slideLayout" Target="../slideLayouts/slideLayout33.xml"/><Relationship Id="rId4" Type="http://schemas.openxmlformats.org/officeDocument/2006/relationships/image" Target="../media/image62.png"/></Relationships>
</file>

<file path=ppt/slides/_rels/slide1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xml"/><Relationship Id="rId1" Type="http://schemas.openxmlformats.org/officeDocument/2006/relationships/slideLayout" Target="../slideLayouts/slideLayout33.xml"/><Relationship Id="rId5" Type="http://schemas.openxmlformats.org/officeDocument/2006/relationships/image" Target="../media/image62.png"/><Relationship Id="rId4" Type="http://schemas.openxmlformats.org/officeDocument/2006/relationships/image" Target="../media/image61.png"/></Relationships>
</file>

<file path=ppt/slides/_rels/slide1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3.xml"/><Relationship Id="rId1" Type="http://schemas.openxmlformats.org/officeDocument/2006/relationships/slideLayout" Target="../slideLayouts/slideLayout33.xml"/><Relationship Id="rId4" Type="http://schemas.openxmlformats.org/officeDocument/2006/relationships/image" Target="../media/image62.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4.xml"/><Relationship Id="rId1" Type="http://schemas.openxmlformats.org/officeDocument/2006/relationships/slideLayout" Target="../slideLayouts/slideLayout33.xml"/><Relationship Id="rId5" Type="http://schemas.openxmlformats.org/officeDocument/2006/relationships/image" Target="../media/image61.png"/><Relationship Id="rId4" Type="http://schemas.openxmlformats.org/officeDocument/2006/relationships/image" Target="../media/image60.png"/></Relationships>
</file>

<file path=ppt/slides/_rels/slide1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5.xml"/><Relationship Id="rId1" Type="http://schemas.openxmlformats.org/officeDocument/2006/relationships/slideLayout" Target="../slideLayouts/slideLayout3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41"/>
        </a:solidFill>
        <a:effectLst/>
      </p:bgPr>
    </p:bg>
    <p:spTree>
      <p:nvGrpSpPr>
        <p:cNvPr id="1" name=""/>
        <p:cNvGrpSpPr/>
        <p:nvPr/>
      </p:nvGrpSpPr>
      <p:grpSpPr>
        <a:xfrm>
          <a:off x="0" y="0"/>
          <a:ext cx="0" cy="0"/>
          <a:chOff x="0" y="0"/>
          <a:chExt cx="0" cy="0"/>
        </a:xfrm>
      </p:grpSpPr>
      <p:sp>
        <p:nvSpPr>
          <p:cNvPr id="2" name="Shape 0"/>
          <p:cNvSpPr/>
          <p:nvPr/>
        </p:nvSpPr>
        <p:spPr>
          <a:xfrm>
            <a:off x="0" y="0"/>
            <a:ext cx="6355080" cy="6949440"/>
          </a:xfrm>
          <a:prstGeom prst="rect">
            <a:avLst/>
          </a:prstGeom>
          <a:solidFill>
            <a:srgbClr val="000041"/>
          </a:solidFill>
          <a:ln w="12700">
            <a:solidFill>
              <a:srgbClr val="000041"/>
            </a:solidFill>
            <a:prstDash val="solid"/>
          </a:ln>
        </p:spPr>
      </p:sp>
      <p:sp>
        <p:nvSpPr>
          <p:cNvPr id="3" name="Shape 1"/>
          <p:cNvSpPr/>
          <p:nvPr/>
        </p:nvSpPr>
        <p:spPr>
          <a:xfrm>
            <a:off x="6355080" y="0"/>
            <a:ext cx="6080760" cy="6949440"/>
          </a:xfrm>
          <a:prstGeom prst="rect">
            <a:avLst/>
          </a:prstGeom>
          <a:solidFill>
            <a:srgbClr val="0078D3"/>
          </a:solidFill>
          <a:ln w="12700">
            <a:solidFill>
              <a:srgbClr val="0078D3"/>
            </a:solidFill>
            <a:prstDash val="solid"/>
          </a:ln>
        </p:spPr>
      </p:sp>
      <p:pic>
        <p:nvPicPr>
          <p:cNvPr id="4" name="Image 0" descr="/home/jordanbean/source/repos/github-copilot-for-data-professionals/deck/assets/hero-data-copilot.png"/>
          <p:cNvPicPr>
            <a:picLocks noChangeAspect="1"/>
          </p:cNvPicPr>
          <p:nvPr/>
        </p:nvPicPr>
        <p:blipFill>
          <a:blip r:embed="rId3"/>
          <a:stretch>
            <a:fillRect/>
          </a:stretch>
        </p:blipFill>
        <p:spPr>
          <a:xfrm>
            <a:off x="6537960" y="685800"/>
            <a:ext cx="5623560" cy="3794760"/>
          </a:xfrm>
          <a:prstGeom prst="rect">
            <a:avLst/>
          </a:prstGeom>
        </p:spPr>
      </p:pic>
      <p:sp>
        <p:nvSpPr>
          <p:cNvPr id="5" name="Text 2"/>
          <p:cNvSpPr/>
          <p:nvPr/>
        </p:nvSpPr>
        <p:spPr>
          <a:xfrm>
            <a:off x="685800" y="914400"/>
            <a:ext cx="5349240" cy="1234440"/>
          </a:xfrm>
          <a:prstGeom prst="rect">
            <a:avLst/>
          </a:prstGeom>
          <a:noFill/>
          <a:ln/>
        </p:spPr>
        <p:txBody>
          <a:bodyPr wrap="square" lIns="0" tIns="12700" rIns="0" bIns="12700" rtlCol="0" anchor="ctr">
            <a:normAutofit/>
          </a:bodyPr>
          <a:lstStyle/>
          <a:p>
            <a:pPr marL="0" indent="0">
              <a:buNone/>
            </a:pPr>
            <a:r>
              <a:rPr lang="en-US" sz="4800" b="1" dirty="0">
                <a:solidFill>
                  <a:srgbClr val="FFFFFF"/>
                </a:solidFill>
              </a:rPr>
              <a:t>GitHub Copilot for Data Professionals</a:t>
            </a:r>
            <a:endParaRPr lang="en-US" sz="4800" dirty="0"/>
          </a:p>
        </p:txBody>
      </p:sp>
      <p:sp>
        <p:nvSpPr>
          <p:cNvPr id="6" name="Text 3"/>
          <p:cNvSpPr/>
          <p:nvPr/>
        </p:nvSpPr>
        <p:spPr>
          <a:xfrm>
            <a:off x="713232" y="2331720"/>
            <a:ext cx="5120640" cy="731520"/>
          </a:xfrm>
          <a:prstGeom prst="rect">
            <a:avLst/>
          </a:prstGeom>
          <a:noFill/>
          <a:ln/>
        </p:spPr>
        <p:txBody>
          <a:bodyPr wrap="square" lIns="0" tIns="12700" rIns="0" bIns="12700" rtlCol="0" anchor="ctr">
            <a:normAutofit/>
          </a:bodyPr>
          <a:lstStyle/>
          <a:p>
            <a:pPr marL="0" indent="0">
              <a:buNone/>
            </a:pPr>
            <a:r>
              <a:rPr lang="en-US" sz="2300" b="1" dirty="0">
                <a:solidFill>
                  <a:srgbClr val="50E6FF"/>
                </a:solidFill>
              </a:rPr>
              <a:t>A supply-chain data workflow: from raw signals to trusted decisions</a:t>
            </a:r>
            <a:endParaRPr lang="en-US" sz="2300" dirty="0"/>
          </a:p>
        </p:txBody>
      </p:sp>
      <p:sp>
        <p:nvSpPr>
          <p:cNvPr id="7" name="Text 4"/>
          <p:cNvSpPr/>
          <p:nvPr/>
        </p:nvSpPr>
        <p:spPr>
          <a:xfrm>
            <a:off x="731520" y="3200400"/>
            <a:ext cx="5166360" cy="1051560"/>
          </a:xfrm>
          <a:prstGeom prst="rect">
            <a:avLst/>
          </a:prstGeom>
          <a:noFill/>
          <a:ln/>
        </p:spPr>
        <p:txBody>
          <a:bodyPr wrap="square" lIns="254" tIns="12700" rIns="254" bIns="12700" rtlCol="0" anchor="ctr">
            <a:normAutofit/>
          </a:bodyPr>
          <a:lstStyle/>
          <a:p>
            <a:pPr marL="0" indent="0">
              <a:buNone/>
            </a:pPr>
            <a:r>
              <a:rPr lang="en-US" sz="1700" dirty="0">
                <a:solidFill>
                  <a:srgbClr val="FFFFFF"/>
                </a:solidFill>
              </a:rPr>
              <a:t>GitHub Copilot accelerates repetitive supply-chain data work in Python, PySpark, SQL, and notebooks while teams keep full control over correctness.</a:t>
            </a:r>
            <a:endParaRPr lang="en-US" sz="1700" dirty="0"/>
          </a:p>
        </p:txBody>
      </p:sp>
      <p:sp>
        <p:nvSpPr>
          <p:cNvPr id="8" name="Shape 5"/>
          <p:cNvSpPr/>
          <p:nvPr/>
        </p:nvSpPr>
        <p:spPr>
          <a:xfrm>
            <a:off x="731520" y="4553712"/>
            <a:ext cx="438912" cy="438912"/>
          </a:xfrm>
          <a:prstGeom prst="roundRect">
            <a:avLst>
              <a:gd name="adj" fmla="val 8333"/>
            </a:avLst>
          </a:prstGeom>
          <a:solidFill>
            <a:srgbClr val="FFFFFF">
              <a:alpha val="92000"/>
            </a:srgbClr>
          </a:solidFill>
          <a:ln w="6350">
            <a:solidFill>
              <a:srgbClr val="D0D7DE"/>
            </a:solidFill>
            <a:prstDash val="solid"/>
          </a:ln>
        </p:spPr>
      </p:sp>
      <p:pic>
        <p:nvPicPr>
          <p:cNvPr id="9" name="Image 1" descr="/home/jordanbean/source/repos/github-copilot-for-data-professionals/deck/assets/icons/github-mark.png"/>
          <p:cNvPicPr>
            <a:picLocks noChangeAspect="1"/>
          </p:cNvPicPr>
          <p:nvPr/>
        </p:nvPicPr>
        <p:blipFill>
          <a:blip r:embed="rId4"/>
          <a:stretch>
            <a:fillRect/>
          </a:stretch>
        </p:blipFill>
        <p:spPr>
          <a:xfrm>
            <a:off x="749808" y="4572000"/>
            <a:ext cx="402336" cy="402336"/>
          </a:xfrm>
          <a:prstGeom prst="rect">
            <a:avLst/>
          </a:prstGeom>
        </p:spPr>
      </p:pic>
      <p:sp>
        <p:nvSpPr>
          <p:cNvPr id="10" name="Shape 6"/>
          <p:cNvSpPr/>
          <p:nvPr/>
        </p:nvSpPr>
        <p:spPr>
          <a:xfrm>
            <a:off x="1298448" y="4553712"/>
            <a:ext cx="438912" cy="438912"/>
          </a:xfrm>
          <a:prstGeom prst="roundRect">
            <a:avLst>
              <a:gd name="adj" fmla="val 8333"/>
            </a:avLst>
          </a:prstGeom>
          <a:solidFill>
            <a:srgbClr val="FFFFFF">
              <a:alpha val="92000"/>
            </a:srgbClr>
          </a:solidFill>
          <a:ln w="6350">
            <a:solidFill>
              <a:srgbClr val="D0D7DE"/>
            </a:solidFill>
            <a:prstDash val="solid"/>
          </a:ln>
        </p:spPr>
      </p:sp>
      <p:pic>
        <p:nvPicPr>
          <p:cNvPr id="11" name="Image 2" descr="/home/jordanbean/source/repos/github-copilot-for-data-professionals/deck/assets/icons/github-copilot.png"/>
          <p:cNvPicPr>
            <a:picLocks noChangeAspect="1"/>
          </p:cNvPicPr>
          <p:nvPr/>
        </p:nvPicPr>
        <p:blipFill>
          <a:blip r:embed="rId5"/>
          <a:stretch>
            <a:fillRect/>
          </a:stretch>
        </p:blipFill>
        <p:spPr>
          <a:xfrm>
            <a:off x="1316736" y="4572000"/>
            <a:ext cx="402336" cy="402336"/>
          </a:xfrm>
          <a:prstGeom prst="rect">
            <a:avLst/>
          </a:prstGeom>
        </p:spPr>
      </p:pic>
      <p:sp>
        <p:nvSpPr>
          <p:cNvPr id="12" name="Shape 7"/>
          <p:cNvSpPr/>
          <p:nvPr/>
        </p:nvSpPr>
        <p:spPr>
          <a:xfrm>
            <a:off x="1865376" y="4553712"/>
            <a:ext cx="438912" cy="438912"/>
          </a:xfrm>
          <a:prstGeom prst="roundRect">
            <a:avLst>
              <a:gd name="adj" fmla="val 8333"/>
            </a:avLst>
          </a:prstGeom>
          <a:solidFill>
            <a:srgbClr val="FFFFFF">
              <a:alpha val="92000"/>
            </a:srgbClr>
          </a:solidFill>
          <a:ln w="6350">
            <a:solidFill>
              <a:srgbClr val="D0D7DE"/>
            </a:solidFill>
            <a:prstDash val="solid"/>
          </a:ln>
        </p:spPr>
      </p:sp>
      <p:pic>
        <p:nvPicPr>
          <p:cNvPr id="13" name="Image 3" descr="/home/jordanbean/source/repos/github-copilot-for-data-professionals/deck/assets/icons/microsoft-fabric.png"/>
          <p:cNvPicPr>
            <a:picLocks noChangeAspect="1"/>
          </p:cNvPicPr>
          <p:nvPr/>
        </p:nvPicPr>
        <p:blipFill>
          <a:blip r:embed="rId6"/>
          <a:stretch>
            <a:fillRect/>
          </a:stretch>
        </p:blipFill>
        <p:spPr>
          <a:xfrm>
            <a:off x="1883664" y="4572000"/>
            <a:ext cx="402336" cy="402336"/>
          </a:xfrm>
          <a:prstGeom prst="rect">
            <a:avLst/>
          </a:prstGeom>
        </p:spPr>
      </p:pic>
      <p:sp>
        <p:nvSpPr>
          <p:cNvPr id="14" name="Text 8"/>
          <p:cNvSpPr/>
          <p:nvPr/>
        </p:nvSpPr>
        <p:spPr>
          <a:xfrm>
            <a:off x="749808" y="5230368"/>
            <a:ext cx="3200400" cy="320040"/>
          </a:xfrm>
          <a:prstGeom prst="rect">
            <a:avLst/>
          </a:prstGeom>
          <a:noFill/>
          <a:ln/>
        </p:spPr>
        <p:txBody>
          <a:bodyPr wrap="square" lIns="0" tIns="12700" rIns="0" bIns="12700" rtlCol="0" anchor="ctr">
            <a:normAutofit/>
          </a:bodyPr>
          <a:lstStyle/>
          <a:p>
            <a:pPr marL="0" indent="0">
              <a:buNone/>
            </a:pPr>
            <a:r>
              <a:rPr lang="en-US" sz="1400" dirty="0">
                <a:solidFill>
                  <a:srgbClr val="FFFFFF"/>
                </a:solidFill>
              </a:rPr>
              <a:t>Jordan Bean</a:t>
            </a:r>
            <a:endParaRPr lang="en-US" sz="1400" dirty="0"/>
          </a:p>
        </p:txBody>
      </p:sp>
      <p:sp>
        <p:nvSpPr>
          <p:cNvPr id="15" name="Text 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FFFFFF">
                    <a:alpha val="80000"/>
                  </a:srgbClr>
                </a:solidFill>
              </a:rPr>
              <a:t>GitHub Copilot for Data Professionals</a:t>
            </a:r>
            <a:endParaRPr lang="en-US" sz="850" dirty="0"/>
          </a:p>
        </p:txBody>
      </p:sp>
      <p:sp>
        <p:nvSpPr>
          <p:cNvPr id="16" name="Text 1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50E6FF"/>
                </a:solidFill>
              </a:rPr>
              <a:t>https://github.com/your-org/github-copilot-for-data-professionals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B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500" b="1" dirty="0">
                <a:solidFill>
                  <a:srgbClr val="000041"/>
                </a:solidFill>
                <a:latin typeface="Segoe UI Semibold" pitchFamily="34" charset="0"/>
                <a:ea typeface="Segoe UI Semibold" pitchFamily="34" charset="-122"/>
                <a:cs typeface="Segoe UI Semibold" pitchFamily="34" charset="-120"/>
              </a:rPr>
              <a:t>Why Copilot lands for data teams</a:t>
            </a:r>
            <a:endParaRPr lang="en-US" sz="3500" dirty="0"/>
          </a:p>
        </p:txBody>
      </p:sp>
      <p:sp>
        <p:nvSpPr>
          <p:cNvPr id="3" name="Shape 1"/>
          <p:cNvSpPr/>
          <p:nvPr/>
        </p:nvSpPr>
        <p:spPr>
          <a:xfrm>
            <a:off x="10222992"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copilot.png"/>
          <p:cNvPicPr>
            <a:picLocks noChangeAspect="1"/>
          </p:cNvPicPr>
          <p:nvPr/>
        </p:nvPicPr>
        <p:blipFill>
          <a:blip r:embed="rId3"/>
          <a:stretch>
            <a:fillRect/>
          </a:stretch>
        </p:blipFill>
        <p:spPr>
          <a:xfrm>
            <a:off x="10241280" y="338328"/>
            <a:ext cx="301752" cy="301752"/>
          </a:xfrm>
          <a:prstGeom prst="rect">
            <a:avLst/>
          </a:prstGeom>
        </p:spPr>
      </p:pic>
      <p:sp>
        <p:nvSpPr>
          <p:cNvPr id="5" name="Shape 2"/>
          <p:cNvSpPr/>
          <p:nvPr/>
        </p:nvSpPr>
        <p:spPr>
          <a:xfrm>
            <a:off x="10616184"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microsoft-fabric.png"/>
          <p:cNvPicPr>
            <a:picLocks noChangeAspect="1"/>
          </p:cNvPicPr>
          <p:nvPr/>
        </p:nvPicPr>
        <p:blipFill>
          <a:blip r:embed="rId4"/>
          <a:stretch>
            <a:fillRect/>
          </a:stretch>
        </p:blipFill>
        <p:spPr>
          <a:xfrm>
            <a:off x="10634472" y="338328"/>
            <a:ext cx="301752" cy="301752"/>
          </a:xfrm>
          <a:prstGeom prst="rect">
            <a:avLst/>
          </a:prstGeom>
        </p:spPr>
      </p:pic>
      <p:sp>
        <p:nvSpPr>
          <p:cNvPr id="7" name="Shape 3"/>
          <p:cNvSpPr/>
          <p:nvPr/>
        </p:nvSpPr>
        <p:spPr>
          <a:xfrm>
            <a:off x="658368" y="1078992"/>
            <a:ext cx="2743200" cy="2011680"/>
          </a:xfrm>
          <a:prstGeom prst="roundRect">
            <a:avLst>
              <a:gd name="adj" fmla="val 3636"/>
            </a:avLst>
          </a:prstGeom>
          <a:solidFill>
            <a:srgbClr val="FFFFFF"/>
          </a:solidFill>
          <a:ln w="15240">
            <a:solidFill>
              <a:srgbClr val="0078D3"/>
            </a:solidFill>
            <a:prstDash val="solid"/>
          </a:ln>
        </p:spPr>
      </p:sp>
      <p:sp>
        <p:nvSpPr>
          <p:cNvPr id="8" name="Shape 4"/>
          <p:cNvSpPr/>
          <p:nvPr/>
        </p:nvSpPr>
        <p:spPr>
          <a:xfrm>
            <a:off x="658368" y="1078992"/>
            <a:ext cx="128016" cy="2011680"/>
          </a:xfrm>
          <a:prstGeom prst="rect">
            <a:avLst/>
          </a:prstGeom>
          <a:solidFill>
            <a:srgbClr val="0078D3"/>
          </a:solidFill>
          <a:ln w="12700">
            <a:solidFill>
              <a:srgbClr val="0078D3"/>
            </a:solidFill>
            <a:prstDash val="solid"/>
          </a:ln>
        </p:spPr>
      </p:sp>
      <p:sp>
        <p:nvSpPr>
          <p:cNvPr id="9" name="Text 5"/>
          <p:cNvSpPr/>
          <p:nvPr/>
        </p:nvSpPr>
        <p:spPr>
          <a:xfrm>
            <a:off x="932688" y="1225296"/>
            <a:ext cx="233172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Repeated code work</a:t>
            </a:r>
            <a:endParaRPr lang="en-US" sz="1700" dirty="0"/>
          </a:p>
        </p:txBody>
      </p:sp>
      <p:sp>
        <p:nvSpPr>
          <p:cNvPr id="10" name="Text 6"/>
          <p:cNvSpPr/>
          <p:nvPr/>
        </p:nvSpPr>
        <p:spPr>
          <a:xfrm>
            <a:off x="932688" y="1609344"/>
            <a:ext cx="2331720" cy="138988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Schema checks, joins, validation rules, Spark transforms, SQL variants, and notebook cleanup consume significant engineering time.</a:t>
            </a:r>
            <a:endParaRPr lang="en-US" sz="1250" dirty="0"/>
          </a:p>
        </p:txBody>
      </p:sp>
      <p:sp>
        <p:nvSpPr>
          <p:cNvPr id="11" name="Shape 7"/>
          <p:cNvSpPr/>
          <p:nvPr/>
        </p:nvSpPr>
        <p:spPr>
          <a:xfrm>
            <a:off x="3639312" y="1078992"/>
            <a:ext cx="2743200" cy="2011680"/>
          </a:xfrm>
          <a:prstGeom prst="roundRect">
            <a:avLst>
              <a:gd name="adj" fmla="val 3636"/>
            </a:avLst>
          </a:prstGeom>
          <a:solidFill>
            <a:srgbClr val="FFFFFF"/>
          </a:solidFill>
          <a:ln w="15240">
            <a:solidFill>
              <a:srgbClr val="5C2D91"/>
            </a:solidFill>
            <a:prstDash val="solid"/>
          </a:ln>
        </p:spPr>
      </p:sp>
      <p:sp>
        <p:nvSpPr>
          <p:cNvPr id="12" name="Shape 8"/>
          <p:cNvSpPr/>
          <p:nvPr/>
        </p:nvSpPr>
        <p:spPr>
          <a:xfrm>
            <a:off x="3639312" y="1078992"/>
            <a:ext cx="128016" cy="2011680"/>
          </a:xfrm>
          <a:prstGeom prst="rect">
            <a:avLst/>
          </a:prstGeom>
          <a:solidFill>
            <a:srgbClr val="5C2D91"/>
          </a:solidFill>
          <a:ln w="12700">
            <a:solidFill>
              <a:srgbClr val="5C2D91"/>
            </a:solidFill>
            <a:prstDash val="solid"/>
          </a:ln>
        </p:spPr>
      </p:sp>
      <p:sp>
        <p:nvSpPr>
          <p:cNvPr id="13" name="Text 9"/>
          <p:cNvSpPr/>
          <p:nvPr/>
        </p:nvSpPr>
        <p:spPr>
          <a:xfrm>
            <a:off x="3913632" y="1225296"/>
            <a:ext cx="233172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Context switching</a:t>
            </a:r>
            <a:endParaRPr lang="en-US" sz="1700" dirty="0"/>
          </a:p>
        </p:txBody>
      </p:sp>
      <p:sp>
        <p:nvSpPr>
          <p:cNvPr id="14" name="Text 10"/>
          <p:cNvSpPr/>
          <p:nvPr/>
        </p:nvSpPr>
        <p:spPr>
          <a:xfrm>
            <a:off x="3913632" y="1609344"/>
            <a:ext cx="2331720" cy="138988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Data engineers move between Python, PySpark, SQL, and platform-specific patterns in the same feature or incident.</a:t>
            </a:r>
            <a:endParaRPr lang="en-US" sz="1250" dirty="0"/>
          </a:p>
        </p:txBody>
      </p:sp>
      <p:sp>
        <p:nvSpPr>
          <p:cNvPr id="15" name="Shape 11"/>
          <p:cNvSpPr/>
          <p:nvPr/>
        </p:nvSpPr>
        <p:spPr>
          <a:xfrm>
            <a:off x="6620256" y="1078992"/>
            <a:ext cx="2743200" cy="2011680"/>
          </a:xfrm>
          <a:prstGeom prst="roundRect">
            <a:avLst>
              <a:gd name="adj" fmla="val 3636"/>
            </a:avLst>
          </a:prstGeom>
          <a:solidFill>
            <a:srgbClr val="FFFFFF"/>
          </a:solidFill>
          <a:ln w="15240">
            <a:solidFill>
              <a:srgbClr val="F7630C"/>
            </a:solidFill>
            <a:prstDash val="solid"/>
          </a:ln>
        </p:spPr>
      </p:sp>
      <p:sp>
        <p:nvSpPr>
          <p:cNvPr id="16" name="Shape 12"/>
          <p:cNvSpPr/>
          <p:nvPr/>
        </p:nvSpPr>
        <p:spPr>
          <a:xfrm>
            <a:off x="6620256" y="1078992"/>
            <a:ext cx="128016" cy="2011680"/>
          </a:xfrm>
          <a:prstGeom prst="rect">
            <a:avLst/>
          </a:prstGeom>
          <a:solidFill>
            <a:srgbClr val="F7630C"/>
          </a:solidFill>
          <a:ln w="12700">
            <a:solidFill>
              <a:srgbClr val="F7630C"/>
            </a:solidFill>
            <a:prstDash val="solid"/>
          </a:ln>
        </p:spPr>
      </p:sp>
      <p:sp>
        <p:nvSpPr>
          <p:cNvPr id="17" name="Text 13"/>
          <p:cNvSpPr/>
          <p:nvPr/>
        </p:nvSpPr>
        <p:spPr>
          <a:xfrm>
            <a:off x="6894576" y="1225296"/>
            <a:ext cx="233172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Quality pressure</a:t>
            </a:r>
            <a:endParaRPr lang="en-US" sz="1700" dirty="0"/>
          </a:p>
        </p:txBody>
      </p:sp>
      <p:sp>
        <p:nvSpPr>
          <p:cNvPr id="18" name="Text 14"/>
          <p:cNvSpPr/>
          <p:nvPr/>
        </p:nvSpPr>
        <p:spPr>
          <a:xfrm>
            <a:off x="6894576" y="1609344"/>
            <a:ext cx="2331720" cy="138988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Faster iteration is valuable only when tests, data contracts, and governance checks remain intact.</a:t>
            </a:r>
            <a:endParaRPr lang="en-US" sz="1250" dirty="0"/>
          </a:p>
        </p:txBody>
      </p:sp>
      <p:sp>
        <p:nvSpPr>
          <p:cNvPr id="19" name="Shape 15"/>
          <p:cNvSpPr/>
          <p:nvPr/>
        </p:nvSpPr>
        <p:spPr>
          <a:xfrm>
            <a:off x="9601200" y="1078992"/>
            <a:ext cx="2240280" cy="2011680"/>
          </a:xfrm>
          <a:prstGeom prst="roundRect">
            <a:avLst>
              <a:gd name="adj" fmla="val 3636"/>
            </a:avLst>
          </a:prstGeom>
          <a:solidFill>
            <a:srgbClr val="FFFFFF"/>
          </a:solidFill>
          <a:ln w="15240">
            <a:solidFill>
              <a:srgbClr val="107C10"/>
            </a:solidFill>
            <a:prstDash val="solid"/>
          </a:ln>
        </p:spPr>
      </p:sp>
      <p:sp>
        <p:nvSpPr>
          <p:cNvPr id="20" name="Shape 16"/>
          <p:cNvSpPr/>
          <p:nvPr/>
        </p:nvSpPr>
        <p:spPr>
          <a:xfrm>
            <a:off x="9601200" y="1078992"/>
            <a:ext cx="128016" cy="2011680"/>
          </a:xfrm>
          <a:prstGeom prst="rect">
            <a:avLst/>
          </a:prstGeom>
          <a:solidFill>
            <a:srgbClr val="107C10"/>
          </a:solidFill>
          <a:ln w="12700">
            <a:solidFill>
              <a:srgbClr val="107C10"/>
            </a:solidFill>
            <a:prstDash val="solid"/>
          </a:ln>
        </p:spPr>
      </p:sp>
      <p:sp>
        <p:nvSpPr>
          <p:cNvPr id="21" name="Text 17"/>
          <p:cNvSpPr/>
          <p:nvPr/>
        </p:nvSpPr>
        <p:spPr>
          <a:xfrm>
            <a:off x="9875520" y="1225296"/>
            <a:ext cx="182880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Copilot fit</a:t>
            </a:r>
            <a:endParaRPr lang="en-US" sz="1700" dirty="0"/>
          </a:p>
        </p:txBody>
      </p:sp>
      <p:sp>
        <p:nvSpPr>
          <p:cNvPr id="22" name="Text 18"/>
          <p:cNvSpPr/>
          <p:nvPr/>
        </p:nvSpPr>
        <p:spPr>
          <a:xfrm>
            <a:off x="9875520" y="1609344"/>
            <a:ext cx="1828800" cy="138988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faster, refine with constraints, and validate with guardrails.</a:t>
            </a:r>
            <a:endParaRPr lang="en-US" sz="1300" dirty="0"/>
          </a:p>
        </p:txBody>
      </p:sp>
      <p:sp>
        <p:nvSpPr>
          <p:cNvPr id="23" name="Shape 19"/>
          <p:cNvSpPr/>
          <p:nvPr/>
        </p:nvSpPr>
        <p:spPr>
          <a:xfrm>
            <a:off x="658368" y="3401568"/>
            <a:ext cx="11155680" cy="2011680"/>
          </a:xfrm>
          <a:prstGeom prst="roundRect">
            <a:avLst>
              <a:gd name="adj" fmla="val 4091"/>
            </a:avLst>
          </a:prstGeom>
          <a:solidFill>
            <a:srgbClr val="FFFFFF"/>
          </a:solidFill>
          <a:ln w="15240">
            <a:solidFill>
              <a:srgbClr val="000041"/>
            </a:solidFill>
            <a:prstDash val="solid"/>
          </a:ln>
        </p:spPr>
      </p:sp>
      <p:sp>
        <p:nvSpPr>
          <p:cNvPr id="24" name="Text 20"/>
          <p:cNvSpPr/>
          <p:nvPr/>
        </p:nvSpPr>
        <p:spPr>
          <a:xfrm>
            <a:off x="914400" y="3657600"/>
            <a:ext cx="3200400" cy="320040"/>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Core message for the audience</a:t>
            </a:r>
            <a:endParaRPr lang="en-US" sz="1600" dirty="0"/>
          </a:p>
        </p:txBody>
      </p:sp>
      <p:sp>
        <p:nvSpPr>
          <p:cNvPr id="25" name="Text 21"/>
          <p:cNvSpPr/>
          <p:nvPr/>
        </p:nvSpPr>
        <p:spPr>
          <a:xfrm>
            <a:off x="914400" y="4041648"/>
            <a:ext cx="10607040" cy="1097280"/>
          </a:xfrm>
          <a:prstGeom prst="rect">
            <a:avLst/>
          </a:prstGeom>
          <a:noFill/>
          <a:ln/>
        </p:spPr>
        <p:txBody>
          <a:bodyPr wrap="square" lIns="254" tIns="12700" rIns="254" bIns="12700" rtlCol="0" anchor="ctr">
            <a:normAutofit/>
          </a:bodyPr>
          <a:lstStyle/>
          <a:p>
            <a:pPr marL="0" indent="0">
              <a:buNone/>
            </a:pPr>
            <a:r>
              <a:rPr lang="en-US" sz="2000" b="1" dirty="0">
                <a:solidFill>
                  <a:srgbClr val="000041"/>
                </a:solidFill>
              </a:rPr>
              <a:t>Copilot is most useful for accelerating the middle of data work: drafting, explaining, and refactoring code. Data professionals still own data meaning, reliability, and production readiness.</a:t>
            </a:r>
            <a:endParaRPr lang="en-US" sz="2000" dirty="0"/>
          </a:p>
        </p:txBody>
      </p:sp>
      <p:sp>
        <p:nvSpPr>
          <p:cNvPr id="26" name="Text 22"/>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7" name="Text 23"/>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000041"/>
                </a:solidFill>
                <a:latin typeface="Segoe UI Semibold" pitchFamily="34" charset="0"/>
                <a:ea typeface="Segoe UI Semibold" pitchFamily="34" charset="-122"/>
                <a:cs typeface="Segoe UI Semibold" pitchFamily="34" charset="-120"/>
              </a:rPr>
              <a:t>One supply-chain workflow for this demo</a:t>
            </a:r>
            <a:endParaRPr lang="en-US" sz="3400" dirty="0"/>
          </a:p>
        </p:txBody>
      </p:sp>
      <p:pic>
        <p:nvPicPr>
          <p:cNvPr id="3" name="Image 0" descr="/home/jordanbean/source/repos/github-copilot-for-data-professionals/deck/assets/workflow-map.png"/>
          <p:cNvPicPr>
            <a:picLocks noChangeAspect="1"/>
          </p:cNvPicPr>
          <p:nvPr/>
        </p:nvPicPr>
        <p:blipFill>
          <a:blip r:embed="rId3"/>
          <a:stretch>
            <a:fillRect/>
          </a:stretch>
        </p:blipFill>
        <p:spPr>
          <a:xfrm>
            <a:off x="685800" y="1051560"/>
            <a:ext cx="11064240" cy="2514600"/>
          </a:xfrm>
          <a:prstGeom prst="rect">
            <a:avLst/>
          </a:prstGeom>
        </p:spPr>
      </p:pic>
      <p:sp>
        <p:nvSpPr>
          <p:cNvPr id="4" name="Shape 1"/>
          <p:cNvSpPr/>
          <p:nvPr/>
        </p:nvSpPr>
        <p:spPr>
          <a:xfrm>
            <a:off x="731520" y="3767328"/>
            <a:ext cx="11018520" cy="356616"/>
          </a:xfrm>
          <a:prstGeom prst="roundRect">
            <a:avLst>
              <a:gd name="adj" fmla="val 12821"/>
            </a:avLst>
          </a:prstGeom>
          <a:solidFill>
            <a:srgbClr val="F6FBFF"/>
          </a:solidFill>
          <a:ln w="7620">
            <a:solidFill>
              <a:srgbClr val="DADDE3"/>
            </a:solidFill>
            <a:prstDash val="solid"/>
          </a:ln>
        </p:spPr>
      </p:sp>
      <p:sp>
        <p:nvSpPr>
          <p:cNvPr id="5" name="Text 2"/>
          <p:cNvSpPr/>
          <p:nvPr/>
        </p:nvSpPr>
        <p:spPr>
          <a:xfrm>
            <a:off x="914400" y="3840480"/>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0078D3"/>
                </a:solidFill>
              </a:rPr>
              <a:t>Step 1</a:t>
            </a:r>
            <a:endParaRPr lang="en-US" sz="1100" dirty="0"/>
          </a:p>
        </p:txBody>
      </p:sp>
      <p:sp>
        <p:nvSpPr>
          <p:cNvPr id="6" name="Text 3"/>
          <p:cNvSpPr/>
          <p:nvPr/>
        </p:nvSpPr>
        <p:spPr>
          <a:xfrm>
            <a:off x="1965960" y="3840480"/>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Generate supply-chain source data</a:t>
            </a:r>
            <a:endParaRPr lang="en-US" sz="1100" dirty="0"/>
          </a:p>
        </p:txBody>
      </p:sp>
      <p:sp>
        <p:nvSpPr>
          <p:cNvPr id="7" name="Text 4"/>
          <p:cNvSpPr/>
          <p:nvPr/>
        </p:nvSpPr>
        <p:spPr>
          <a:xfrm>
            <a:off x="6537960" y="3840480"/>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examples/python/00_generate_sample_data.py</a:t>
            </a:r>
            <a:endParaRPr lang="en-US" sz="1100" dirty="0"/>
          </a:p>
        </p:txBody>
      </p:sp>
      <p:sp>
        <p:nvSpPr>
          <p:cNvPr id="8" name="Shape 5"/>
          <p:cNvSpPr/>
          <p:nvPr/>
        </p:nvSpPr>
        <p:spPr>
          <a:xfrm>
            <a:off x="731520" y="4197096"/>
            <a:ext cx="11018520" cy="356616"/>
          </a:xfrm>
          <a:prstGeom prst="roundRect">
            <a:avLst>
              <a:gd name="adj" fmla="val 12821"/>
            </a:avLst>
          </a:prstGeom>
          <a:solidFill>
            <a:srgbClr val="FFFFFF"/>
          </a:solidFill>
          <a:ln w="7620">
            <a:solidFill>
              <a:srgbClr val="DADDE3"/>
            </a:solidFill>
            <a:prstDash val="solid"/>
          </a:ln>
        </p:spPr>
      </p:sp>
      <p:sp>
        <p:nvSpPr>
          <p:cNvPr id="9" name="Text 6"/>
          <p:cNvSpPr/>
          <p:nvPr/>
        </p:nvSpPr>
        <p:spPr>
          <a:xfrm>
            <a:off x="914400" y="4270248"/>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50E6FF"/>
                </a:solidFill>
              </a:rPr>
              <a:t>Step 2</a:t>
            </a:r>
            <a:endParaRPr lang="en-US" sz="1100" dirty="0"/>
          </a:p>
        </p:txBody>
      </p:sp>
      <p:sp>
        <p:nvSpPr>
          <p:cNvPr id="10" name="Text 7"/>
          <p:cNvSpPr/>
          <p:nvPr/>
        </p:nvSpPr>
        <p:spPr>
          <a:xfrm>
            <a:off x="1965960" y="4270248"/>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Profile orders, shipments, and inventory</a:t>
            </a:r>
            <a:endParaRPr lang="en-US" sz="1100" dirty="0"/>
          </a:p>
        </p:txBody>
      </p:sp>
      <p:sp>
        <p:nvSpPr>
          <p:cNvPr id="11" name="Text 8"/>
          <p:cNvSpPr/>
          <p:nvPr/>
        </p:nvSpPr>
        <p:spPr>
          <a:xfrm>
            <a:off x="6537960" y="4270248"/>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examples/python/01_ingest_profile.py</a:t>
            </a:r>
            <a:endParaRPr lang="en-US" sz="1100" dirty="0"/>
          </a:p>
        </p:txBody>
      </p:sp>
      <p:sp>
        <p:nvSpPr>
          <p:cNvPr id="12" name="Shape 9"/>
          <p:cNvSpPr/>
          <p:nvPr/>
        </p:nvSpPr>
        <p:spPr>
          <a:xfrm>
            <a:off x="731520" y="4626864"/>
            <a:ext cx="11018520" cy="356616"/>
          </a:xfrm>
          <a:prstGeom prst="roundRect">
            <a:avLst>
              <a:gd name="adj" fmla="val 12821"/>
            </a:avLst>
          </a:prstGeom>
          <a:solidFill>
            <a:srgbClr val="F6FBFF"/>
          </a:solidFill>
          <a:ln w="7620">
            <a:solidFill>
              <a:srgbClr val="DADDE3"/>
            </a:solidFill>
            <a:prstDash val="solid"/>
          </a:ln>
        </p:spPr>
      </p:sp>
      <p:sp>
        <p:nvSpPr>
          <p:cNvPr id="13" name="Text 10"/>
          <p:cNvSpPr/>
          <p:nvPr/>
        </p:nvSpPr>
        <p:spPr>
          <a:xfrm>
            <a:off x="914400" y="4700016"/>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107C10"/>
                </a:solidFill>
              </a:rPr>
              <a:t>Step 3</a:t>
            </a:r>
            <a:endParaRPr lang="en-US" sz="1100" dirty="0"/>
          </a:p>
        </p:txBody>
      </p:sp>
      <p:sp>
        <p:nvSpPr>
          <p:cNvPr id="14" name="Text 11"/>
          <p:cNvSpPr/>
          <p:nvPr/>
        </p:nvSpPr>
        <p:spPr>
          <a:xfrm>
            <a:off x="1965960" y="4700016"/>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Create quality checks and quarantine paths</a:t>
            </a:r>
            <a:endParaRPr lang="en-US" sz="1100" dirty="0"/>
          </a:p>
        </p:txBody>
      </p:sp>
      <p:sp>
        <p:nvSpPr>
          <p:cNvPr id="15" name="Text 12"/>
          <p:cNvSpPr/>
          <p:nvPr/>
        </p:nvSpPr>
        <p:spPr>
          <a:xfrm>
            <a:off x="6537960" y="4700016"/>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examples/python/02_data_quality_checks.py</a:t>
            </a:r>
            <a:endParaRPr lang="en-US" sz="1100" dirty="0"/>
          </a:p>
        </p:txBody>
      </p:sp>
      <p:sp>
        <p:nvSpPr>
          <p:cNvPr id="16" name="Shape 13"/>
          <p:cNvSpPr/>
          <p:nvPr/>
        </p:nvSpPr>
        <p:spPr>
          <a:xfrm>
            <a:off x="731520" y="5056632"/>
            <a:ext cx="11018520" cy="356616"/>
          </a:xfrm>
          <a:prstGeom prst="roundRect">
            <a:avLst>
              <a:gd name="adj" fmla="val 12821"/>
            </a:avLst>
          </a:prstGeom>
          <a:solidFill>
            <a:srgbClr val="FFFFFF"/>
          </a:solidFill>
          <a:ln w="7620">
            <a:solidFill>
              <a:srgbClr val="DADDE3"/>
            </a:solidFill>
            <a:prstDash val="solid"/>
          </a:ln>
        </p:spPr>
      </p:sp>
      <p:sp>
        <p:nvSpPr>
          <p:cNvPr id="17" name="Text 14"/>
          <p:cNvSpPr/>
          <p:nvPr/>
        </p:nvSpPr>
        <p:spPr>
          <a:xfrm>
            <a:off x="914400" y="5129784"/>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5C2D91"/>
                </a:solidFill>
              </a:rPr>
              <a:t>Step 4</a:t>
            </a:r>
            <a:endParaRPr lang="en-US" sz="1100" dirty="0"/>
          </a:p>
        </p:txBody>
      </p:sp>
      <p:sp>
        <p:nvSpPr>
          <p:cNvPr id="18" name="Text 15"/>
          <p:cNvSpPr/>
          <p:nvPr/>
        </p:nvSpPr>
        <p:spPr>
          <a:xfrm>
            <a:off x="1965960" y="5129784"/>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Transform supplier and inventory signals in Fabric</a:t>
            </a:r>
            <a:endParaRPr lang="en-US" sz="1100" dirty="0"/>
          </a:p>
        </p:txBody>
      </p:sp>
      <p:sp>
        <p:nvSpPr>
          <p:cNvPr id="19" name="Text 16"/>
          <p:cNvSpPr/>
          <p:nvPr/>
        </p:nvSpPr>
        <p:spPr>
          <a:xfrm>
            <a:off x="6537960" y="5129784"/>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examples/python/03_fabric_spark_transform.py</a:t>
            </a:r>
            <a:endParaRPr lang="en-US" sz="1100" dirty="0"/>
          </a:p>
        </p:txBody>
      </p:sp>
      <p:sp>
        <p:nvSpPr>
          <p:cNvPr id="20" name="Shape 17"/>
          <p:cNvSpPr/>
          <p:nvPr/>
        </p:nvSpPr>
        <p:spPr>
          <a:xfrm>
            <a:off x="731520" y="5486400"/>
            <a:ext cx="11018520" cy="356616"/>
          </a:xfrm>
          <a:prstGeom prst="roundRect">
            <a:avLst>
              <a:gd name="adj" fmla="val 12821"/>
            </a:avLst>
          </a:prstGeom>
          <a:solidFill>
            <a:srgbClr val="F6FBFF"/>
          </a:solidFill>
          <a:ln w="7620">
            <a:solidFill>
              <a:srgbClr val="DADDE3"/>
            </a:solidFill>
            <a:prstDash val="solid"/>
          </a:ln>
        </p:spPr>
      </p:sp>
      <p:sp>
        <p:nvSpPr>
          <p:cNvPr id="21" name="Text 18"/>
          <p:cNvSpPr/>
          <p:nvPr/>
        </p:nvSpPr>
        <p:spPr>
          <a:xfrm>
            <a:off x="914400" y="5559552"/>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F7630C"/>
                </a:solidFill>
              </a:rPr>
              <a:t>Step 5</a:t>
            </a:r>
            <a:endParaRPr lang="en-US" sz="1100" dirty="0"/>
          </a:p>
        </p:txBody>
      </p:sp>
      <p:sp>
        <p:nvSpPr>
          <p:cNvPr id="22" name="Text 19"/>
          <p:cNvSpPr/>
          <p:nvPr/>
        </p:nvSpPr>
        <p:spPr>
          <a:xfrm>
            <a:off x="1965960" y="5559552"/>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Analyze late shipments and stockout risk in SQL</a:t>
            </a:r>
            <a:endParaRPr lang="en-US" sz="1100" dirty="0"/>
          </a:p>
        </p:txBody>
      </p:sp>
      <p:sp>
        <p:nvSpPr>
          <p:cNvPr id="23" name="Text 20"/>
          <p:cNvSpPr/>
          <p:nvPr/>
        </p:nvSpPr>
        <p:spPr>
          <a:xfrm>
            <a:off x="6537960" y="5559552"/>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examples/sql/04_fabric_sql_analytics.sql</a:t>
            </a:r>
            <a:endParaRPr lang="en-US" sz="1100" dirty="0"/>
          </a:p>
        </p:txBody>
      </p:sp>
      <p:sp>
        <p:nvSpPr>
          <p:cNvPr id="24" name="Shape 21"/>
          <p:cNvSpPr/>
          <p:nvPr/>
        </p:nvSpPr>
        <p:spPr>
          <a:xfrm>
            <a:off x="731520" y="5916168"/>
            <a:ext cx="11018520" cy="356616"/>
          </a:xfrm>
          <a:prstGeom prst="roundRect">
            <a:avLst>
              <a:gd name="adj" fmla="val 12821"/>
            </a:avLst>
          </a:prstGeom>
          <a:solidFill>
            <a:srgbClr val="FFFFFF"/>
          </a:solidFill>
          <a:ln w="7620">
            <a:solidFill>
              <a:srgbClr val="DADDE3"/>
            </a:solidFill>
            <a:prstDash val="solid"/>
          </a:ln>
        </p:spPr>
      </p:sp>
      <p:sp>
        <p:nvSpPr>
          <p:cNvPr id="25" name="Text 22"/>
          <p:cNvSpPr/>
          <p:nvPr/>
        </p:nvSpPr>
        <p:spPr>
          <a:xfrm>
            <a:off x="914400" y="5989320"/>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Step 6</a:t>
            </a:r>
            <a:endParaRPr lang="en-US" sz="1100" dirty="0"/>
          </a:p>
        </p:txBody>
      </p:sp>
      <p:sp>
        <p:nvSpPr>
          <p:cNvPr id="26" name="Text 23"/>
          <p:cNvSpPr/>
          <p:nvPr/>
        </p:nvSpPr>
        <p:spPr>
          <a:xfrm>
            <a:off x="1965960" y="5989320"/>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Predict late-delivery risk</a:t>
            </a:r>
            <a:endParaRPr lang="en-US" sz="1100" dirty="0"/>
          </a:p>
        </p:txBody>
      </p:sp>
      <p:sp>
        <p:nvSpPr>
          <p:cNvPr id="27" name="Text 24"/>
          <p:cNvSpPr/>
          <p:nvPr/>
        </p:nvSpPr>
        <p:spPr>
          <a:xfrm>
            <a:off x="6537960" y="5989320"/>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examples/python/05_feature_engineering_ml.py</a:t>
            </a:r>
            <a:endParaRPr lang="en-US" sz="1100" dirty="0"/>
          </a:p>
        </p:txBody>
      </p:sp>
      <p:sp>
        <p:nvSpPr>
          <p:cNvPr id="28" name="Text 25"/>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9" name="Text 26"/>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300" b="1" dirty="0">
                <a:solidFill>
                  <a:srgbClr val="000041"/>
                </a:solidFill>
                <a:latin typeface="Segoe UI Semibold" pitchFamily="34" charset="0"/>
                <a:ea typeface="Segoe UI Semibold" pitchFamily="34" charset="-122"/>
                <a:cs typeface="Segoe UI Semibold" pitchFamily="34" charset="-120"/>
              </a:rPr>
              <a:t>Demo environment: GitHub + Copilot + Microsoft Fabric</a:t>
            </a:r>
            <a:endParaRPr lang="en-US" sz="3300" dirty="0"/>
          </a:p>
        </p:txBody>
      </p:sp>
      <p:sp>
        <p:nvSpPr>
          <p:cNvPr id="3" name="Shape 1"/>
          <p:cNvSpPr/>
          <p:nvPr/>
        </p:nvSpPr>
        <p:spPr>
          <a:xfrm>
            <a:off x="676656" y="850392"/>
            <a:ext cx="760781" cy="365760"/>
          </a:xfrm>
          <a:prstGeom prst="roundRect">
            <a:avLst>
              <a:gd name="adj" fmla="val 10000"/>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logo.png"/>
          <p:cNvPicPr>
            <a:picLocks noChangeAspect="1"/>
          </p:cNvPicPr>
          <p:nvPr/>
        </p:nvPicPr>
        <p:blipFill>
          <a:blip r:embed="rId3"/>
          <a:stretch>
            <a:fillRect/>
          </a:stretch>
        </p:blipFill>
        <p:spPr>
          <a:xfrm>
            <a:off x="694944" y="868680"/>
            <a:ext cx="724205" cy="329184"/>
          </a:xfrm>
          <a:prstGeom prst="rect">
            <a:avLst/>
          </a:prstGeom>
        </p:spPr>
      </p:pic>
      <p:sp>
        <p:nvSpPr>
          <p:cNvPr id="5" name="Shape 2"/>
          <p:cNvSpPr/>
          <p:nvPr/>
        </p:nvSpPr>
        <p:spPr>
          <a:xfrm>
            <a:off x="1538021" y="850392"/>
            <a:ext cx="365760" cy="365760"/>
          </a:xfrm>
          <a:prstGeom prst="roundRect">
            <a:avLst>
              <a:gd name="adj" fmla="val 10000"/>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556309" y="868680"/>
            <a:ext cx="329184" cy="329184"/>
          </a:xfrm>
          <a:prstGeom prst="rect">
            <a:avLst/>
          </a:prstGeom>
        </p:spPr>
      </p:pic>
      <p:sp>
        <p:nvSpPr>
          <p:cNvPr id="7" name="Shape 3"/>
          <p:cNvSpPr/>
          <p:nvPr/>
        </p:nvSpPr>
        <p:spPr>
          <a:xfrm>
            <a:off x="2004365" y="850392"/>
            <a:ext cx="365760" cy="365760"/>
          </a:xfrm>
          <a:prstGeom prst="roundRect">
            <a:avLst>
              <a:gd name="adj" fmla="val 10000"/>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2022653" y="868680"/>
            <a:ext cx="329184" cy="329184"/>
          </a:xfrm>
          <a:prstGeom prst="rect">
            <a:avLst/>
          </a:prstGeom>
        </p:spPr>
      </p:pic>
      <p:pic>
        <p:nvPicPr>
          <p:cNvPr id="9" name="Image 3" descr="/home/jordanbean/source/repos/github-copilot-for-data-professionals/deck/assets/fabric-architecture.png"/>
          <p:cNvPicPr>
            <a:picLocks noChangeAspect="1"/>
          </p:cNvPicPr>
          <p:nvPr/>
        </p:nvPicPr>
        <p:blipFill>
          <a:blip r:embed="rId6"/>
          <a:stretch>
            <a:fillRect/>
          </a:stretch>
        </p:blipFill>
        <p:spPr>
          <a:xfrm>
            <a:off x="685800" y="1097280"/>
            <a:ext cx="11064240" cy="4480560"/>
          </a:xfrm>
          <a:prstGeom prst="rect">
            <a:avLst/>
          </a:prstGeom>
        </p:spPr>
      </p:pic>
      <p:sp>
        <p:nvSpPr>
          <p:cNvPr id="10" name="Shape 4"/>
          <p:cNvSpPr/>
          <p:nvPr/>
        </p:nvSpPr>
        <p:spPr>
          <a:xfrm>
            <a:off x="685800" y="5650992"/>
            <a:ext cx="11064240" cy="658368"/>
          </a:xfrm>
          <a:prstGeom prst="roundRect">
            <a:avLst>
              <a:gd name="adj" fmla="val 11111"/>
            </a:avLst>
          </a:prstGeom>
          <a:solidFill>
            <a:srgbClr val="F6FBFF"/>
          </a:solidFill>
          <a:ln w="15240">
            <a:solidFill>
              <a:srgbClr val="0078D3"/>
            </a:solidFill>
            <a:prstDash val="solid"/>
          </a:ln>
        </p:spPr>
      </p:sp>
      <p:sp>
        <p:nvSpPr>
          <p:cNvPr id="11" name="Shape 5"/>
          <p:cNvSpPr/>
          <p:nvPr/>
        </p:nvSpPr>
        <p:spPr>
          <a:xfrm>
            <a:off x="685800" y="5650992"/>
            <a:ext cx="128016" cy="658368"/>
          </a:xfrm>
          <a:prstGeom prst="rect">
            <a:avLst/>
          </a:prstGeom>
          <a:solidFill>
            <a:srgbClr val="0078D3"/>
          </a:solidFill>
          <a:ln w="12700">
            <a:solidFill>
              <a:srgbClr val="0078D3"/>
            </a:solidFill>
            <a:prstDash val="solid"/>
          </a:ln>
        </p:spPr>
      </p:sp>
      <p:sp>
        <p:nvSpPr>
          <p:cNvPr id="12" name="Text 6"/>
          <p:cNvSpPr/>
          <p:nvPr/>
        </p:nvSpPr>
        <p:spPr>
          <a:xfrm>
            <a:off x="960120" y="5797296"/>
            <a:ext cx="10652760" cy="384048"/>
          </a:xfrm>
          <a:prstGeom prst="rect">
            <a:avLst/>
          </a:prstGeom>
          <a:noFill/>
          <a:ln/>
        </p:spPr>
        <p:txBody>
          <a:bodyPr wrap="square" lIns="0" tIns="12700" rIns="0" bIns="12700" rtlCol="0" anchor="ctr">
            <a:normAutofit/>
          </a:bodyPr>
          <a:lstStyle/>
          <a:p>
            <a:pPr marL="0" indent="0">
              <a:buNone/>
            </a:pPr>
            <a:r>
              <a:rPr lang="en-US" sz="1200" b="1" dirty="0">
                <a:solidFill>
                  <a:srgbClr val="000041"/>
                </a:solidFill>
              </a:rPr>
              <a:t>What this enables</a:t>
            </a:r>
            <a:endParaRPr lang="en-US" sz="1200" dirty="0"/>
          </a:p>
        </p:txBody>
      </p:sp>
      <p:sp>
        <p:nvSpPr>
          <p:cNvPr id="13" name="Text 7"/>
          <p:cNvSpPr/>
          <p:nvPr/>
        </p:nvSpPr>
        <p:spPr>
          <a:xfrm>
            <a:off x="960120" y="6181344"/>
            <a:ext cx="10652760" cy="219456"/>
          </a:xfrm>
          <a:prstGeom prst="rect">
            <a:avLst/>
          </a:prstGeom>
          <a:noFill/>
          <a:ln/>
        </p:spPr>
        <p:txBody>
          <a:bodyPr wrap="square" lIns="254" tIns="12700" rIns="254" bIns="12700" rtlCol="0" anchor="ctr">
            <a:normAutofit/>
          </a:bodyPr>
          <a:lstStyle/>
          <a:p>
            <a:pPr marL="0" indent="0">
              <a:buNone/>
            </a:pPr>
            <a:r>
              <a:rPr lang="en-US" sz="1150" dirty="0">
                <a:solidFill>
                  <a:srgbClr val="000000"/>
                </a:solidFill>
              </a:rPr>
              <a:t>One connected workflow: purchase orders + shipments + inventory -&gt; trusted tables -&gt; risk analytics -&gt; prediction.</a:t>
            </a:r>
            <a:endParaRPr lang="en-US" sz="1150" dirty="0"/>
          </a:p>
        </p:txBody>
      </p:sp>
      <p:sp>
        <p:nvSpPr>
          <p:cNvPr id="14" name="Text 8"/>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15" name="Text 9"/>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1. Generate supply-chain data quickly</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Create realistic purchase orders, shipments, and inventory snapshots with normal behavior plus controlled anomalies.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generator code, then add edge cases such as missing plants, blank carriers, negative costs, and low inventory.</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Teams start faster with representative operational data and spend less time hand-crafting fixtures.</a:t>
            </a:r>
            <a:endParaRPr lang="en-US" sz="1250" dirty="0"/>
          </a:p>
        </p:txBody>
      </p:sp>
      <p:pic>
        <p:nvPicPr>
          <p:cNvPr id="21" name="Image 3" descr="/home/jordanbean/source/repos/github-copilot-for-data-professionals/deck/assets/code-window.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faster scenario setup and better supply-chain test coverage.</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synthetic purchase orders + shipments + inventory</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2. Profile operational data and surface risks</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Understand order, shipment, and inventory quality before building downstream transformations.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Generate reusable profiling helpers for missing plants, blank carriers, value ranges, and sample records.</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Ad-hoc exploration becomes a repeatable profiling step for every supply-chain dataset.</a:t>
            </a:r>
            <a:endParaRPr lang="en-US" sz="1250" dirty="0"/>
          </a:p>
        </p:txBody>
      </p:sp>
      <p:pic>
        <p:nvPicPr>
          <p:cNvPr id="21" name="Image 3" descr="/home/jordanbean/source/repos/github-copilot-for-data-professionals/deck/assets/quality-dashboard.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quicker issue discovery before pipeline logic is written.</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automated profile summary for operational tables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3. Operationalize data quality checks</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Enforce data contracts so bad operational records do not silently flow into analytics and models.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validation rules for required fields, positive quantities, plausible dates, and non-negative costs.</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Higher reliability with less manual coding effort for recurring quality controls.</a:t>
            </a:r>
            <a:endParaRPr lang="en-US" sz="1250" dirty="0"/>
          </a:p>
        </p:txBody>
      </p:sp>
      <p:pic>
        <p:nvPicPr>
          <p:cNvPr id="21" name="Image 3" descr="/home/jordanbean/source/repos/github-copilot-for-data-professionals/deck/assets/quality-dashboard.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better trust in supplier scorecards and inventory risk views.</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PO, shipment, and inventory quarantine checks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4. Transform supplier and inventory signals</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Move from local dataframe logic to scalable Fabric lakehouse transformations for supplier and stockout risk.</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Translate pandas scorecards into PySpark and propose Delta table write patterns for reuse.</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Faster path from prototype to production-ready processing in Microsoft Fabric.</a:t>
            </a:r>
            <a:endParaRPr lang="en-US" sz="1250" dirty="0"/>
          </a:p>
        </p:txBody>
      </p:sp>
      <p:pic>
        <p:nvPicPr>
          <p:cNvPr id="21" name="Image 3" descr="/home/jordanbean/source/repos/github-copilot-for-data-professionals/deck/assets/fabric-architecture.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reduced rework when scaling local logic.</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supplier delivery + inventory risk transformations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5. Analyze supply-chain risk in SQL</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Turn operational questions into explainable SQL analysis on lakehouse tables.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the SQL, then explain assumptions in joins, filters, and window logic.</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Analysts identify risky suppliers, lanes, and parts faster while keeping logic transparent.</a:t>
            </a:r>
            <a:endParaRPr lang="en-US" sz="1250" dirty="0"/>
          </a:p>
        </p:txBody>
      </p:sp>
      <p:pic>
        <p:nvPicPr>
          <p:cNvPr id="21" name="Image 3" descr="/home/jordanbean/source/repos/github-copilot-for-data-professionals/deck/assets/sql-analytics.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quicker insight generation with clearer SQL intent.</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late-delivery and stockout risk analysis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6. Predict late-shipment risk</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Create supply-chain risk features and evaluate a baseline model from orders, shipments, and inventory.</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Suggest additional features, check leakage risk, and explain likely drivers in plain language.</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Data scientists iterate on experiments faster and communicate model behavior more clearly.</a:t>
            </a:r>
            <a:endParaRPr lang="en-US" sz="1250" dirty="0"/>
          </a:p>
        </p:txBody>
      </p:sp>
      <p:pic>
        <p:nvPicPr>
          <p:cNvPr id="21" name="Image 3" descr="/home/jordanbean/source/repos/github-copilot-for-data-professionals/deck/assets/model-features.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shorter experiment cycles and better stakeholder understanding.</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late-shipment feature set and classification baseline</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B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000041"/>
                </a:solidFill>
                <a:latin typeface="Segoe UI Semibold" pitchFamily="34" charset="0"/>
                <a:ea typeface="Segoe UI Semibold" pitchFamily="34" charset="-122"/>
                <a:cs typeface="Segoe UI Semibold" pitchFamily="34" charset="-120"/>
              </a:rPr>
              <a:t>Prompt framework that works for data teams</a:t>
            </a:r>
            <a:endParaRPr lang="en-US" sz="3400" dirty="0"/>
          </a:p>
        </p:txBody>
      </p:sp>
      <p:sp>
        <p:nvSpPr>
          <p:cNvPr id="3" name="Shape 1"/>
          <p:cNvSpPr/>
          <p:nvPr/>
        </p:nvSpPr>
        <p:spPr>
          <a:xfrm>
            <a:off x="10222992"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copilot.png"/>
          <p:cNvPicPr>
            <a:picLocks noChangeAspect="1"/>
          </p:cNvPicPr>
          <p:nvPr/>
        </p:nvPicPr>
        <p:blipFill>
          <a:blip r:embed="rId3"/>
          <a:stretch>
            <a:fillRect/>
          </a:stretch>
        </p:blipFill>
        <p:spPr>
          <a:xfrm>
            <a:off x="10241280" y="338328"/>
            <a:ext cx="301752" cy="301752"/>
          </a:xfrm>
          <a:prstGeom prst="rect">
            <a:avLst/>
          </a:prstGeom>
        </p:spPr>
      </p:pic>
      <p:sp>
        <p:nvSpPr>
          <p:cNvPr id="5" name="Shape 2"/>
          <p:cNvSpPr/>
          <p:nvPr/>
        </p:nvSpPr>
        <p:spPr>
          <a:xfrm>
            <a:off x="10616184"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microsoft-fabric.png"/>
          <p:cNvPicPr>
            <a:picLocks noChangeAspect="1"/>
          </p:cNvPicPr>
          <p:nvPr/>
        </p:nvPicPr>
        <p:blipFill>
          <a:blip r:embed="rId4"/>
          <a:stretch>
            <a:fillRect/>
          </a:stretch>
        </p:blipFill>
        <p:spPr>
          <a:xfrm>
            <a:off x="10634472" y="338328"/>
            <a:ext cx="301752" cy="301752"/>
          </a:xfrm>
          <a:prstGeom prst="rect">
            <a:avLst/>
          </a:prstGeom>
        </p:spPr>
      </p:pic>
      <p:sp>
        <p:nvSpPr>
          <p:cNvPr id="7" name="Shape 3"/>
          <p:cNvSpPr/>
          <p:nvPr/>
        </p:nvSpPr>
        <p:spPr>
          <a:xfrm>
            <a:off x="713232" y="1097280"/>
            <a:ext cx="10972800" cy="1005840"/>
          </a:xfrm>
          <a:prstGeom prst="roundRect">
            <a:avLst>
              <a:gd name="adj" fmla="val 7273"/>
            </a:avLst>
          </a:prstGeom>
          <a:solidFill>
            <a:srgbClr val="FFFFFF"/>
          </a:solidFill>
          <a:ln w="15240">
            <a:solidFill>
              <a:srgbClr val="0078D3"/>
            </a:solidFill>
            <a:prstDash val="solid"/>
          </a:ln>
        </p:spPr>
      </p:sp>
      <p:sp>
        <p:nvSpPr>
          <p:cNvPr id="8" name="Shape 4"/>
          <p:cNvSpPr/>
          <p:nvPr/>
        </p:nvSpPr>
        <p:spPr>
          <a:xfrm>
            <a:off x="713232" y="1097280"/>
            <a:ext cx="128016" cy="1005840"/>
          </a:xfrm>
          <a:prstGeom prst="rect">
            <a:avLst/>
          </a:prstGeom>
          <a:solidFill>
            <a:srgbClr val="0078D3"/>
          </a:solidFill>
          <a:ln w="12700">
            <a:solidFill>
              <a:srgbClr val="0078D3"/>
            </a:solidFill>
            <a:prstDash val="solid"/>
          </a:ln>
        </p:spPr>
      </p:sp>
      <p:sp>
        <p:nvSpPr>
          <p:cNvPr id="9" name="Text 5"/>
          <p:cNvSpPr/>
          <p:nvPr/>
        </p:nvSpPr>
        <p:spPr>
          <a:xfrm>
            <a:off x="987552" y="124358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1. Context</a:t>
            </a:r>
            <a:endParaRPr lang="en-US" sz="2000" dirty="0"/>
          </a:p>
        </p:txBody>
      </p:sp>
      <p:sp>
        <p:nvSpPr>
          <p:cNvPr id="10" name="Text 6"/>
          <p:cNvSpPr/>
          <p:nvPr/>
        </p:nvSpPr>
        <p:spPr>
          <a:xfrm>
            <a:off x="987552" y="162763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Dataset shape, schema, platform (Fabric), and business goal.</a:t>
            </a:r>
            <a:endParaRPr lang="en-US" sz="1500" dirty="0"/>
          </a:p>
        </p:txBody>
      </p:sp>
      <p:sp>
        <p:nvSpPr>
          <p:cNvPr id="11" name="Shape 7"/>
          <p:cNvSpPr/>
          <p:nvPr/>
        </p:nvSpPr>
        <p:spPr>
          <a:xfrm>
            <a:off x="713232" y="2331720"/>
            <a:ext cx="10972800" cy="1005840"/>
          </a:xfrm>
          <a:prstGeom prst="roundRect">
            <a:avLst>
              <a:gd name="adj" fmla="val 7273"/>
            </a:avLst>
          </a:prstGeom>
          <a:solidFill>
            <a:srgbClr val="FFFFFF"/>
          </a:solidFill>
          <a:ln w="15240">
            <a:solidFill>
              <a:srgbClr val="50E6FF"/>
            </a:solidFill>
            <a:prstDash val="solid"/>
          </a:ln>
        </p:spPr>
      </p:sp>
      <p:sp>
        <p:nvSpPr>
          <p:cNvPr id="12" name="Shape 8"/>
          <p:cNvSpPr/>
          <p:nvPr/>
        </p:nvSpPr>
        <p:spPr>
          <a:xfrm>
            <a:off x="713232" y="2331720"/>
            <a:ext cx="128016" cy="1005840"/>
          </a:xfrm>
          <a:prstGeom prst="rect">
            <a:avLst/>
          </a:prstGeom>
          <a:solidFill>
            <a:srgbClr val="50E6FF"/>
          </a:solidFill>
          <a:ln w="12700">
            <a:solidFill>
              <a:srgbClr val="50E6FF"/>
            </a:solidFill>
            <a:prstDash val="solid"/>
          </a:ln>
        </p:spPr>
      </p:sp>
      <p:sp>
        <p:nvSpPr>
          <p:cNvPr id="13" name="Text 9"/>
          <p:cNvSpPr/>
          <p:nvPr/>
        </p:nvSpPr>
        <p:spPr>
          <a:xfrm>
            <a:off x="987552" y="247802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2. Task</a:t>
            </a:r>
            <a:endParaRPr lang="en-US" sz="2000" dirty="0"/>
          </a:p>
        </p:txBody>
      </p:sp>
      <p:sp>
        <p:nvSpPr>
          <p:cNvPr id="14" name="Text 10"/>
          <p:cNvSpPr/>
          <p:nvPr/>
        </p:nvSpPr>
        <p:spPr>
          <a:xfrm>
            <a:off x="987552" y="286207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What to produce: code, SQL, tests, explanation, or refactor.</a:t>
            </a:r>
            <a:endParaRPr lang="en-US" sz="1500" dirty="0"/>
          </a:p>
        </p:txBody>
      </p:sp>
      <p:sp>
        <p:nvSpPr>
          <p:cNvPr id="15" name="Shape 11"/>
          <p:cNvSpPr/>
          <p:nvPr/>
        </p:nvSpPr>
        <p:spPr>
          <a:xfrm>
            <a:off x="713232" y="3566160"/>
            <a:ext cx="10972800" cy="1005840"/>
          </a:xfrm>
          <a:prstGeom prst="roundRect">
            <a:avLst>
              <a:gd name="adj" fmla="val 7273"/>
            </a:avLst>
          </a:prstGeom>
          <a:solidFill>
            <a:srgbClr val="FFFFFF"/>
          </a:solidFill>
          <a:ln w="15240">
            <a:solidFill>
              <a:srgbClr val="5C2D91"/>
            </a:solidFill>
            <a:prstDash val="solid"/>
          </a:ln>
        </p:spPr>
      </p:sp>
      <p:sp>
        <p:nvSpPr>
          <p:cNvPr id="16" name="Shape 12"/>
          <p:cNvSpPr/>
          <p:nvPr/>
        </p:nvSpPr>
        <p:spPr>
          <a:xfrm>
            <a:off x="713232" y="3566160"/>
            <a:ext cx="128016" cy="1005840"/>
          </a:xfrm>
          <a:prstGeom prst="rect">
            <a:avLst/>
          </a:prstGeom>
          <a:solidFill>
            <a:srgbClr val="5C2D91"/>
          </a:solidFill>
          <a:ln w="12700">
            <a:solidFill>
              <a:srgbClr val="5C2D91"/>
            </a:solidFill>
            <a:prstDash val="solid"/>
          </a:ln>
        </p:spPr>
      </p:sp>
      <p:sp>
        <p:nvSpPr>
          <p:cNvPr id="17" name="Text 13"/>
          <p:cNvSpPr/>
          <p:nvPr/>
        </p:nvSpPr>
        <p:spPr>
          <a:xfrm>
            <a:off x="987552" y="371246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3. Constraints</a:t>
            </a:r>
            <a:endParaRPr lang="en-US" sz="2000" dirty="0"/>
          </a:p>
        </p:txBody>
      </p:sp>
      <p:sp>
        <p:nvSpPr>
          <p:cNvPr id="18" name="Text 14"/>
          <p:cNvSpPr/>
          <p:nvPr/>
        </p:nvSpPr>
        <p:spPr>
          <a:xfrm>
            <a:off x="987552" y="409651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Performance limits, naming standards, privacy requirements, and accepted libraries.</a:t>
            </a:r>
            <a:endParaRPr lang="en-US" sz="1500" dirty="0"/>
          </a:p>
        </p:txBody>
      </p:sp>
      <p:sp>
        <p:nvSpPr>
          <p:cNvPr id="19" name="Shape 15"/>
          <p:cNvSpPr/>
          <p:nvPr/>
        </p:nvSpPr>
        <p:spPr>
          <a:xfrm>
            <a:off x="713232" y="4800600"/>
            <a:ext cx="10972800" cy="1005840"/>
          </a:xfrm>
          <a:prstGeom prst="roundRect">
            <a:avLst>
              <a:gd name="adj" fmla="val 7273"/>
            </a:avLst>
          </a:prstGeom>
          <a:solidFill>
            <a:srgbClr val="FFFFFF"/>
          </a:solidFill>
          <a:ln w="15240">
            <a:solidFill>
              <a:srgbClr val="107C10"/>
            </a:solidFill>
            <a:prstDash val="solid"/>
          </a:ln>
        </p:spPr>
      </p:sp>
      <p:sp>
        <p:nvSpPr>
          <p:cNvPr id="20" name="Shape 16"/>
          <p:cNvSpPr/>
          <p:nvPr/>
        </p:nvSpPr>
        <p:spPr>
          <a:xfrm>
            <a:off x="713232" y="4800600"/>
            <a:ext cx="128016" cy="1005840"/>
          </a:xfrm>
          <a:prstGeom prst="rect">
            <a:avLst/>
          </a:prstGeom>
          <a:solidFill>
            <a:srgbClr val="107C10"/>
          </a:solidFill>
          <a:ln w="12700">
            <a:solidFill>
              <a:srgbClr val="107C10"/>
            </a:solidFill>
            <a:prstDash val="solid"/>
          </a:ln>
        </p:spPr>
      </p:sp>
      <p:sp>
        <p:nvSpPr>
          <p:cNvPr id="21" name="Text 17"/>
          <p:cNvSpPr/>
          <p:nvPr/>
        </p:nvSpPr>
        <p:spPr>
          <a:xfrm>
            <a:off x="987552" y="494690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4. Verification</a:t>
            </a:r>
            <a:endParaRPr lang="en-US" sz="2000" dirty="0"/>
          </a:p>
        </p:txBody>
      </p:sp>
      <p:sp>
        <p:nvSpPr>
          <p:cNvPr id="22" name="Text 18"/>
          <p:cNvSpPr/>
          <p:nvPr/>
        </p:nvSpPr>
        <p:spPr>
          <a:xfrm>
            <a:off x="987552" y="533095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Ask Copilot to add tests, edge cases, assumptions, and failure handling.</a:t>
            </a:r>
            <a:endParaRPr lang="en-US" sz="1500" dirty="0"/>
          </a:p>
        </p:txBody>
      </p:sp>
      <p:sp>
        <p:nvSpPr>
          <p:cNvPr id="23" name="Shape 19"/>
          <p:cNvSpPr/>
          <p:nvPr/>
        </p:nvSpPr>
        <p:spPr>
          <a:xfrm>
            <a:off x="713232" y="5806440"/>
            <a:ext cx="10972800" cy="713232"/>
          </a:xfrm>
          <a:prstGeom prst="roundRect">
            <a:avLst>
              <a:gd name="adj" fmla="val 10256"/>
            </a:avLst>
          </a:prstGeom>
          <a:solidFill>
            <a:srgbClr val="EBEBEB"/>
          </a:solidFill>
          <a:ln w="15240">
            <a:solidFill>
              <a:srgbClr val="000041"/>
            </a:solidFill>
            <a:prstDash val="solid"/>
          </a:ln>
        </p:spPr>
      </p:sp>
      <p:sp>
        <p:nvSpPr>
          <p:cNvPr id="24" name="Shape 20"/>
          <p:cNvSpPr/>
          <p:nvPr/>
        </p:nvSpPr>
        <p:spPr>
          <a:xfrm>
            <a:off x="713232" y="5806440"/>
            <a:ext cx="128016" cy="713232"/>
          </a:xfrm>
          <a:prstGeom prst="rect">
            <a:avLst/>
          </a:prstGeom>
          <a:solidFill>
            <a:srgbClr val="000041"/>
          </a:solidFill>
          <a:ln w="12700">
            <a:solidFill>
              <a:srgbClr val="000041"/>
            </a:solidFill>
            <a:prstDash val="solid"/>
          </a:ln>
        </p:spPr>
      </p:sp>
      <p:sp>
        <p:nvSpPr>
          <p:cNvPr id="25" name="Text 21"/>
          <p:cNvSpPr/>
          <p:nvPr/>
        </p:nvSpPr>
        <p:spPr>
          <a:xfrm>
            <a:off x="987552" y="5952744"/>
            <a:ext cx="10561320" cy="384048"/>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Practical tip</a:t>
            </a:r>
            <a:endParaRPr lang="en-US" sz="1100" dirty="0"/>
          </a:p>
        </p:txBody>
      </p:sp>
      <p:sp>
        <p:nvSpPr>
          <p:cNvPr id="26" name="Text 22"/>
          <p:cNvSpPr/>
          <p:nvPr/>
        </p:nvSpPr>
        <p:spPr>
          <a:xfrm>
            <a:off x="987552" y="6336792"/>
            <a:ext cx="10561320" cy="219456"/>
          </a:xfrm>
          <a:prstGeom prst="rect">
            <a:avLst/>
          </a:prstGeom>
          <a:noFill/>
          <a:ln/>
        </p:spPr>
        <p:txBody>
          <a:bodyPr wrap="square" lIns="254" tIns="12700" rIns="254" bIns="12700" rtlCol="0" anchor="ctr">
            <a:normAutofit/>
          </a:bodyPr>
          <a:lstStyle/>
          <a:p>
            <a:pPr marL="0" indent="0">
              <a:buNone/>
            </a:pPr>
            <a:r>
              <a:rPr lang="en-US" sz="1100" dirty="0">
                <a:solidFill>
                  <a:srgbClr val="000000"/>
                </a:solidFill>
              </a:rPr>
              <a:t>End each prompt with: explain assumptions and propose one safer alternative.</a:t>
            </a:r>
            <a:endParaRPr lang="en-US" sz="1100" dirty="0"/>
          </a:p>
        </p:txBody>
      </p:sp>
      <p:sp>
        <p:nvSpPr>
          <p:cNvPr id="27" name="Text 23"/>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8" name="Text 24"/>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000041"/>
                </a:solidFill>
                <a:latin typeface="Segoe UI Semibold" pitchFamily="34" charset="0"/>
                <a:ea typeface="Segoe UI Semibold" pitchFamily="34" charset="-122"/>
                <a:cs typeface="Segoe UI Semibold" pitchFamily="34" charset="-120"/>
              </a:rPr>
              <a:t>Responsible use in data workflows</a:t>
            </a:r>
            <a:endParaRPr lang="en-US" sz="34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97280"/>
            <a:ext cx="3657600" cy="4389120"/>
          </a:xfrm>
          <a:prstGeom prst="roundRect">
            <a:avLst>
              <a:gd name="adj" fmla="val 2000"/>
            </a:avLst>
          </a:prstGeom>
          <a:solidFill>
            <a:srgbClr val="F6FBFF"/>
          </a:solidFill>
          <a:ln w="15240">
            <a:solidFill>
              <a:srgbClr val="0078D3"/>
            </a:solidFill>
            <a:prstDash val="solid"/>
          </a:ln>
        </p:spPr>
      </p:sp>
      <p:sp>
        <p:nvSpPr>
          <p:cNvPr id="10" name="Shape 5"/>
          <p:cNvSpPr/>
          <p:nvPr/>
        </p:nvSpPr>
        <p:spPr>
          <a:xfrm>
            <a:off x="658368" y="1097280"/>
            <a:ext cx="128016" cy="4389120"/>
          </a:xfrm>
          <a:prstGeom prst="rect">
            <a:avLst/>
          </a:prstGeom>
          <a:solidFill>
            <a:srgbClr val="0078D3"/>
          </a:solidFill>
          <a:ln w="12700">
            <a:solidFill>
              <a:srgbClr val="0078D3"/>
            </a:solidFill>
            <a:prstDash val="solid"/>
          </a:ln>
        </p:spPr>
      </p:sp>
      <p:sp>
        <p:nvSpPr>
          <p:cNvPr id="11" name="Text 6"/>
          <p:cNvSpPr/>
          <p:nvPr/>
        </p:nvSpPr>
        <p:spPr>
          <a:xfrm>
            <a:off x="932688" y="1243584"/>
            <a:ext cx="3246120" cy="384048"/>
          </a:xfrm>
          <a:prstGeom prst="rect">
            <a:avLst/>
          </a:prstGeom>
          <a:noFill/>
          <a:ln/>
        </p:spPr>
        <p:txBody>
          <a:bodyPr wrap="square" lIns="0" tIns="12700" rIns="0" bIns="12700" rtlCol="0" anchor="ctr">
            <a:normAutofit/>
          </a:bodyPr>
          <a:lstStyle/>
          <a:p>
            <a:pPr marL="0" indent="0">
              <a:buNone/>
            </a:pPr>
            <a:r>
              <a:rPr lang="en-US" sz="2200" b="1" dirty="0">
                <a:solidFill>
                  <a:srgbClr val="000041"/>
                </a:solidFill>
              </a:rPr>
              <a:t>Data safety</a:t>
            </a:r>
            <a:endParaRPr lang="en-US" sz="2200" dirty="0"/>
          </a:p>
        </p:txBody>
      </p:sp>
      <p:sp>
        <p:nvSpPr>
          <p:cNvPr id="12" name="Text 7"/>
          <p:cNvSpPr/>
          <p:nvPr/>
        </p:nvSpPr>
        <p:spPr>
          <a:xfrm>
            <a:off x="932688" y="1627632"/>
            <a:ext cx="3246120" cy="3767328"/>
          </a:xfrm>
          <a:prstGeom prst="rect">
            <a:avLst/>
          </a:prstGeom>
          <a:noFill/>
          <a:ln/>
        </p:spPr>
        <p:txBody>
          <a:bodyPr wrap="square" lIns="254" tIns="12700" rIns="254" bIns="12700" rtlCol="0" anchor="ctr">
            <a:normAutofit/>
          </a:bodyPr>
          <a:lstStyle/>
          <a:p>
            <a:pPr marL="0" indent="0">
              <a:buNone/>
            </a:pPr>
            <a:r>
              <a:rPr lang="en-US" sz="1400" dirty="0">
                <a:solidFill>
                  <a:srgbClr val="000000"/>
                </a:solidFill>
              </a:rPr>
              <a:t>Use synthetic or approved data.</a:t>
            </a:r>
            <a:endParaRPr lang="en-US" sz="1400" dirty="0"/>
          </a:p>
          <a:p>
            <a:pPr marL="0" indent="0">
              <a:buNone/>
            </a:pPr>
            <a:r>
              <a:rPr lang="en-US" sz="1400" dirty="0">
                <a:solidFill>
                  <a:srgbClr val="000000"/>
                </a:solidFill>
              </a:rPr>
              <a:t>Keep secrets and sensitive records out of prompts.</a:t>
            </a:r>
            <a:endParaRPr lang="en-US" sz="1400" dirty="0"/>
          </a:p>
          <a:p>
            <a:pPr marL="0" indent="0">
              <a:buNone/>
            </a:pPr>
            <a:r>
              <a:rPr lang="en-US" sz="1400" dirty="0">
                <a:solidFill>
                  <a:srgbClr val="000000"/>
                </a:solidFill>
              </a:rPr>
              <a:t>Follow tenant and repository policies.</a:t>
            </a:r>
            <a:endParaRPr lang="en-US" sz="1400" dirty="0"/>
          </a:p>
        </p:txBody>
      </p:sp>
      <p:sp>
        <p:nvSpPr>
          <p:cNvPr id="13" name="Shape 8"/>
          <p:cNvSpPr/>
          <p:nvPr/>
        </p:nvSpPr>
        <p:spPr>
          <a:xfrm>
            <a:off x="4526280" y="1097280"/>
            <a:ext cx="3657600" cy="4389120"/>
          </a:xfrm>
          <a:prstGeom prst="roundRect">
            <a:avLst>
              <a:gd name="adj" fmla="val 2000"/>
            </a:avLst>
          </a:prstGeom>
          <a:solidFill>
            <a:srgbClr val="F6FBFF"/>
          </a:solidFill>
          <a:ln w="15240">
            <a:solidFill>
              <a:srgbClr val="107C10"/>
            </a:solidFill>
            <a:prstDash val="solid"/>
          </a:ln>
        </p:spPr>
      </p:sp>
      <p:sp>
        <p:nvSpPr>
          <p:cNvPr id="14" name="Shape 9"/>
          <p:cNvSpPr/>
          <p:nvPr/>
        </p:nvSpPr>
        <p:spPr>
          <a:xfrm>
            <a:off x="4526280" y="1097280"/>
            <a:ext cx="128016" cy="4389120"/>
          </a:xfrm>
          <a:prstGeom prst="rect">
            <a:avLst/>
          </a:prstGeom>
          <a:solidFill>
            <a:srgbClr val="107C10"/>
          </a:solidFill>
          <a:ln w="12700">
            <a:solidFill>
              <a:srgbClr val="107C10"/>
            </a:solidFill>
            <a:prstDash val="solid"/>
          </a:ln>
        </p:spPr>
      </p:sp>
      <p:sp>
        <p:nvSpPr>
          <p:cNvPr id="15" name="Text 10"/>
          <p:cNvSpPr/>
          <p:nvPr/>
        </p:nvSpPr>
        <p:spPr>
          <a:xfrm>
            <a:off x="4800600" y="1243584"/>
            <a:ext cx="3246120" cy="384048"/>
          </a:xfrm>
          <a:prstGeom prst="rect">
            <a:avLst/>
          </a:prstGeom>
          <a:noFill/>
          <a:ln/>
        </p:spPr>
        <p:txBody>
          <a:bodyPr wrap="square" lIns="0" tIns="12700" rIns="0" bIns="12700" rtlCol="0" anchor="ctr">
            <a:normAutofit/>
          </a:bodyPr>
          <a:lstStyle/>
          <a:p>
            <a:pPr marL="0" indent="0">
              <a:buNone/>
            </a:pPr>
            <a:r>
              <a:rPr lang="en-US" sz="2200" b="1" dirty="0">
                <a:solidFill>
                  <a:srgbClr val="000041"/>
                </a:solidFill>
              </a:rPr>
              <a:t>Engineering quality</a:t>
            </a:r>
            <a:endParaRPr lang="en-US" sz="2200" dirty="0"/>
          </a:p>
        </p:txBody>
      </p:sp>
      <p:sp>
        <p:nvSpPr>
          <p:cNvPr id="16" name="Text 11"/>
          <p:cNvSpPr/>
          <p:nvPr/>
        </p:nvSpPr>
        <p:spPr>
          <a:xfrm>
            <a:off x="4800600" y="1627632"/>
            <a:ext cx="3246120" cy="3767328"/>
          </a:xfrm>
          <a:prstGeom prst="rect">
            <a:avLst/>
          </a:prstGeom>
          <a:noFill/>
          <a:ln/>
        </p:spPr>
        <p:txBody>
          <a:bodyPr wrap="square" lIns="254" tIns="12700" rIns="254" bIns="12700" rtlCol="0" anchor="ctr">
            <a:normAutofit/>
          </a:bodyPr>
          <a:lstStyle/>
          <a:p>
            <a:pPr marL="0" indent="0">
              <a:buNone/>
            </a:pPr>
            <a:r>
              <a:rPr lang="en-US" sz="1400" dirty="0">
                <a:solidFill>
                  <a:srgbClr val="000000"/>
                </a:solidFill>
              </a:rPr>
              <a:t>Treat generated code as a draft.</a:t>
            </a:r>
            <a:endParaRPr lang="en-US" sz="1400" dirty="0"/>
          </a:p>
          <a:p>
            <a:pPr marL="0" indent="0">
              <a:buNone/>
            </a:pPr>
            <a:r>
              <a:rPr lang="en-US" sz="1400" dirty="0">
                <a:solidFill>
                  <a:srgbClr val="000000"/>
                </a:solidFill>
              </a:rPr>
              <a:t>Require tests and peer review.</a:t>
            </a:r>
            <a:endParaRPr lang="en-US" sz="1400" dirty="0"/>
          </a:p>
          <a:p>
            <a:pPr marL="0" indent="0">
              <a:buNone/>
            </a:pPr>
            <a:r>
              <a:rPr lang="en-US" sz="1400" dirty="0">
                <a:solidFill>
                  <a:srgbClr val="000000"/>
                </a:solidFill>
              </a:rPr>
              <a:t>Validate cost and performance behavior in Fabric.</a:t>
            </a:r>
            <a:endParaRPr lang="en-US" sz="1400" dirty="0"/>
          </a:p>
        </p:txBody>
      </p:sp>
      <p:sp>
        <p:nvSpPr>
          <p:cNvPr id="17" name="Shape 12"/>
          <p:cNvSpPr/>
          <p:nvPr/>
        </p:nvSpPr>
        <p:spPr>
          <a:xfrm>
            <a:off x="8394192" y="1097280"/>
            <a:ext cx="3383280" cy="4389120"/>
          </a:xfrm>
          <a:prstGeom prst="roundRect">
            <a:avLst>
              <a:gd name="adj" fmla="val 2162"/>
            </a:avLst>
          </a:prstGeom>
          <a:solidFill>
            <a:srgbClr val="F6FBFF"/>
          </a:solidFill>
          <a:ln w="15240">
            <a:solidFill>
              <a:srgbClr val="5C2D91"/>
            </a:solidFill>
            <a:prstDash val="solid"/>
          </a:ln>
        </p:spPr>
      </p:sp>
      <p:sp>
        <p:nvSpPr>
          <p:cNvPr id="18" name="Shape 13"/>
          <p:cNvSpPr/>
          <p:nvPr/>
        </p:nvSpPr>
        <p:spPr>
          <a:xfrm>
            <a:off x="8394192" y="1097280"/>
            <a:ext cx="128016" cy="4389120"/>
          </a:xfrm>
          <a:prstGeom prst="rect">
            <a:avLst/>
          </a:prstGeom>
          <a:solidFill>
            <a:srgbClr val="5C2D91"/>
          </a:solidFill>
          <a:ln w="12700">
            <a:solidFill>
              <a:srgbClr val="5C2D91"/>
            </a:solidFill>
            <a:prstDash val="solid"/>
          </a:ln>
        </p:spPr>
      </p:sp>
      <p:sp>
        <p:nvSpPr>
          <p:cNvPr id="19" name="Text 14"/>
          <p:cNvSpPr/>
          <p:nvPr/>
        </p:nvSpPr>
        <p:spPr>
          <a:xfrm>
            <a:off x="8668512" y="1243584"/>
            <a:ext cx="2971800" cy="384048"/>
          </a:xfrm>
          <a:prstGeom prst="rect">
            <a:avLst/>
          </a:prstGeom>
          <a:noFill/>
          <a:ln/>
        </p:spPr>
        <p:txBody>
          <a:bodyPr wrap="square" lIns="0" tIns="12700" rIns="0" bIns="12700" rtlCol="0" anchor="ctr">
            <a:normAutofit/>
          </a:bodyPr>
          <a:lstStyle/>
          <a:p>
            <a:pPr marL="0" indent="0">
              <a:buNone/>
            </a:pPr>
            <a:r>
              <a:rPr lang="en-US" sz="2200" b="1" dirty="0">
                <a:solidFill>
                  <a:srgbClr val="000041"/>
                </a:solidFill>
              </a:rPr>
              <a:t>Team enablement</a:t>
            </a:r>
            <a:endParaRPr lang="en-US" sz="2200" dirty="0"/>
          </a:p>
        </p:txBody>
      </p:sp>
      <p:sp>
        <p:nvSpPr>
          <p:cNvPr id="20" name="Text 15"/>
          <p:cNvSpPr/>
          <p:nvPr/>
        </p:nvSpPr>
        <p:spPr>
          <a:xfrm>
            <a:off x="8668512" y="1627632"/>
            <a:ext cx="2971800" cy="3767328"/>
          </a:xfrm>
          <a:prstGeom prst="rect">
            <a:avLst/>
          </a:prstGeom>
          <a:noFill/>
          <a:ln/>
        </p:spPr>
        <p:txBody>
          <a:bodyPr wrap="square" lIns="254" tIns="12700" rIns="254" bIns="12700" rtlCol="0" anchor="ctr">
            <a:normAutofit/>
          </a:bodyPr>
          <a:lstStyle/>
          <a:p>
            <a:pPr marL="0" indent="0">
              <a:buNone/>
            </a:pPr>
            <a:r>
              <a:rPr lang="en-US" sz="1400" dirty="0">
                <a:solidFill>
                  <a:srgbClr val="000000"/>
                </a:solidFill>
              </a:rPr>
              <a:t>Publish prompt templates.</a:t>
            </a:r>
            <a:endParaRPr lang="en-US" sz="1400" dirty="0"/>
          </a:p>
          <a:p>
            <a:pPr marL="0" indent="0">
              <a:buNone/>
            </a:pPr>
            <a:r>
              <a:rPr lang="en-US" sz="1400" dirty="0">
                <a:solidFill>
                  <a:srgbClr val="000000"/>
                </a:solidFill>
              </a:rPr>
              <a:t>Share approved code patterns.</a:t>
            </a:r>
            <a:endParaRPr lang="en-US" sz="1400" dirty="0"/>
          </a:p>
          <a:p>
            <a:pPr marL="0" indent="0">
              <a:buNone/>
            </a:pPr>
            <a:r>
              <a:rPr lang="en-US" sz="1400" dirty="0">
                <a:solidFill>
                  <a:srgbClr val="000000"/>
                </a:solidFill>
              </a:rPr>
              <a:t>Track wins and failure modes in the runbook.</a:t>
            </a:r>
            <a:endParaRPr lang="en-US" sz="1400" dirty="0"/>
          </a:p>
        </p:txBody>
      </p:sp>
      <p:sp>
        <p:nvSpPr>
          <p:cNvPr id="21" name="Text 16"/>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2" name="Text 17"/>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41"/>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Simple rollout plan for a data organization</a:t>
            </a:r>
            <a:endParaRPr lang="en-US" sz="3400" dirty="0"/>
          </a:p>
        </p:txBody>
      </p:sp>
      <p:sp>
        <p:nvSpPr>
          <p:cNvPr id="3" name="Shape 1"/>
          <p:cNvSpPr/>
          <p:nvPr/>
        </p:nvSpPr>
        <p:spPr>
          <a:xfrm>
            <a:off x="9994392"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copilot.png"/>
          <p:cNvPicPr>
            <a:picLocks noChangeAspect="1"/>
          </p:cNvPicPr>
          <p:nvPr/>
        </p:nvPicPr>
        <p:blipFill>
          <a:blip r:embed="rId3"/>
          <a:stretch>
            <a:fillRect/>
          </a:stretch>
        </p:blipFill>
        <p:spPr>
          <a:xfrm>
            <a:off x="10012680" y="338328"/>
            <a:ext cx="301752" cy="301752"/>
          </a:xfrm>
          <a:prstGeom prst="rect">
            <a:avLst/>
          </a:prstGeom>
        </p:spPr>
      </p:pic>
      <p:sp>
        <p:nvSpPr>
          <p:cNvPr id="5" name="Shape 2"/>
          <p:cNvSpPr/>
          <p:nvPr/>
        </p:nvSpPr>
        <p:spPr>
          <a:xfrm>
            <a:off x="10387584"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microsoft-fabric.png"/>
          <p:cNvPicPr>
            <a:picLocks noChangeAspect="1"/>
          </p:cNvPicPr>
          <p:nvPr/>
        </p:nvPicPr>
        <p:blipFill>
          <a:blip r:embed="rId4"/>
          <a:stretch>
            <a:fillRect/>
          </a:stretch>
        </p:blipFill>
        <p:spPr>
          <a:xfrm>
            <a:off x="10405872" y="338328"/>
            <a:ext cx="301752" cy="301752"/>
          </a:xfrm>
          <a:prstGeom prst="rect">
            <a:avLst/>
          </a:prstGeom>
        </p:spPr>
      </p:pic>
      <p:sp>
        <p:nvSpPr>
          <p:cNvPr id="7" name="Shape 3"/>
          <p:cNvSpPr/>
          <p:nvPr/>
        </p:nvSpPr>
        <p:spPr>
          <a:xfrm>
            <a:off x="777240" y="1234440"/>
            <a:ext cx="3611880" cy="4480560"/>
          </a:xfrm>
          <a:prstGeom prst="roundRect">
            <a:avLst>
              <a:gd name="adj" fmla="val 2025"/>
            </a:avLst>
          </a:prstGeom>
          <a:solidFill>
            <a:srgbClr val="10145D"/>
          </a:solidFill>
          <a:ln w="15240">
            <a:solidFill>
              <a:srgbClr val="50E6FF"/>
            </a:solidFill>
            <a:prstDash val="solid"/>
          </a:ln>
        </p:spPr>
      </p:sp>
      <p:sp>
        <p:nvSpPr>
          <p:cNvPr id="8" name="Shape 4"/>
          <p:cNvSpPr/>
          <p:nvPr/>
        </p:nvSpPr>
        <p:spPr>
          <a:xfrm>
            <a:off x="777240" y="1234440"/>
            <a:ext cx="128016" cy="4480560"/>
          </a:xfrm>
          <a:prstGeom prst="rect">
            <a:avLst/>
          </a:prstGeom>
          <a:solidFill>
            <a:srgbClr val="50E6FF"/>
          </a:solidFill>
          <a:ln w="12700">
            <a:solidFill>
              <a:srgbClr val="50E6FF"/>
            </a:solidFill>
            <a:prstDash val="solid"/>
          </a:ln>
        </p:spPr>
      </p:sp>
      <p:sp>
        <p:nvSpPr>
          <p:cNvPr id="9" name="Text 5"/>
          <p:cNvSpPr/>
          <p:nvPr/>
        </p:nvSpPr>
        <p:spPr>
          <a:xfrm>
            <a:off x="1051560" y="1380744"/>
            <a:ext cx="3200400" cy="384048"/>
          </a:xfrm>
          <a:prstGeom prst="rect">
            <a:avLst/>
          </a:prstGeom>
          <a:noFill/>
          <a:ln/>
        </p:spPr>
        <p:txBody>
          <a:bodyPr wrap="square" lIns="0" tIns="12700" rIns="0" bIns="12700" rtlCol="0" anchor="ctr">
            <a:normAutofit/>
          </a:bodyPr>
          <a:lstStyle/>
          <a:p>
            <a:pPr marL="0" indent="0">
              <a:buNone/>
            </a:pPr>
            <a:r>
              <a:rPr lang="en-US" sz="2000" b="1" dirty="0">
                <a:solidFill>
                  <a:srgbClr val="FFFFFF"/>
                </a:solidFill>
              </a:rPr>
              <a:t>Phase 1: Pilot</a:t>
            </a:r>
            <a:endParaRPr lang="en-US" sz="2000" dirty="0"/>
          </a:p>
        </p:txBody>
      </p:sp>
      <p:sp>
        <p:nvSpPr>
          <p:cNvPr id="10" name="Text 6"/>
          <p:cNvSpPr/>
          <p:nvPr/>
        </p:nvSpPr>
        <p:spPr>
          <a:xfrm>
            <a:off x="1051560" y="1764792"/>
            <a:ext cx="3200400" cy="3858768"/>
          </a:xfrm>
          <a:prstGeom prst="rect">
            <a:avLst/>
          </a:prstGeom>
          <a:noFill/>
          <a:ln/>
        </p:spPr>
        <p:txBody>
          <a:bodyPr wrap="square" lIns="254" tIns="12700" rIns="254" bIns="12700" rtlCol="0" anchor="ctr">
            <a:normAutofit/>
          </a:bodyPr>
          <a:lstStyle/>
          <a:p>
            <a:pPr marL="0" indent="0">
              <a:buNone/>
            </a:pPr>
            <a:r>
              <a:rPr lang="en-US" sz="1400" dirty="0">
                <a:solidFill>
                  <a:srgbClr val="FFFFFF"/>
                </a:solidFill>
              </a:rPr>
              <a:t>Select one weekly workflow.</a:t>
            </a:r>
            <a:endParaRPr lang="en-US" sz="1400" dirty="0"/>
          </a:p>
          <a:p>
            <a:pPr marL="0" indent="0">
              <a:buNone/>
            </a:pPr>
            <a:r>
              <a:rPr lang="en-US" sz="1400" dirty="0">
                <a:solidFill>
                  <a:srgbClr val="FFFFFF"/>
                </a:solidFill>
              </a:rPr>
              <a:t>Run it with two engineers.</a:t>
            </a:r>
            <a:endParaRPr lang="en-US" sz="1400" dirty="0"/>
          </a:p>
          <a:p>
            <a:pPr marL="0" indent="0">
              <a:buNone/>
            </a:pPr>
            <a:r>
              <a:rPr lang="en-US" sz="1400" dirty="0">
                <a:solidFill>
                  <a:srgbClr val="FFFFFF"/>
                </a:solidFill>
              </a:rPr>
              <a:t>Capture baseline effort and defects.</a:t>
            </a:r>
            <a:endParaRPr lang="en-US" sz="1400" dirty="0"/>
          </a:p>
        </p:txBody>
      </p:sp>
      <p:sp>
        <p:nvSpPr>
          <p:cNvPr id="11" name="Shape 7"/>
          <p:cNvSpPr/>
          <p:nvPr/>
        </p:nvSpPr>
        <p:spPr>
          <a:xfrm>
            <a:off x="4526280" y="1234440"/>
            <a:ext cx="3611880" cy="4480560"/>
          </a:xfrm>
          <a:prstGeom prst="roundRect">
            <a:avLst>
              <a:gd name="adj" fmla="val 2025"/>
            </a:avLst>
          </a:prstGeom>
          <a:solidFill>
            <a:srgbClr val="10145D"/>
          </a:solidFill>
          <a:ln w="15240">
            <a:solidFill>
              <a:srgbClr val="0078D3"/>
            </a:solidFill>
            <a:prstDash val="solid"/>
          </a:ln>
        </p:spPr>
      </p:sp>
      <p:sp>
        <p:nvSpPr>
          <p:cNvPr id="12" name="Shape 8"/>
          <p:cNvSpPr/>
          <p:nvPr/>
        </p:nvSpPr>
        <p:spPr>
          <a:xfrm>
            <a:off x="4526280" y="1234440"/>
            <a:ext cx="128016" cy="4480560"/>
          </a:xfrm>
          <a:prstGeom prst="rect">
            <a:avLst/>
          </a:prstGeom>
          <a:solidFill>
            <a:srgbClr val="0078D3"/>
          </a:solidFill>
          <a:ln w="12700">
            <a:solidFill>
              <a:srgbClr val="0078D3"/>
            </a:solidFill>
            <a:prstDash val="solid"/>
          </a:ln>
        </p:spPr>
      </p:sp>
      <p:sp>
        <p:nvSpPr>
          <p:cNvPr id="13" name="Text 9"/>
          <p:cNvSpPr/>
          <p:nvPr/>
        </p:nvSpPr>
        <p:spPr>
          <a:xfrm>
            <a:off x="4800600" y="1380744"/>
            <a:ext cx="3200400" cy="384048"/>
          </a:xfrm>
          <a:prstGeom prst="rect">
            <a:avLst/>
          </a:prstGeom>
          <a:noFill/>
          <a:ln/>
        </p:spPr>
        <p:txBody>
          <a:bodyPr wrap="square" lIns="0" tIns="12700" rIns="0" bIns="12700" rtlCol="0" anchor="ctr">
            <a:normAutofit/>
          </a:bodyPr>
          <a:lstStyle/>
          <a:p>
            <a:pPr marL="0" indent="0">
              <a:buNone/>
            </a:pPr>
            <a:r>
              <a:rPr lang="en-US" sz="2000" b="1" dirty="0">
                <a:solidFill>
                  <a:srgbClr val="FFFFFF"/>
                </a:solidFill>
              </a:rPr>
              <a:t>Phase 2: Standardize</a:t>
            </a:r>
            <a:endParaRPr lang="en-US" sz="2000" dirty="0"/>
          </a:p>
        </p:txBody>
      </p:sp>
      <p:sp>
        <p:nvSpPr>
          <p:cNvPr id="14" name="Text 10"/>
          <p:cNvSpPr/>
          <p:nvPr/>
        </p:nvSpPr>
        <p:spPr>
          <a:xfrm>
            <a:off x="4800600" y="1764792"/>
            <a:ext cx="3200400" cy="3858768"/>
          </a:xfrm>
          <a:prstGeom prst="rect">
            <a:avLst/>
          </a:prstGeom>
          <a:noFill/>
          <a:ln/>
        </p:spPr>
        <p:txBody>
          <a:bodyPr wrap="square" lIns="254" tIns="12700" rIns="254" bIns="12700" rtlCol="0" anchor="ctr">
            <a:normAutofit/>
          </a:bodyPr>
          <a:lstStyle/>
          <a:p>
            <a:pPr marL="0" indent="0">
              <a:buNone/>
            </a:pPr>
            <a:r>
              <a:rPr lang="en-US" sz="1400" dirty="0">
                <a:solidFill>
                  <a:srgbClr val="FFFFFF"/>
                </a:solidFill>
              </a:rPr>
              <a:t>Turn winning prompts into templates.</a:t>
            </a:r>
            <a:endParaRPr lang="en-US" sz="1400" dirty="0"/>
          </a:p>
          <a:p>
            <a:pPr marL="0" indent="0">
              <a:buNone/>
            </a:pPr>
            <a:r>
              <a:rPr lang="en-US" sz="1400" dirty="0">
                <a:solidFill>
                  <a:srgbClr val="FFFFFF"/>
                </a:solidFill>
              </a:rPr>
              <a:t>Create reusable helpers for profiling, checks, and SQL patterns.</a:t>
            </a:r>
            <a:endParaRPr lang="en-US" sz="1400" dirty="0"/>
          </a:p>
        </p:txBody>
      </p:sp>
      <p:sp>
        <p:nvSpPr>
          <p:cNvPr id="15" name="Shape 11"/>
          <p:cNvSpPr/>
          <p:nvPr/>
        </p:nvSpPr>
        <p:spPr>
          <a:xfrm>
            <a:off x="8275320" y="1234440"/>
            <a:ext cx="3383280" cy="4480560"/>
          </a:xfrm>
          <a:prstGeom prst="roundRect">
            <a:avLst>
              <a:gd name="adj" fmla="val 2162"/>
            </a:avLst>
          </a:prstGeom>
          <a:solidFill>
            <a:srgbClr val="10145D"/>
          </a:solidFill>
          <a:ln w="15240">
            <a:solidFill>
              <a:srgbClr val="107C10"/>
            </a:solidFill>
            <a:prstDash val="solid"/>
          </a:ln>
        </p:spPr>
      </p:sp>
      <p:sp>
        <p:nvSpPr>
          <p:cNvPr id="16" name="Shape 12"/>
          <p:cNvSpPr/>
          <p:nvPr/>
        </p:nvSpPr>
        <p:spPr>
          <a:xfrm>
            <a:off x="8275320" y="1234440"/>
            <a:ext cx="128016" cy="4480560"/>
          </a:xfrm>
          <a:prstGeom prst="rect">
            <a:avLst/>
          </a:prstGeom>
          <a:solidFill>
            <a:srgbClr val="107C10"/>
          </a:solidFill>
          <a:ln w="12700">
            <a:solidFill>
              <a:srgbClr val="107C10"/>
            </a:solidFill>
            <a:prstDash val="solid"/>
          </a:ln>
        </p:spPr>
      </p:sp>
      <p:sp>
        <p:nvSpPr>
          <p:cNvPr id="17" name="Text 13"/>
          <p:cNvSpPr/>
          <p:nvPr/>
        </p:nvSpPr>
        <p:spPr>
          <a:xfrm>
            <a:off x="8549640" y="1380744"/>
            <a:ext cx="2971800" cy="384048"/>
          </a:xfrm>
          <a:prstGeom prst="rect">
            <a:avLst/>
          </a:prstGeom>
          <a:noFill/>
          <a:ln/>
        </p:spPr>
        <p:txBody>
          <a:bodyPr wrap="square" lIns="0" tIns="12700" rIns="0" bIns="12700" rtlCol="0" anchor="ctr">
            <a:normAutofit/>
          </a:bodyPr>
          <a:lstStyle/>
          <a:p>
            <a:pPr marL="0" indent="0">
              <a:buNone/>
            </a:pPr>
            <a:r>
              <a:rPr lang="en-US" sz="2000" b="1" dirty="0">
                <a:solidFill>
                  <a:srgbClr val="FFFFFF"/>
                </a:solidFill>
              </a:rPr>
              <a:t>Phase 3: Scale</a:t>
            </a:r>
            <a:endParaRPr lang="en-US" sz="2000" dirty="0"/>
          </a:p>
        </p:txBody>
      </p:sp>
      <p:sp>
        <p:nvSpPr>
          <p:cNvPr id="18" name="Text 14"/>
          <p:cNvSpPr/>
          <p:nvPr/>
        </p:nvSpPr>
        <p:spPr>
          <a:xfrm>
            <a:off x="8549640" y="1764792"/>
            <a:ext cx="2971800" cy="3858768"/>
          </a:xfrm>
          <a:prstGeom prst="rect">
            <a:avLst/>
          </a:prstGeom>
          <a:noFill/>
          <a:ln/>
        </p:spPr>
        <p:txBody>
          <a:bodyPr wrap="square" lIns="254" tIns="12700" rIns="254" bIns="12700" rtlCol="0" anchor="ctr">
            <a:normAutofit/>
          </a:bodyPr>
          <a:lstStyle/>
          <a:p>
            <a:pPr marL="0" indent="0">
              <a:buNone/>
            </a:pPr>
            <a:r>
              <a:rPr lang="en-US" sz="1400" dirty="0">
                <a:solidFill>
                  <a:srgbClr val="FFFFFF"/>
                </a:solidFill>
              </a:rPr>
              <a:t>Expand to more teams.</a:t>
            </a:r>
            <a:endParaRPr lang="en-US" sz="1400" dirty="0"/>
          </a:p>
          <a:p>
            <a:pPr marL="0" indent="0">
              <a:buNone/>
            </a:pPr>
            <a:r>
              <a:rPr lang="en-US" sz="1400" dirty="0">
                <a:solidFill>
                  <a:srgbClr val="FFFFFF"/>
                </a:solidFill>
              </a:rPr>
              <a:t>Review outcomes monthly.</a:t>
            </a:r>
            <a:endParaRPr lang="en-US" sz="1400" dirty="0"/>
          </a:p>
          <a:p>
            <a:pPr marL="0" indent="0">
              <a:buNone/>
            </a:pPr>
            <a:r>
              <a:rPr lang="en-US" sz="1400" dirty="0">
                <a:solidFill>
                  <a:srgbClr val="FFFFFF"/>
                </a:solidFill>
              </a:rPr>
              <a:t>Continuously update guardrails and examples.</a:t>
            </a:r>
            <a:endParaRPr lang="en-US" sz="1400" dirty="0"/>
          </a:p>
        </p:txBody>
      </p:sp>
      <p:sp>
        <p:nvSpPr>
          <p:cNvPr id="19" name="Text 15"/>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FFFFFF">
                    <a:alpha val="80000"/>
                  </a:srgbClr>
                </a:solidFill>
              </a:rPr>
              <a:t>GitHub Copilot for Data Professionals</a:t>
            </a:r>
            <a:endParaRPr lang="en-US" sz="850" dirty="0"/>
          </a:p>
        </p:txBody>
      </p:sp>
      <p:sp>
        <p:nvSpPr>
          <p:cNvPr id="20" name="Text 16"/>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50E6FF"/>
                </a:solidFill>
              </a:rPr>
              <a:t>https://github.com/your-org/github-copilot-for-data-professionals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500" b="1" dirty="0">
                <a:solidFill>
                  <a:srgbClr val="000041"/>
                </a:solidFill>
                <a:latin typeface="Segoe UI Semibold" pitchFamily="34" charset="0"/>
                <a:ea typeface="Segoe UI Semibold" pitchFamily="34" charset="-122"/>
                <a:cs typeface="Segoe UI Semibold" pitchFamily="34" charset="-120"/>
              </a:rPr>
              <a:t>How to measure value</a:t>
            </a:r>
            <a:endParaRPr lang="en-US" sz="3500" dirty="0"/>
          </a:p>
        </p:txBody>
      </p:sp>
      <p:pic>
        <p:nvPicPr>
          <p:cNvPr id="3" name="Image 0" descr="/home/jordanbean/source/repos/github-copilot-for-data-professionals/deck/assets/metrics-dashboard.png"/>
          <p:cNvPicPr>
            <a:picLocks noChangeAspect="1"/>
          </p:cNvPicPr>
          <p:nvPr/>
        </p:nvPicPr>
        <p:blipFill>
          <a:blip r:embed="rId3"/>
          <a:stretch>
            <a:fillRect/>
          </a:stretch>
        </p:blipFill>
        <p:spPr>
          <a:xfrm>
            <a:off x="685800" y="1097280"/>
            <a:ext cx="5760720" cy="4526280"/>
          </a:xfrm>
          <a:prstGeom prst="rect">
            <a:avLst/>
          </a:prstGeom>
        </p:spPr>
      </p:pic>
      <p:sp>
        <p:nvSpPr>
          <p:cNvPr id="4" name="Shape 1"/>
          <p:cNvSpPr/>
          <p:nvPr/>
        </p:nvSpPr>
        <p:spPr>
          <a:xfrm>
            <a:off x="9948672" y="310896"/>
            <a:ext cx="329184" cy="329184"/>
          </a:xfrm>
          <a:prstGeom prst="roundRect">
            <a:avLst>
              <a:gd name="adj" fmla="val 11111"/>
            </a:avLst>
          </a:prstGeom>
          <a:solidFill>
            <a:srgbClr val="FFFFFF">
              <a:alpha val="92000"/>
            </a:srgbClr>
          </a:solidFill>
          <a:ln w="6350">
            <a:solidFill>
              <a:srgbClr val="D0D7DE"/>
            </a:solidFill>
            <a:prstDash val="solid"/>
          </a:ln>
        </p:spPr>
      </p:sp>
      <p:pic>
        <p:nvPicPr>
          <p:cNvPr id="5" name="Image 1" descr="/home/jordanbean/source/repos/github-copilot-for-data-professionals/deck/assets/icons/github-mark.png"/>
          <p:cNvPicPr>
            <a:picLocks noChangeAspect="1"/>
          </p:cNvPicPr>
          <p:nvPr/>
        </p:nvPicPr>
        <p:blipFill>
          <a:blip r:embed="rId4"/>
          <a:stretch>
            <a:fillRect/>
          </a:stretch>
        </p:blipFill>
        <p:spPr>
          <a:xfrm>
            <a:off x="9966960" y="329184"/>
            <a:ext cx="292608" cy="292608"/>
          </a:xfrm>
          <a:prstGeom prst="rect">
            <a:avLst/>
          </a:prstGeom>
        </p:spPr>
      </p:pic>
      <p:sp>
        <p:nvSpPr>
          <p:cNvPr id="6" name="Shape 2"/>
          <p:cNvSpPr/>
          <p:nvPr/>
        </p:nvSpPr>
        <p:spPr>
          <a:xfrm>
            <a:off x="10332720" y="310896"/>
            <a:ext cx="329184" cy="329184"/>
          </a:xfrm>
          <a:prstGeom prst="roundRect">
            <a:avLst>
              <a:gd name="adj" fmla="val 11111"/>
            </a:avLst>
          </a:prstGeom>
          <a:solidFill>
            <a:srgbClr val="FFFFFF">
              <a:alpha val="92000"/>
            </a:srgbClr>
          </a:solidFill>
          <a:ln w="6350">
            <a:solidFill>
              <a:srgbClr val="D0D7DE"/>
            </a:solidFill>
            <a:prstDash val="solid"/>
          </a:ln>
        </p:spPr>
      </p:sp>
      <p:pic>
        <p:nvPicPr>
          <p:cNvPr id="7" name="Image 2" descr="/home/jordanbean/source/repos/github-copilot-for-data-professionals/deck/assets/icons/github-copilot.png"/>
          <p:cNvPicPr>
            <a:picLocks noChangeAspect="1"/>
          </p:cNvPicPr>
          <p:nvPr/>
        </p:nvPicPr>
        <p:blipFill>
          <a:blip r:embed="rId5"/>
          <a:stretch>
            <a:fillRect/>
          </a:stretch>
        </p:blipFill>
        <p:spPr>
          <a:xfrm>
            <a:off x="10351008" y="329184"/>
            <a:ext cx="292608" cy="292608"/>
          </a:xfrm>
          <a:prstGeom prst="rect">
            <a:avLst/>
          </a:prstGeom>
        </p:spPr>
      </p:pic>
      <p:sp>
        <p:nvSpPr>
          <p:cNvPr id="8" name="Shape 3"/>
          <p:cNvSpPr/>
          <p:nvPr/>
        </p:nvSpPr>
        <p:spPr>
          <a:xfrm>
            <a:off x="6720840" y="1143000"/>
            <a:ext cx="4937760" cy="1051560"/>
          </a:xfrm>
          <a:prstGeom prst="roundRect">
            <a:avLst>
              <a:gd name="adj" fmla="val 6957"/>
            </a:avLst>
          </a:prstGeom>
          <a:solidFill>
            <a:srgbClr val="FFFFFF"/>
          </a:solidFill>
          <a:ln w="15240">
            <a:solidFill>
              <a:srgbClr val="0078D3"/>
            </a:solidFill>
            <a:prstDash val="solid"/>
          </a:ln>
        </p:spPr>
      </p:sp>
      <p:sp>
        <p:nvSpPr>
          <p:cNvPr id="9" name="Shape 4"/>
          <p:cNvSpPr/>
          <p:nvPr/>
        </p:nvSpPr>
        <p:spPr>
          <a:xfrm>
            <a:off x="6720840" y="1143000"/>
            <a:ext cx="128016" cy="1051560"/>
          </a:xfrm>
          <a:prstGeom prst="rect">
            <a:avLst/>
          </a:prstGeom>
          <a:solidFill>
            <a:srgbClr val="0078D3"/>
          </a:solidFill>
          <a:ln w="12700">
            <a:solidFill>
              <a:srgbClr val="0078D3"/>
            </a:solidFill>
            <a:prstDash val="solid"/>
          </a:ln>
        </p:spPr>
      </p:sp>
      <p:sp>
        <p:nvSpPr>
          <p:cNvPr id="10" name="Text 5"/>
          <p:cNvSpPr/>
          <p:nvPr/>
        </p:nvSpPr>
        <p:spPr>
          <a:xfrm>
            <a:off x="6995160" y="1289304"/>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Speed</a:t>
            </a:r>
            <a:endParaRPr lang="en-US" sz="1600" dirty="0"/>
          </a:p>
        </p:txBody>
      </p:sp>
      <p:sp>
        <p:nvSpPr>
          <p:cNvPr id="11" name="Text 6"/>
          <p:cNvSpPr/>
          <p:nvPr/>
        </p:nvSpPr>
        <p:spPr>
          <a:xfrm>
            <a:off x="6995160" y="1673352"/>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Time to first working draft for notebook, transform, or SQL query.</a:t>
            </a:r>
            <a:endParaRPr lang="en-US" sz="1250" dirty="0"/>
          </a:p>
        </p:txBody>
      </p:sp>
      <p:sp>
        <p:nvSpPr>
          <p:cNvPr id="12" name="Shape 7"/>
          <p:cNvSpPr/>
          <p:nvPr/>
        </p:nvSpPr>
        <p:spPr>
          <a:xfrm>
            <a:off x="6720840" y="2359152"/>
            <a:ext cx="4937760" cy="1051560"/>
          </a:xfrm>
          <a:prstGeom prst="roundRect">
            <a:avLst>
              <a:gd name="adj" fmla="val 6957"/>
            </a:avLst>
          </a:prstGeom>
          <a:solidFill>
            <a:srgbClr val="FFFFFF"/>
          </a:solidFill>
          <a:ln w="15240">
            <a:solidFill>
              <a:srgbClr val="107C10"/>
            </a:solidFill>
            <a:prstDash val="solid"/>
          </a:ln>
        </p:spPr>
      </p:sp>
      <p:sp>
        <p:nvSpPr>
          <p:cNvPr id="13" name="Shape 8"/>
          <p:cNvSpPr/>
          <p:nvPr/>
        </p:nvSpPr>
        <p:spPr>
          <a:xfrm>
            <a:off x="6720840" y="2359152"/>
            <a:ext cx="128016" cy="1051560"/>
          </a:xfrm>
          <a:prstGeom prst="rect">
            <a:avLst/>
          </a:prstGeom>
          <a:solidFill>
            <a:srgbClr val="107C10"/>
          </a:solidFill>
          <a:ln w="12700">
            <a:solidFill>
              <a:srgbClr val="107C10"/>
            </a:solidFill>
            <a:prstDash val="solid"/>
          </a:ln>
        </p:spPr>
      </p:sp>
      <p:sp>
        <p:nvSpPr>
          <p:cNvPr id="14" name="Text 9"/>
          <p:cNvSpPr/>
          <p:nvPr/>
        </p:nvSpPr>
        <p:spPr>
          <a:xfrm>
            <a:off x="6995160" y="2505456"/>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Quality</a:t>
            </a:r>
            <a:endParaRPr lang="en-US" sz="1600" dirty="0"/>
          </a:p>
        </p:txBody>
      </p:sp>
      <p:sp>
        <p:nvSpPr>
          <p:cNvPr id="15" name="Text 10"/>
          <p:cNvSpPr/>
          <p:nvPr/>
        </p:nvSpPr>
        <p:spPr>
          <a:xfrm>
            <a:off x="6995160" y="2889504"/>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Defect escape rate, test coverage on generated helpers, and review findings.</a:t>
            </a:r>
            <a:endParaRPr lang="en-US" sz="1250" dirty="0"/>
          </a:p>
        </p:txBody>
      </p:sp>
      <p:sp>
        <p:nvSpPr>
          <p:cNvPr id="16" name="Shape 11"/>
          <p:cNvSpPr/>
          <p:nvPr/>
        </p:nvSpPr>
        <p:spPr>
          <a:xfrm>
            <a:off x="6720840" y="3575304"/>
            <a:ext cx="4937760" cy="1051560"/>
          </a:xfrm>
          <a:prstGeom prst="roundRect">
            <a:avLst>
              <a:gd name="adj" fmla="val 6957"/>
            </a:avLst>
          </a:prstGeom>
          <a:solidFill>
            <a:srgbClr val="FFFFFF"/>
          </a:solidFill>
          <a:ln w="15240">
            <a:solidFill>
              <a:srgbClr val="5C2D91"/>
            </a:solidFill>
            <a:prstDash val="solid"/>
          </a:ln>
        </p:spPr>
      </p:sp>
      <p:sp>
        <p:nvSpPr>
          <p:cNvPr id="17" name="Shape 12"/>
          <p:cNvSpPr/>
          <p:nvPr/>
        </p:nvSpPr>
        <p:spPr>
          <a:xfrm>
            <a:off x="6720840" y="3575304"/>
            <a:ext cx="128016" cy="1051560"/>
          </a:xfrm>
          <a:prstGeom prst="rect">
            <a:avLst/>
          </a:prstGeom>
          <a:solidFill>
            <a:srgbClr val="5C2D91"/>
          </a:solidFill>
          <a:ln w="12700">
            <a:solidFill>
              <a:srgbClr val="5C2D91"/>
            </a:solidFill>
            <a:prstDash val="solid"/>
          </a:ln>
        </p:spPr>
      </p:sp>
      <p:sp>
        <p:nvSpPr>
          <p:cNvPr id="18" name="Text 13"/>
          <p:cNvSpPr/>
          <p:nvPr/>
        </p:nvSpPr>
        <p:spPr>
          <a:xfrm>
            <a:off x="6995160" y="3721608"/>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Reuse</a:t>
            </a:r>
            <a:endParaRPr lang="en-US" sz="1600" dirty="0"/>
          </a:p>
        </p:txBody>
      </p:sp>
      <p:sp>
        <p:nvSpPr>
          <p:cNvPr id="19" name="Text 14"/>
          <p:cNvSpPr/>
          <p:nvPr/>
        </p:nvSpPr>
        <p:spPr>
          <a:xfrm>
            <a:off x="6995160" y="4105656"/>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Adoption of shared prompt templates and common utility modules.</a:t>
            </a:r>
            <a:endParaRPr lang="en-US" sz="1250" dirty="0"/>
          </a:p>
        </p:txBody>
      </p:sp>
      <p:sp>
        <p:nvSpPr>
          <p:cNvPr id="20" name="Shape 15"/>
          <p:cNvSpPr/>
          <p:nvPr/>
        </p:nvSpPr>
        <p:spPr>
          <a:xfrm>
            <a:off x="6720840" y="4791456"/>
            <a:ext cx="4937760" cy="1051560"/>
          </a:xfrm>
          <a:prstGeom prst="roundRect">
            <a:avLst>
              <a:gd name="adj" fmla="val 6957"/>
            </a:avLst>
          </a:prstGeom>
          <a:solidFill>
            <a:srgbClr val="FFFFFF"/>
          </a:solidFill>
          <a:ln w="15240">
            <a:solidFill>
              <a:srgbClr val="F7630C"/>
            </a:solidFill>
            <a:prstDash val="solid"/>
          </a:ln>
        </p:spPr>
      </p:sp>
      <p:sp>
        <p:nvSpPr>
          <p:cNvPr id="21" name="Shape 16"/>
          <p:cNvSpPr/>
          <p:nvPr/>
        </p:nvSpPr>
        <p:spPr>
          <a:xfrm>
            <a:off x="6720840" y="4791456"/>
            <a:ext cx="128016" cy="1051560"/>
          </a:xfrm>
          <a:prstGeom prst="rect">
            <a:avLst/>
          </a:prstGeom>
          <a:solidFill>
            <a:srgbClr val="F7630C"/>
          </a:solidFill>
          <a:ln w="12700">
            <a:solidFill>
              <a:srgbClr val="F7630C"/>
            </a:solidFill>
            <a:prstDash val="solid"/>
          </a:ln>
        </p:spPr>
      </p:sp>
      <p:sp>
        <p:nvSpPr>
          <p:cNvPr id="22" name="Text 17"/>
          <p:cNvSpPr/>
          <p:nvPr/>
        </p:nvSpPr>
        <p:spPr>
          <a:xfrm>
            <a:off x="6995160" y="4937760"/>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Business impact</a:t>
            </a:r>
            <a:endParaRPr lang="en-US" sz="1600" dirty="0"/>
          </a:p>
        </p:txBody>
      </p:sp>
      <p:sp>
        <p:nvSpPr>
          <p:cNvPr id="23" name="Text 18"/>
          <p:cNvSpPr/>
          <p:nvPr/>
        </p:nvSpPr>
        <p:spPr>
          <a:xfrm>
            <a:off x="6995160" y="5321808"/>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Faster cycle time from data ingestion to trusted analytics decisions.</a:t>
            </a:r>
            <a:endParaRPr lang="en-US" sz="1250" dirty="0"/>
          </a:p>
        </p:txBody>
      </p:sp>
      <p:sp>
        <p:nvSpPr>
          <p:cNvPr id="24"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5"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41"/>
        </a:solidFill>
        <a:effectLst/>
      </p:bgPr>
    </p:bg>
    <p:spTree>
      <p:nvGrpSpPr>
        <p:cNvPr id="1" name=""/>
        <p:cNvGrpSpPr/>
        <p:nvPr/>
      </p:nvGrpSpPr>
      <p:grpSpPr>
        <a:xfrm>
          <a:off x="0" y="0"/>
          <a:ext cx="0" cy="0"/>
          <a:chOff x="0" y="0"/>
          <a:chExt cx="0" cy="0"/>
        </a:xfrm>
      </p:grpSpPr>
      <p:sp>
        <p:nvSpPr>
          <p:cNvPr id="2" name="Text 0"/>
          <p:cNvSpPr/>
          <p:nvPr/>
        </p:nvSpPr>
        <p:spPr>
          <a:xfrm>
            <a:off x="713232" y="822960"/>
            <a:ext cx="7132320" cy="822960"/>
          </a:xfrm>
          <a:prstGeom prst="rect">
            <a:avLst/>
          </a:prstGeom>
          <a:noFill/>
          <a:ln/>
        </p:spPr>
        <p:txBody>
          <a:bodyPr wrap="square" lIns="0" tIns="12700" rIns="0" bIns="12700" rtlCol="0" anchor="ctr">
            <a:normAutofit/>
          </a:bodyPr>
          <a:lstStyle/>
          <a:p>
            <a:pPr marL="0" indent="0">
              <a:buNone/>
            </a:pPr>
            <a:r>
              <a:rPr lang="en-US" sz="4600" b="1" dirty="0">
                <a:solidFill>
                  <a:srgbClr val="FFFFFF"/>
                </a:solidFill>
              </a:rPr>
              <a:t>Start with one real workflow this week</a:t>
            </a:r>
            <a:endParaRPr lang="en-US" sz="4600" dirty="0"/>
          </a:p>
        </p:txBody>
      </p:sp>
      <p:sp>
        <p:nvSpPr>
          <p:cNvPr id="3" name="Text 1"/>
          <p:cNvSpPr/>
          <p:nvPr/>
        </p:nvSpPr>
        <p:spPr>
          <a:xfrm>
            <a:off x="731520" y="1828800"/>
            <a:ext cx="6949440" cy="1097280"/>
          </a:xfrm>
          <a:prstGeom prst="rect">
            <a:avLst/>
          </a:prstGeom>
          <a:noFill/>
          <a:ln/>
        </p:spPr>
        <p:txBody>
          <a:bodyPr wrap="square" lIns="0" tIns="12700" rIns="0" bIns="12700" rtlCol="0" anchor="ctr">
            <a:normAutofit/>
          </a:bodyPr>
          <a:lstStyle/>
          <a:p>
            <a:pPr marL="0" indent="0">
              <a:buNone/>
            </a:pPr>
            <a:r>
              <a:rPr lang="en-US" sz="2100" dirty="0">
                <a:solidFill>
                  <a:srgbClr val="50E6FF"/>
                </a:solidFill>
              </a:rPr>
              <a:t>Use this repo to run the full supply-chain data storyline from generation to risk prediction, then adapt prompts and guardrails for your own team.</a:t>
            </a:r>
            <a:endParaRPr lang="en-US" sz="2100" dirty="0"/>
          </a:p>
        </p:txBody>
      </p:sp>
      <p:pic>
        <p:nvPicPr>
          <p:cNvPr id="4" name="Image 0" descr="/home/jordanbean/source/repos/github-copilot-for-data-professionals/deck/assets/workflow-map.png"/>
          <p:cNvPicPr>
            <a:picLocks noChangeAspect="1"/>
          </p:cNvPicPr>
          <p:nvPr/>
        </p:nvPicPr>
        <p:blipFill>
          <a:blip r:embed="rId3"/>
          <a:stretch>
            <a:fillRect/>
          </a:stretch>
        </p:blipFill>
        <p:spPr>
          <a:xfrm>
            <a:off x="6583680" y="914400"/>
            <a:ext cx="5440680" cy="3931920"/>
          </a:xfrm>
          <a:prstGeom prst="rect">
            <a:avLst/>
          </a:prstGeom>
        </p:spPr>
      </p:pic>
      <p:sp>
        <p:nvSpPr>
          <p:cNvPr id="5" name="Shape 2"/>
          <p:cNvSpPr/>
          <p:nvPr/>
        </p:nvSpPr>
        <p:spPr>
          <a:xfrm>
            <a:off x="731520" y="3410712"/>
            <a:ext cx="420624" cy="420624"/>
          </a:xfrm>
          <a:prstGeom prst="roundRect">
            <a:avLst>
              <a:gd name="adj" fmla="val 8696"/>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mark.png"/>
          <p:cNvPicPr>
            <a:picLocks noChangeAspect="1"/>
          </p:cNvPicPr>
          <p:nvPr/>
        </p:nvPicPr>
        <p:blipFill>
          <a:blip r:embed="rId4"/>
          <a:stretch>
            <a:fillRect/>
          </a:stretch>
        </p:blipFill>
        <p:spPr>
          <a:xfrm>
            <a:off x="749808" y="3429000"/>
            <a:ext cx="384048" cy="384048"/>
          </a:xfrm>
          <a:prstGeom prst="rect">
            <a:avLst/>
          </a:prstGeom>
        </p:spPr>
      </p:pic>
      <p:sp>
        <p:nvSpPr>
          <p:cNvPr id="7" name="Shape 3"/>
          <p:cNvSpPr/>
          <p:nvPr/>
        </p:nvSpPr>
        <p:spPr>
          <a:xfrm>
            <a:off x="1261872" y="3410712"/>
            <a:ext cx="420624" cy="420624"/>
          </a:xfrm>
          <a:prstGeom prst="roundRect">
            <a:avLst>
              <a:gd name="adj" fmla="val 8696"/>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github-copilot.png"/>
          <p:cNvPicPr>
            <a:picLocks noChangeAspect="1"/>
          </p:cNvPicPr>
          <p:nvPr/>
        </p:nvPicPr>
        <p:blipFill>
          <a:blip r:embed="rId5"/>
          <a:stretch>
            <a:fillRect/>
          </a:stretch>
        </p:blipFill>
        <p:spPr>
          <a:xfrm>
            <a:off x="1280160" y="3429000"/>
            <a:ext cx="384048" cy="384048"/>
          </a:xfrm>
          <a:prstGeom prst="rect">
            <a:avLst/>
          </a:prstGeom>
        </p:spPr>
      </p:pic>
      <p:sp>
        <p:nvSpPr>
          <p:cNvPr id="9" name="Shape 4"/>
          <p:cNvSpPr/>
          <p:nvPr/>
        </p:nvSpPr>
        <p:spPr>
          <a:xfrm>
            <a:off x="1792224" y="3410712"/>
            <a:ext cx="420624" cy="420624"/>
          </a:xfrm>
          <a:prstGeom prst="roundRect">
            <a:avLst>
              <a:gd name="adj" fmla="val 8696"/>
            </a:avLst>
          </a:prstGeom>
          <a:solidFill>
            <a:srgbClr val="FFFFFF">
              <a:alpha val="92000"/>
            </a:srgbClr>
          </a:solidFill>
          <a:ln w="6350">
            <a:solidFill>
              <a:srgbClr val="D0D7DE"/>
            </a:solidFill>
            <a:prstDash val="solid"/>
          </a:ln>
        </p:spPr>
      </p:sp>
      <p:pic>
        <p:nvPicPr>
          <p:cNvPr id="10" name="Image 3" descr="/home/jordanbean/source/repos/github-copilot-for-data-professionals/deck/assets/icons/microsoft-fabric.png"/>
          <p:cNvPicPr>
            <a:picLocks noChangeAspect="1"/>
          </p:cNvPicPr>
          <p:nvPr/>
        </p:nvPicPr>
        <p:blipFill>
          <a:blip r:embed="rId6"/>
          <a:stretch>
            <a:fillRect/>
          </a:stretch>
        </p:blipFill>
        <p:spPr>
          <a:xfrm>
            <a:off x="1810512" y="3429000"/>
            <a:ext cx="384048" cy="384048"/>
          </a:xfrm>
          <a:prstGeom prst="rect">
            <a:avLst/>
          </a:prstGeom>
        </p:spPr>
      </p:pic>
      <p:sp>
        <p:nvSpPr>
          <p:cNvPr id="11" name="Shape 5"/>
          <p:cNvSpPr/>
          <p:nvPr/>
        </p:nvSpPr>
        <p:spPr>
          <a:xfrm>
            <a:off x="749808" y="4206240"/>
            <a:ext cx="10972800" cy="1005840"/>
          </a:xfrm>
          <a:prstGeom prst="roundRect">
            <a:avLst>
              <a:gd name="adj" fmla="val 7273"/>
            </a:avLst>
          </a:prstGeom>
          <a:solidFill>
            <a:srgbClr val="0078D3"/>
          </a:solidFill>
          <a:ln w="12700">
            <a:solidFill>
              <a:srgbClr val="0078D3"/>
            </a:solidFill>
            <a:prstDash val="solid"/>
          </a:ln>
        </p:spPr>
      </p:sp>
      <p:sp>
        <p:nvSpPr>
          <p:cNvPr id="12" name="Text 6"/>
          <p:cNvSpPr/>
          <p:nvPr/>
        </p:nvSpPr>
        <p:spPr>
          <a:xfrm>
            <a:off x="987552" y="4526280"/>
            <a:ext cx="10469880" cy="329184"/>
          </a:xfrm>
          <a:prstGeom prst="rect">
            <a:avLst/>
          </a:prstGeom>
          <a:noFill/>
          <a:ln/>
        </p:spPr>
        <p:txBody>
          <a:bodyPr wrap="square" lIns="0" tIns="12700" rIns="0" bIns="12700" rtlCol="0" anchor="ctr">
            <a:normAutofit/>
          </a:bodyPr>
          <a:lstStyle/>
          <a:p>
            <a:pPr marL="0" indent="0" algn="ctr">
              <a:buNone/>
            </a:pPr>
            <a:r>
              <a:rPr lang="en-US" sz="1800" b="1" dirty="0">
                <a:solidFill>
                  <a:srgbClr val="FFFFFF"/>
                </a:solidFill>
              </a:rPr>
              <a:t>https://github.com/your-org/github-copilot-for-data-professionals</a:t>
            </a:r>
            <a:endParaRPr lang="en-US" sz="1800" dirty="0"/>
          </a:p>
        </p:txBody>
      </p:sp>
      <p:sp>
        <p:nvSpPr>
          <p:cNvPr id="13" name="Text 7"/>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FFFFFF">
                    <a:alpha val="80000"/>
                  </a:srgbClr>
                </a:solidFill>
              </a:rPr>
              <a:t>GitHub Copilot for Data Professionals</a:t>
            </a:r>
            <a:endParaRPr lang="en-US" sz="850" dirty="0"/>
          </a:p>
        </p:txBody>
      </p:sp>
      <p:sp>
        <p:nvSpPr>
          <p:cNvPr id="14" name="Text 8"/>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50E6FF"/>
                </a:solidFill>
              </a:rPr>
              <a:t>https://github.com/your-org/github-copilot-for-data-professionals</a:t>
            </a:r>
            <a:endParaRPr lang="en-US" sz="850" dirty="0"/>
          </a:p>
        </p:txBody>
      </p:sp>
    </p:spTree>
  </p:cSld>
  <p:clrMapOvr>
    <a:masterClrMapping/>
  </p:clrMapOvr>
</p:sld>
</file>

<file path=ppt/theme/_rels/theme5.xml.rels><?xml version="1.0" encoding="UTF-8" standalone="yes"?>
<Relationships xmlns="http://schemas.openxmlformats.org/package/2006/relationships"><Relationship Id="rId1" Type="http://schemas.openxmlformats.org/officeDocument/2006/relationships/image" Target="../media/image27.png"/></Relationships>
</file>

<file path=ppt/theme/theme1.xml><?xml version="1.0" encoding="utf-8"?>
<a:theme xmlns:a="http://schemas.openxmlformats.org/drawingml/2006/main" name="WHITE TEMPLATE">
  <a:themeElements>
    <a:clrScheme name="MSVID White and Teal_10-2014">
      <a:dk1>
        <a:srgbClr val="505050"/>
      </a:dk1>
      <a:lt1>
        <a:srgbClr val="FFFFFF"/>
      </a:lt1>
      <a:dk2>
        <a:srgbClr val="008272"/>
      </a:dk2>
      <a:lt2>
        <a:srgbClr val="D5F7F6"/>
      </a:lt2>
      <a:accent1>
        <a:srgbClr val="008272"/>
      </a:accent1>
      <a:accent2>
        <a:srgbClr val="B4009E"/>
      </a:accent2>
      <a:accent3>
        <a:srgbClr val="004B50"/>
      </a:accent3>
      <a:accent4>
        <a:srgbClr val="0078D7"/>
      </a:accent4>
      <a:accent5>
        <a:srgbClr val="5C2D91"/>
      </a:accent5>
      <a:accent6>
        <a:srgbClr val="D83B01"/>
      </a:accent6>
      <a:hlink>
        <a:srgbClr val="008272"/>
      </a:hlink>
      <a:folHlink>
        <a:srgbClr val="008272"/>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oduct_Brand_template_16-9_Business_TEAL_1" id="{5E4F6A35-5222-4964-BF6B-D8D6040D0130}" vid="{5DED90E8-4E6D-48DC-ABF5-5DF803FF6458}"/>
    </a:ext>
  </a:extLst>
</a:theme>
</file>

<file path=ppt/theme/theme2.xml><?xml version="1.0" encoding="utf-8"?>
<a:theme xmlns:a="http://schemas.openxmlformats.org/drawingml/2006/main" name="2_5-30660_TR21_BO_CT_Template">
  <a:themeElements>
    <a:clrScheme name="Custom 12">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4DB0FF"/>
      </a:hlink>
      <a:folHlink>
        <a:srgbClr val="7F7F7F"/>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3.xml><?xml version="1.0" encoding="utf-8"?>
<a:theme xmlns:a="http://schemas.openxmlformats.org/drawingml/2006/main" name="2_5-50002_Ignite_Breakout_Template">
  <a:themeElements>
    <a:clrScheme name="Ignite 2016">
      <a:dk1>
        <a:srgbClr val="505050"/>
      </a:dk1>
      <a:lt1>
        <a:srgbClr val="FFFFFF"/>
      </a:lt1>
      <a:dk2>
        <a:srgbClr val="D83B01"/>
      </a:dk2>
      <a:lt2>
        <a:srgbClr val="F8F8F8"/>
      </a:lt2>
      <a:accent1>
        <a:srgbClr val="D83B01"/>
      </a:accent1>
      <a:accent2>
        <a:srgbClr val="0078D7"/>
      </a:accent2>
      <a:accent3>
        <a:srgbClr val="505050"/>
      </a:accent3>
      <a:accent4>
        <a:srgbClr val="D2D2D2"/>
      </a:accent4>
      <a:accent5>
        <a:srgbClr val="FFB900"/>
      </a:accent5>
      <a:accent6>
        <a:srgbClr val="FF8C00"/>
      </a:accent6>
      <a:hlink>
        <a:srgbClr val="0078D7"/>
      </a:hlink>
      <a:folHlink>
        <a:srgbClr val="0078D7"/>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5439">
                  <a:srgbClr val="F8F8F8"/>
                </a:gs>
                <a:gs pos="10000">
                  <a:srgbClr val="F8F8F8"/>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_Ignite_2016_16x9_Template.potx" id="{61D5EBA6-A23E-492C-8A07-E4BCB14E768B}" vid="{2C5385DD-25CC-4B4A-8E83-9D91F0EF820F}"/>
    </a:ext>
  </a:extLst>
</a:theme>
</file>

<file path=ppt/theme/theme4.xml><?xml version="1.0" encoding="utf-8"?>
<a:theme xmlns:a="http://schemas.openxmlformats.org/drawingml/2006/main" name="1_5-30660_TR21_BO_CT_Template">
  <a:themeElements>
    <a:clrScheme name="TR20 - BO">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002050"/>
      </a:hlink>
      <a:folHlink>
        <a:srgbClr val="002050"/>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5.xml><?xml version="1.0" encoding="utf-8"?>
<a:theme xmlns:a="http://schemas.openxmlformats.org/drawingml/2006/main" name="1_MS1444_Windows Azure Template 16x9_r08a">
  <a:themeElements>
    <a:clrScheme name="Custom 14">
      <a:dk1>
        <a:srgbClr val="292929"/>
      </a:dk1>
      <a:lt1>
        <a:srgbClr val="FFFFFF"/>
      </a:lt1>
      <a:dk2>
        <a:srgbClr val="5F5F5F"/>
      </a:dk2>
      <a:lt2>
        <a:srgbClr val="DDDDDD"/>
      </a:lt2>
      <a:accent1>
        <a:srgbClr val="FF8A00"/>
      </a:accent1>
      <a:accent2>
        <a:srgbClr val="00AEEF"/>
      </a:accent2>
      <a:accent3>
        <a:srgbClr val="910091"/>
      </a:accent3>
      <a:accent4>
        <a:srgbClr val="8CC600"/>
      </a:accent4>
      <a:accent5>
        <a:srgbClr val="FF0000"/>
      </a:accent5>
      <a:accent6>
        <a:srgbClr val="0071BC"/>
      </a:accent6>
      <a:hlink>
        <a:srgbClr val="0071BC"/>
      </a:hlink>
      <a:folHlink>
        <a:srgbClr val="00AEEF"/>
      </a:folHlink>
    </a:clrScheme>
    <a:fontScheme name="Segoe UI">
      <a:majorFont>
        <a:latin typeface="Segoe UI"/>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2"/>
        </a:solidFill>
        <a:ln>
          <a:noFill/>
          <a:headEnd type="none" w="med" len="med"/>
          <a:tailEnd type="none" w="med" len="med"/>
        </a:ln>
        <a:effectLst/>
      </a:spPr>
      <a:bodyPr vert="horz" wrap="square" lIns="91436" tIns="45718" rIns="91436" bIns="45718" numCol="1" rtlCol="0" anchor="ctr" anchorCtr="0" compatLnSpc="1">
        <a:prstTxWarp prst="textNoShape">
          <a:avLst/>
        </a:prstTxWarp>
      </a:bodyPr>
      <a:lstStyle>
        <a:defPPr algn="ctr" defTabSz="914099" fontAlgn="base">
          <a:spcBef>
            <a:spcPct val="0"/>
          </a:spcBef>
          <a:spcAft>
            <a:spcPct val="0"/>
          </a:spcAft>
          <a:defRPr sz="2200" dirty="0" smtClean="0">
            <a:gradFill>
              <a:gsLst>
                <a:gs pos="0">
                  <a:srgbClr val="FFFFFF"/>
                </a:gs>
                <a:gs pos="100000">
                  <a:srgbClr val="FFFFFF"/>
                </a:gs>
              </a:gsLst>
              <a:lin ang="5400000" scaled="0"/>
            </a:gradFill>
          </a:defRPr>
        </a:defPPr>
      </a:lstStyle>
      <a:style>
        <a:lnRef idx="1">
          <a:schemeClr val="accent2"/>
        </a:lnRef>
        <a:fillRef idx="3">
          <a:schemeClr val="accent2"/>
        </a:fillRef>
        <a:effectRef idx="2">
          <a:schemeClr val="accent2"/>
        </a:effectRef>
        <a:fontRef idx="minor">
          <a:schemeClr val="lt1"/>
        </a:fontRef>
      </a:style>
    </a:spDef>
    <a:txDef>
      <a:spPr>
        <a:noFill/>
      </a:spPr>
      <a:bodyPr wrap="square" lIns="0" tIns="0" rIns="0" bIns="0" rtlCol="0">
        <a:spAutoFit/>
      </a:bodyPr>
      <a:lstStyle>
        <a:defPPr marL="460375" indent="-460375">
          <a:lnSpc>
            <a:spcPct val="90000"/>
          </a:lnSpc>
          <a:spcBef>
            <a:spcPct val="20000"/>
          </a:spcBef>
          <a:buSzPct val="80000"/>
          <a:buBlip>
            <a:blip xmlns:r="http://schemas.openxmlformats.org/officeDocument/2006/relationships" r:embed="rId1"/>
          </a:buBlip>
          <a:defRPr sz="3200" dirty="0">
            <a:gradFill>
              <a:gsLst>
                <a:gs pos="0">
                  <a:srgbClr val="292929">
                    <a:lumMod val="90000"/>
                    <a:lumOff val="10000"/>
                  </a:srgbClr>
                </a:gs>
                <a:gs pos="86000">
                  <a:srgbClr val="292929">
                    <a:lumMod val="90000"/>
                    <a:lumOff val="10000"/>
                  </a:srgbClr>
                </a:gs>
              </a:gsLst>
              <a:lin ang="5400000" scaled="0"/>
            </a:gradFill>
          </a:defRPr>
        </a:defPPr>
      </a:lstStyle>
    </a:txDef>
  </a:objectDefaults>
  <a:extraClrSchemeLst/>
</a:theme>
</file>

<file path=ppt/theme/theme6.xml><?xml version="1.0" encoding="utf-8"?>
<a:theme xmlns:a="http://schemas.openxmlformats.org/drawingml/2006/main" name="3_5-30660_TR21_BO_CT_Template">
  <a:themeElements>
    <a:clrScheme name="Custom 12">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4DB0FF"/>
      </a:hlink>
      <a:folHlink>
        <a:srgbClr val="7F7F7F"/>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7.xml><?xml version="1.0" encoding="utf-8"?>
<a:theme xmlns:a="http://schemas.openxmlformats.org/drawingml/2006/main" name="14_Web Camps 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Server and Cloud 2013">
  <a:themeElements>
    <a:clrScheme name="STB Template">
      <a:dk1>
        <a:srgbClr val="505050"/>
      </a:dk1>
      <a:lt1>
        <a:srgbClr val="FFFFFF"/>
      </a:lt1>
      <a:dk2>
        <a:srgbClr val="008272"/>
      </a:dk2>
      <a:lt2>
        <a:srgbClr val="D2D2D2"/>
      </a:lt2>
      <a:accent1>
        <a:srgbClr val="0072C6"/>
      </a:accent1>
      <a:accent2>
        <a:srgbClr val="DC3C00"/>
      </a:accent2>
      <a:accent3>
        <a:srgbClr val="008272"/>
      </a:accent3>
      <a:accent4>
        <a:srgbClr val="68217A"/>
      </a:accent4>
      <a:accent5>
        <a:srgbClr val="002050"/>
      </a:accent5>
      <a:accent6>
        <a:srgbClr val="442359"/>
      </a:accent6>
      <a:hlink>
        <a:srgbClr val="002050"/>
      </a:hlink>
      <a:folHlink>
        <a:srgbClr val="002050"/>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triangl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STB_Template_16-9_Sept2013_v12.potx" id="{9C7765DE-A674-4011-A212-5D742AF30369}" vid="{5465D01F-9AE6-47ED-AC67-4D8944814AA9}"/>
    </a:ext>
  </a:extLst>
</a:theme>
</file>

<file path=ppt/theme/theme9.xml><?xml version="1.0" encoding="utf-8"?>
<a:theme xmlns:a="http://schemas.openxmlformats.org/drawingml/2006/main" name="2_DARK GRAY TEMPLATE">
  <a:themeElements>
    <a:clrScheme name="BT - Blue - dark back, magenta, lime">
      <a:dk1>
        <a:srgbClr val="353535"/>
      </a:dk1>
      <a:lt1>
        <a:srgbClr val="FFFFFF"/>
      </a:lt1>
      <a:dk2>
        <a:srgbClr val="0078D7"/>
      </a:dk2>
      <a:lt2>
        <a:srgbClr val="CDF4FF"/>
      </a:lt2>
      <a:accent1>
        <a:srgbClr val="0078D7"/>
      </a:accent1>
      <a:accent2>
        <a:srgbClr val="D2D2D2"/>
      </a:accent2>
      <a:accent3>
        <a:srgbClr val="00BCF2"/>
      </a:accent3>
      <a:accent4>
        <a:srgbClr val="B4009E"/>
      </a:accent4>
      <a:accent5>
        <a:srgbClr val="BAD80A"/>
      </a:accent5>
      <a:accent6>
        <a:srgbClr val="737373"/>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BLUE_2017_21.potx" id="{A6A753D9-E489-496F-AE09-A01A096BC50E}" vid="{95EFA3AF-6F90-46BD-A576-54DE496DD938}"/>
    </a:ext>
  </a:extLst>
</a:theme>
</file>

<file path=ppt/theme/theme10.xml><?xml version="1.0" encoding="utf-8"?>
<a:theme xmlns:a="http://schemas.openxmlformats.org/drawingml/2006/main" name="2_WHITE TEMPLATE">
  <a:themeElements>
    <a:clrScheme name="BT - Blue - white back, gold">
      <a:dk1>
        <a:srgbClr val="353535"/>
      </a:dk1>
      <a:lt1>
        <a:srgbClr val="FFFFFF"/>
      </a:lt1>
      <a:dk2>
        <a:srgbClr val="0078D7"/>
      </a:dk2>
      <a:lt2>
        <a:srgbClr val="EAEAEA"/>
      </a:lt2>
      <a:accent1>
        <a:srgbClr val="0078D7"/>
      </a:accent1>
      <a:accent2>
        <a:srgbClr val="002050"/>
      </a:accent2>
      <a:accent3>
        <a:srgbClr val="00BCF2"/>
      </a:accent3>
      <a:accent4>
        <a:srgbClr val="FF8C00"/>
      </a:accent4>
      <a:accent5>
        <a:srgbClr val="737373"/>
      </a:accent5>
      <a:accent6>
        <a:srgbClr val="E6E6E6"/>
      </a:accent6>
      <a:hlink>
        <a:srgbClr val="0078D7"/>
      </a:hlink>
      <a:folHlink>
        <a:srgbClr val="0078D7"/>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BLUE_2017_23.potx" id="{3CE2C9E0-8BDE-4BDF-A6B5-3F883114AF53}" vid="{1D522DD5-C1DC-4C2B-B827-42953E3CF178}"/>
    </a:ext>
  </a:extLst>
</a:theme>
</file>

<file path=ppt/theme/theme11.xml><?xml version="1.0" encoding="utf-8"?>
<a:theme xmlns:a="http://schemas.openxmlformats.org/drawingml/2006/main" name="4_5-30660_TR21_BO_CT_Template">
  <a:themeElements>
    <a:clrScheme name="TR20 - BO">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002050"/>
      </a:hlink>
      <a:folHlink>
        <a:srgbClr val="002050"/>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1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0-WTH-Lectures-Template</Template>
  <TotalTime>0</TotalTime>
  <Words>1586</Words>
  <Application>Microsoft Office PowerPoint</Application>
  <PresentationFormat>Custom</PresentationFormat>
  <Paragraphs>199</Paragraphs>
  <Slides>15</Slides>
  <Notes>15</Notes>
  <HiddenSlides>0</HiddenSlides>
  <MMClips>0</MMClips>
  <ScaleCrop>false</ScaleCrop>
  <HeadingPairs>
    <vt:vector size="6" baseType="variant">
      <vt:variant>
        <vt:lpstr>Fonts Used</vt:lpstr>
      </vt:variant>
      <vt:variant>
        <vt:i4>12</vt:i4>
      </vt:variant>
      <vt:variant>
        <vt:lpstr>Theme</vt:lpstr>
      </vt:variant>
      <vt:variant>
        <vt:i4>11</vt:i4>
      </vt:variant>
      <vt:variant>
        <vt:lpstr>Slide Titles</vt:lpstr>
      </vt:variant>
      <vt:variant>
        <vt:i4>15</vt:i4>
      </vt:variant>
    </vt:vector>
  </HeadingPairs>
  <TitlesOfParts>
    <vt:vector size="38" baseType="lpstr">
      <vt:lpstr>Arial</vt:lpstr>
      <vt:lpstr>Consolas</vt:lpstr>
      <vt:lpstr>Noto Sans Symbols</vt:lpstr>
      <vt:lpstr>Noto Symbol</vt:lpstr>
      <vt:lpstr>Quattrocento Sans</vt:lpstr>
      <vt:lpstr>Segoe UI</vt:lpstr>
      <vt:lpstr>Segoe UI Light</vt:lpstr>
      <vt:lpstr>Segoe UI Semibold</vt:lpstr>
      <vt:lpstr>Segoe UI Semilight</vt:lpstr>
      <vt:lpstr>Source Sans Pro</vt:lpstr>
      <vt:lpstr>Verdana</vt:lpstr>
      <vt:lpstr>Wingdings</vt:lpstr>
      <vt:lpstr>WHITE TEMPLATE</vt:lpstr>
      <vt:lpstr>2_5-30660_TR21_BO_CT_Template</vt:lpstr>
      <vt:lpstr>2_5-50002_Ignite_Breakout_Template</vt:lpstr>
      <vt:lpstr>1_5-30660_TR21_BO_CT_Template</vt:lpstr>
      <vt:lpstr>1_MS1444_Windows Azure Template 16x9_r08a</vt:lpstr>
      <vt:lpstr>3_5-30660_TR21_BO_CT_Template</vt:lpstr>
      <vt:lpstr>14_Web Camps Template</vt:lpstr>
      <vt:lpstr>Server and Cloud 2013</vt:lpstr>
      <vt:lpstr>2_DARK GRAY TEMPLATE</vt:lpstr>
      <vt:lpstr>2_WHITE TEMPLATE</vt:lpstr>
      <vt:lpstr>4_5-30660_TR21_BO_CT_Template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for Data Professionals</dc:title>
  <dc:subject>GitHub Copilot for supply-chain data engineers and data scientists</dc:subject>
  <dc:creator>Jordan Bean</dc:creator>
  <cp:lastModifiedBy>Jordan Bean</cp:lastModifiedBy>
  <cp:revision>3</cp:revision>
  <dcterms:created xsi:type="dcterms:W3CDTF">2026-08-30T23:26:51Z</dcterms:created>
  <dcterms:modified xsi:type="dcterms:W3CDTF">2026-08-30T23:27:05Z</dcterms:modified>
</cp:coreProperties>
</file>