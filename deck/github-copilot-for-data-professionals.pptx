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</p:sldIdLst>
  <p:sldSz cx="12436475" cy="6950075"/>
  <p:notesSz cx="6950075" cy="12436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655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setting context: this deck follows one end-to-end data workflow and shows exactly where Copilot helps without replacing domain accountability.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a framing slide: Copilot supports velocity and consistency, not judgment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audience the rest of the deck follows this exact script order so they can replay it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over-rotate on architecture detail. Anchor to the coding surfaces the audience uses every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practical: synthetic data and edge cases are immediate wins for data engineering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that interpretation plus code generation is more valuable than generation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reliability bridge between exploratory notebooks and production pipelines.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local-to-platform transition explicit, since this is where teams lose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keeps the story relevant for SQL-heavy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workflow loop by showing decision-support outputs, not only code snippets.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a reusable prompting recipe they can apply the same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 Copilot usage metrics with delivery metrics to tell a complete impact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action: run one workflow, measure outcomes, and scale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250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3400"/>
            <a:ext cx="11889564" cy="911744"/>
          </a:xfrm>
          <a:prstGeom prst="rect">
            <a:avLst/>
          </a:prstGeom>
        </p:spPr>
        <p:txBody>
          <a:bodyPr vert="horz" wrap="square" lIns="146275" tIns="91422" rIns="146275" bIns="91422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05145"/>
            <a:ext cx="11887197" cy="2097915"/>
          </a:xfrm>
          <a:prstGeom prst="rect">
            <a:avLst/>
          </a:prstGeom>
        </p:spPr>
        <p:txBody>
          <a:bodyPr vert="horz" wrap="square" lIns="146275" tIns="91422" rIns="146275" bIns="91422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6" name="Picture 15" descr="Microsoft_logo_(2012).svg.png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7038" y="6352237"/>
            <a:ext cx="1676399" cy="355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583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transition>
    <p:fade/>
  </p:transition>
  <p:hf sldNum="0" hdr="0" ftr="0" dt="0"/>
  <p:txStyles>
    <p:titleStyle>
      <a:lvl1pPr algn="l" defTabSz="926428" rtl="0" eaLnBrk="1" latinLnBrk="0" hangingPunct="1">
        <a:lnSpc>
          <a:spcPct val="90000"/>
        </a:lnSpc>
        <a:spcBef>
          <a:spcPct val="0"/>
        </a:spcBef>
        <a:buNone/>
        <a:defRPr lang="en-US" sz="4768" b="0" kern="1200" cap="none" spc="-101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340579" marR="0" indent="-340579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4073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580248" marR="0" indent="-239666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85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794683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87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1021737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89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248788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89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47677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6pPr>
      <a:lvl7pPr marL="3010892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7pPr>
      <a:lvl8pPr marL="3474107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8pPr>
      <a:lvl9pPr marL="3937320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1pPr>
      <a:lvl2pPr marL="463214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2pPr>
      <a:lvl3pPr marL="926428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3pPr>
      <a:lvl4pPr marL="1389643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4pPr>
      <a:lvl5pPr marL="1852857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5pPr>
      <a:lvl6pPr marL="2316072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6pPr>
      <a:lvl7pPr marL="2779284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7pPr>
      <a:lvl8pPr marL="3242500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8pPr>
      <a:lvl9pPr marL="3705715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355080" cy="6949440"/>
          </a:xfrm>
          <a:prstGeom prst="rect">
            <a:avLst/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355080" y="0"/>
            <a:ext cx="6080760" cy="694944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hero-data-copi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685800"/>
            <a:ext cx="5623560" cy="3794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914400"/>
            <a:ext cx="5349240" cy="123444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GitHub Copilot for Data Professionals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13232" y="23317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50E6FF"/>
                </a:solidFill>
              </a:rPr>
              <a:t>A supply-chain data workflow: from raw signals to trusted decisions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5166360" cy="1051560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</a:rPr>
              <a:t>GitHub Copilot accelerates repetitive supply-chain data work in Python, PySpark, SQL, and notebooks while teams keep full control over correctness.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1520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572000"/>
            <a:ext cx="402336" cy="40233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298448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6736" y="4572000"/>
            <a:ext cx="402336" cy="402336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865376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3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3664" y="4572000"/>
            <a:ext cx="402336" cy="40233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9808" y="52303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Jordan Bean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Principal Cloud &amp; AI Apps Solution Engineer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Copilot for data teams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11109960" y="338328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8248" y="356616"/>
            <a:ext cx="301752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503152" y="338328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356616"/>
            <a:ext cx="301752" cy="3017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58368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658368" y="1078992"/>
            <a:ext cx="128016" cy="201168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932688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Repeated code work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932688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Schema checks, joins, validation rules, Spark transforms, SQL variants, and notebook cleanup consume significant engineering time.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639312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639312" y="1078992"/>
            <a:ext cx="128016" cy="201168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3913632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Context switching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913632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Data engineers move between Python, PySpark, SQL, and platform-specific patterns in the same feature or incident.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620256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620256" y="1078992"/>
            <a:ext cx="128016" cy="2011680"/>
          </a:xfrm>
          <a:prstGeom prst="rect">
            <a:avLst/>
          </a:prstGeom>
          <a:solidFill>
            <a:srgbClr val="F7630C"/>
          </a:solidFill>
          <a:ln w="1270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894576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Quality pressure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6894576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iteration is valuable only when tests, data contracts, and governance checks remain intact.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9601200" y="1078992"/>
            <a:ext cx="22402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9601200" y="1078992"/>
            <a:ext cx="128016" cy="2011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9875520" y="1225296"/>
            <a:ext cx="18288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Copilot fit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9875520" y="1609344"/>
            <a:ext cx="182880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faster, refine with constraints, and validate with guardrails.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58368" y="3859403"/>
            <a:ext cx="11155680" cy="139839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524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914400" y="4041648"/>
            <a:ext cx="10607040" cy="1097280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Copilot is most useful for accelerating the middle of data work: drafting, explaining, and refactoring code. Data professionals still own data meaning, reliability, and production readiness.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supply-chain workflow for this demo</a:t>
            </a:r>
            <a:endParaRPr lang="en-US" sz="3400" dirty="0"/>
          </a:p>
        </p:txBody>
      </p:sp>
      <p:pic>
        <p:nvPicPr>
          <p:cNvPr id="3" name="Image 0" descr="/home/jordanbean/source/repos/github-copilot-for-data-professionals/deck/assets/workflow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064240" cy="2514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3767328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914400" y="3840480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78D3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965960" y="3840480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Generate supply-chain source data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3840480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examples/python/00_generate_sample_data.py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4197096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0E6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965960" y="4270248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Profile orders, shipments, and inventory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37960" y="4270248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examples/python/01_ingest_profile.py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31520" y="4626864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47000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7C10"/>
                </a:solidFill>
              </a:rPr>
              <a:t>Step 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965960" y="4700016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Create quality checks and quarantine paths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37960" y="4700016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examples/python/02_data_quality_checks.py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31520" y="5056632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14400" y="51297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C2D91"/>
                </a:solidFill>
              </a:rPr>
              <a:t>Step 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965960" y="5129784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Transform supplier and inventory signals in Fabric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37960" y="5129784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examples/python/03_fabric_spark_transform.py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31520" y="5486400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14400" y="55595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7630C"/>
                </a:solidFill>
              </a:rPr>
              <a:t>Step 5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965960" y="5559552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Analyze late shipments and stockout risk in SQL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537960" y="5559552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examples/sql/04_fabric_sql_analytics.sql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31520" y="5916168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914400" y="59893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Step 6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965960" y="5989320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Predict late-delivery risk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37960" y="5989320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examples/python/05_feature_engineering_ml.py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3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 environment: GitHub + Copilot + Microsoft Fabric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76656" y="850392"/>
            <a:ext cx="760781" cy="365760"/>
          </a:xfrm>
          <a:prstGeom prst="roundRect">
            <a:avLst>
              <a:gd name="adj" fmla="val 10000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868680"/>
            <a:ext cx="724205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38021" y="850392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309" y="868680"/>
            <a:ext cx="329184" cy="32918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004365" y="850392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2653" y="868680"/>
            <a:ext cx="329184" cy="329184"/>
          </a:xfrm>
          <a:prstGeom prst="rect">
            <a:avLst/>
          </a:prstGeom>
        </p:spPr>
      </p:pic>
      <p:pic>
        <p:nvPicPr>
          <p:cNvPr id="9" name="Image 3" descr="/home/jordanbean/source/repos/github-copilot-for-data-professionals/deck/assets/fabric-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097280"/>
            <a:ext cx="11064240" cy="448056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85800" y="565099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85800" y="5650992"/>
            <a:ext cx="128016" cy="658368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/>
          <p:cNvSpPr/>
          <p:nvPr/>
        </p:nvSpPr>
        <p:spPr>
          <a:xfrm>
            <a:off x="960120" y="5797296"/>
            <a:ext cx="1065276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00041"/>
                </a:solidFill>
              </a:rPr>
              <a:t>What this enables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960120" y="6181344"/>
            <a:ext cx="10652760" cy="21945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</a:rPr>
              <a:t>One connected workflow: purchase orders + shipments + inventory -&gt; trusted tables -&gt; risk analytics -&gt; prediction.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1. Generate supply-chain data quickly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Create realistic purchase orders, shipments, and inventory snapshots with normal behavior plus controlled anomalies.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generator code, then add edge cases such as missing plants, blank carriers, negative costs, and low inventory.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Teams start faster with representative operational data and spend less time hand-crafting fixtures.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code-win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faster scenario setup and better supply-chain test coverage.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synthetic purchase orders + shipments + inventory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2. Profile operational data and surface risks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Understand order, shipment, and inventory quality before building downstream transformations.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Generate reusable profiling helpers for missing plants, blank carriers, value ranges, and sample records.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Ad-hoc exploration becomes a repeatable profiling step for every supply-chain dataset.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quality-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quicker issue discovery before pipeline logic is written.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automated profile summary for operational tables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3. Operationalize data quality checks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Enforce data contracts so bad operational records do not silently flow into analytics and models.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validation rules for required fields, positive quantities, plausible dates, and non-negative costs.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Higher reliability with less manual coding effort for recurring quality controls.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quality-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better trust in supplier scorecards and inventory risk views.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PO, shipment, and inventory quarantine checks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4. Transform supplier and inventory signals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Move from local dataframe logic to scalable Fabric lakehouse transformations for supplier and stockout risk.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Translate pandas scorecards into PySpark and propose Delta table write patterns for reuse.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path from prototype to production-ready processing in Microsoft Fabric.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fabric-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reduced rework when scaling local logic.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supplier delivery + inventory risk transformations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5. Analyze supply-chain risk in SQL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Turn operational questions into explainable SQL analysis on lakehouse tables.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the SQL, then explain assumptions in joins, filters, and window logic.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Analysts identify risky suppliers, lanes, and parts faster while keeping logic transparent.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sql-analy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quicker insight generation with clearer SQL intent.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late-delivery and stockout risk analysis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6. Predict late-shipment risk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674352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004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0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3200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42448" y="3017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320040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Create supply-chain risk features and evaluate a baseline model from orders, shipments, and inventory.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Suggest additional features, check leakage risk, and explain likely drivers in plain language.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Data scientists iterate on experiments faster and communicate model behavior more clearly.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model-featu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shorter experiment cycles and better stakeholder understanding.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late-shipment feature set and classification baseline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Prompt framework that works for data teams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222992" y="320040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38328"/>
            <a:ext cx="301752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616184" y="320040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4472" y="338328"/>
            <a:ext cx="301752" cy="3017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13232" y="109728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713232" y="1097280"/>
            <a:ext cx="128016" cy="100584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987552" y="124358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1. Context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87552" y="162763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Dataset shape, schema, platform (Fabric), and business goal.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13232" y="233172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713232" y="2331720"/>
            <a:ext cx="128016" cy="10058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987552" y="247802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2. Task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987552" y="286207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What to produce: code, SQL, tests, explanation, or refactor.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" y="356616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713232" y="3566160"/>
            <a:ext cx="128016" cy="100584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987552" y="371246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3. Constraints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987552" y="409651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Performance limits, naming standards, privacy requirements, and accepted libraries.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713232" y="480060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13232" y="4800600"/>
            <a:ext cx="128016" cy="10058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987552" y="494690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4. Verification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987552" y="533095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Ask Copilot to add tests, edge cases, assumptions, and failure handling.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713232" y="5806440"/>
            <a:ext cx="10972800" cy="713232"/>
          </a:xfrm>
          <a:prstGeom prst="roundRect">
            <a:avLst>
              <a:gd name="adj" fmla="val 10256"/>
            </a:avLst>
          </a:prstGeom>
          <a:solidFill>
            <a:srgbClr val="EBEBEB"/>
          </a:solidFill>
          <a:ln w="1524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713232" y="5806440"/>
            <a:ext cx="128016" cy="713232"/>
          </a:xfrm>
          <a:prstGeom prst="rect">
            <a:avLst/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987552" y="595274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Practical tip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987552" y="6336792"/>
            <a:ext cx="10561320" cy="21945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End each prompt with: explain assumptions and propose one safer alternative.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to measure value</a:t>
            </a:r>
            <a:endParaRPr lang="en-US" sz="3500" dirty="0"/>
          </a:p>
        </p:txBody>
      </p:sp>
      <p:pic>
        <p:nvPicPr>
          <p:cNvPr id="3" name="Image 0" descr="/home/jordanbean/source/repos/github-copilot-for-data-professionals/deck/assets/metrics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97280"/>
            <a:ext cx="576072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948672" y="31089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1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329184"/>
            <a:ext cx="292608" cy="29260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332720" y="31089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1008" y="329184"/>
            <a:ext cx="292608" cy="29260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720840" y="114300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720840" y="114300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995160" y="12893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Speed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995160" y="1673352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Time to first working draft for notebook, transform, or SQL query.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720840" y="2359152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720840" y="2359152"/>
            <a:ext cx="128016" cy="105156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6995160" y="2505456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Quality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995160" y="2889504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Defect escape rate, test coverage on generated helpers, and review findings.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720840" y="3575304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720840" y="3575304"/>
            <a:ext cx="128016" cy="105156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6995160" y="3721608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Reuse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995160" y="4105656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Adoption of shared prompt templates and common utility modules.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20840" y="4791456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720840" y="4791456"/>
            <a:ext cx="128016" cy="1051560"/>
          </a:xfrm>
          <a:prstGeom prst="rect">
            <a:avLst/>
          </a:prstGeom>
          <a:solidFill>
            <a:srgbClr val="F7630C"/>
          </a:solidFill>
          <a:ln w="1270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995160" y="4937760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Business impact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995160" y="5321808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cycle time from data ingestion to trusted analytics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822960"/>
            <a:ext cx="7132320" cy="82296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</a:rPr>
              <a:t>Start with one real workflow this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0E6FF"/>
                </a:solidFill>
              </a:rPr>
              <a:t>Use this repo to run the full supply-chain data storyline from generation to risk prediction, then adapt prompts and guardrails for your own team.</a:t>
            </a:r>
            <a:endParaRPr lang="en-US" sz="2100" dirty="0"/>
          </a:p>
        </p:txBody>
      </p:sp>
      <p:pic>
        <p:nvPicPr>
          <p:cNvPr id="4" name="Image 0" descr="/home/jordanbean/source/repos/github-copilot-for-data-professionals/deck/assets/workflow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914400"/>
            <a:ext cx="544068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341071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29000"/>
            <a:ext cx="384048" cy="3840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261872" y="341071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3429000"/>
            <a:ext cx="384048" cy="3840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92224" y="341071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3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0512" y="3429000"/>
            <a:ext cx="384048" cy="384048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749808" y="420624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/>
          <p:cNvSpPr/>
          <p:nvPr/>
        </p:nvSpPr>
        <p:spPr>
          <a:xfrm>
            <a:off x="987552" y="4526280"/>
            <a:ext cx="10469880" cy="329184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https://github.com/jordanbean-msft/github-copilot-for-data-professionals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ITE TEMPLATE">
  <a:themeElements>
    <a:clrScheme name="MSVID White and Teal_10-2014">
      <a:dk1>
        <a:srgbClr val="505050"/>
      </a:dk1>
      <a:lt1>
        <a:srgbClr val="FFFFFF"/>
      </a:lt1>
      <a:dk2>
        <a:srgbClr val="008272"/>
      </a:dk2>
      <a:lt2>
        <a:srgbClr val="D5F7F6"/>
      </a:lt2>
      <a:accent1>
        <a:srgbClr val="008272"/>
      </a:accent1>
      <a:accent2>
        <a:srgbClr val="B4009E"/>
      </a:accent2>
      <a:accent3>
        <a:srgbClr val="004B50"/>
      </a:accent3>
      <a:accent4>
        <a:srgbClr val="0078D7"/>
      </a:accent4>
      <a:accent5>
        <a:srgbClr val="5C2D91"/>
      </a:accent5>
      <a:accent6>
        <a:srgbClr val="D83B01"/>
      </a:accent6>
      <a:hlink>
        <a:srgbClr val="008272"/>
      </a:hlink>
      <a:folHlink>
        <a:srgbClr val="008272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oduct_Brand_template_16-9_Business_TEAL_1" id="{5E4F6A35-5222-4964-BF6B-D8D6040D0130}" vid="{5DED90E8-4E6D-48DC-ABF5-5DF803FF645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0-WTH-Lectures-Template</Template>
  <TotalTime>3</TotalTime>
  <Words>1220</Words>
  <Application>Microsoft Office PowerPoint</Application>
  <PresentationFormat>Custom</PresentationFormat>
  <Paragraphs>140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Segoe UI</vt:lpstr>
      <vt:lpstr>Segoe UI Light</vt:lpstr>
      <vt:lpstr>Segoe UI Semibold</vt:lpstr>
      <vt:lpstr>WHITE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for Data Professionals</dc:title>
  <dc:subject>GitHub Copilot for supply-chain data engineers and data scientists</dc:subject>
  <dc:creator>Jordan Bean</dc:creator>
  <cp:lastModifiedBy>Jordan Bean</cp:lastModifiedBy>
  <cp:revision>6</cp:revision>
  <dcterms:created xsi:type="dcterms:W3CDTF">2026-08-30T23:26:51Z</dcterms:created>
  <dcterms:modified xsi:type="dcterms:W3CDTF">2026-08-31T01:08:05Z</dcterms:modified>
</cp:coreProperties>
</file>